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Lato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F2A37"/>
                </a:solidFill>
                <a:latin typeface="Lato"/>
              </a:rPr>
              <a:t>What it actually cost —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37160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444C56"/>
                </a:solidFill>
                <a:latin typeface="Lato"/>
              </a:rPr>
              <a:t>One user, one month, 120 turns each, the same 12 conversations replayed to both engines. Every number below has a query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64240" cy="658368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1F2A37"/>
                </a:solidFill>
                <a:latin typeface="Lato"/>
              </a:rPr>
              <a:t>Engine B costs 3.1x more per turn AND 2.3x more per month. There is no crossover.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78608"/>
            <a:ext cx="5532120" cy="2788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45720" cy="2788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5120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7D32"/>
                </a:solidFill>
                <a:latin typeface="Lato"/>
              </a:rPr>
              <a:t>COST  ·  $ per user per month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7A8490"/>
                </a:solidFill>
                <a:latin typeface="Menlo"/>
              </a:rPr>
              <a:t>                                 ENGINE A   ENGINE B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Bedrock tokens                      $6.10     $18.52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Memory                        —      $0.14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Runtime                       —      $0.05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Gateway                       —      $0.01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Tool Lambdas                            —      $0.00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DynamoDB                            $0.00      $0.00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Fargate rent (730 h)               $18.02     $36.04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F2A37"/>
                </a:solidFill>
                <a:latin typeface="Menlo"/>
              </a:rPr>
              <a:t>TOTAL                              $24.12     $54.77</a:t>
            </a:r>
          </a:p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7D32"/>
                </a:solidFill>
                <a:latin typeface="Menlo"/>
              </a:rPr>
              <a:t>variable, per turn                $0.0508    $0.1560</a:t>
            </a:r>
          </a:p>
          <a:p>
            <a:pPr algn="l">
              <a:spcBef>
                <a:spcPts val="600"/>
              </a:spcBef>
            </a:pPr>
            <a:r>
              <a:rPr sz="850" b="0" i="1">
                <a:solidFill>
                  <a:srgbClr val="7A8490"/>
                </a:solidFill>
                <a:latin typeface="Lato"/>
              </a:rPr>
              <a:t>Fargate is analytic — 730 h/month at any turn count. Everything else is measured at 120 turns, no extrapolation.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78608"/>
            <a:ext cx="5321808" cy="2788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309360" y="2578608"/>
            <a:ext cx="45720" cy="27889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65392" y="2724912"/>
            <a:ext cx="48920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F2A37"/>
                </a:solidFill>
                <a:latin typeface="Lato"/>
              </a:rPr>
              <a:t>LATENCY  ·  what the user waits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7A8490"/>
                </a:solidFill>
                <a:latin typeface="Menlo"/>
              </a:rPr>
              <a:t>                         ENGINE A   ENGINE B</a:t>
            </a:r>
          </a:p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1F2A37"/>
                </a:solidFill>
                <a:latin typeface="Menlo"/>
              </a:rPr>
              <a:t>median                     3.20 s     5.18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p90                        9.79 s    10.10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p99                       31.96 s    70.61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worst turn                33.21 s   100.32 s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model calls / turn            2.4        4.3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input tokens (120 turns)  1,809,635  5,822,274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output tokens (120 turns)     44,652     70,470</a:t>
            </a:r>
          </a:p>
          <a:p>
            <a:pPr algn="l">
              <a:spcBef>
                <a:spcPts val="600"/>
              </a:spcBef>
            </a:pPr>
            <a:r>
              <a:rPr sz="850" b="0" i="1">
                <a:solidFill>
                  <a:srgbClr val="7A8490"/>
                </a:solidFill>
                <a:latin typeface="Lato"/>
              </a:rPr>
              <a:t>Engine A's median excludes the extraction call it defers past the reply — real for the user, still on the bill. Engine B is slower at the median and its tail is 2.2x longer — its tool loop has no iteration cap.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32120"/>
            <a:ext cx="11064240" cy="786384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5614416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E8A33D"/>
                </a:solidFill>
                <a:latin typeface="Lato"/>
              </a:rPr>
              <a:t>WHAT WE ASSUMED  →  WHAT WE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Turn latency A / B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~2.1 s / ~2.4 s  →  3.2 s / 5.2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251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Always-on tasks (B)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none  →  2 Fargate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035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Tools indexed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3  → 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Runtime per conversation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3 s/turn assumed  →  1467 s billed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603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Writes per turn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9  →  8.5 WCU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87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Gateway overhead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~300 ms  →  523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7A8490"/>
                </a:solidFill>
                <a:latin typeface="Lato"/>
              </a:rPr>
              <a:t>VALENTIN  ·  GenAI TFC Capstone Deep-Dive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