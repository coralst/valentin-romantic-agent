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GENAI TFC PROJECT</a:t>
            </a:r>
          </a:p>
          <a:p>
            <a:r>
              <a:t>Valentin</a:t>
            </a:r>
          </a:p>
          <a:p>
            <a:r>
              <a:t>Romantic Agent</a:t>
            </a:r>
          </a:p>
          <a:p>
            <a:r>
              <a:t>Built twice — once by hand, once on Bedrock AgentCore.</a:t>
            </a:r>
          </a:p>
          <a:p>
            <a:r>
              <a:t>Coral Magen</a:t>
            </a:r>
          </a:p>
          <a:p>
            <a:r>
              <a:t>Technical Account Manager, AWS</a:t>
            </a:r>
          </a:p>
          <a:p>
            <a:r>
              <a:t>SCROLL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· AGENDA</a:t>
            </a:r>
          </a:p>
          <a:p>
            <a:r>
              <a:t>Agenda</a:t>
            </a:r>
          </a:p>
          <a:p>
            <a:r>
              <a:t>01</a:t>
            </a:r>
          </a:p>
          <a:p>
            <a:r>
              <a:t>Use case and what the app can do</a:t>
            </a:r>
          </a:p>
          <a:p>
            <a:r>
              <a:t>02</a:t>
            </a:r>
          </a:p>
          <a:p>
            <a:r>
              <a:t>Architecture — diagram</a:t>
            </a:r>
          </a:p>
          <a:p>
            <a:r>
              <a:t>03</a:t>
            </a:r>
          </a:p>
          <a:p>
            <a:r>
              <a:t>Live demo</a:t>
            </a:r>
          </a:p>
          <a:p>
            <a:r>
              <a:t>04</a:t>
            </a:r>
          </a:p>
          <a:p>
            <a:r>
              <a:t>Comparison</a:t>
            </a:r>
          </a:p>
          <a:p>
            <a:r>
              <a:t>Cost</a:t>
            </a:r>
          </a:p>
          <a:p>
            <a:r>
              <a:t>Tool use</a:t>
            </a:r>
          </a:p>
          <a:p>
            <a:r>
              <a:t>Resilience</a:t>
            </a:r>
          </a:p>
          <a:p>
            <a:r>
              <a:t>Security</a:t>
            </a:r>
          </a:p>
          <a:p>
            <a:r>
              <a:t>05</a:t>
            </a:r>
          </a:p>
          <a:p>
            <a:r>
              <a:t>How it was built — the agent team</a:t>
            </a:r>
          </a:p>
          <a:p>
            <a:r>
              <a:t>06</a:t>
            </a:r>
          </a:p>
          <a:p>
            <a:r>
              <a:t>How it was built — the PRs graph</a:t>
            </a:r>
          </a:p>
          <a:p>
            <a:r>
              <a:t>07</a:t>
            </a:r>
          </a:p>
          <a:p>
            <a:r>
              <a:t>Lessons learned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· USE CASE AND WHAT THE APP CAN DO</a:t>
            </a:r>
          </a:p>
          <a:p>
            <a:r>
              <a:t>Use case and what the app can do</a:t>
            </a:r>
          </a:p>
          <a:p>
            <a:r>
              <a:t>The details arrive in conversation, months before they matter — and "anniversary" on the day is too late. So: extract, remember, act early.</a:t>
            </a:r>
          </a:p>
          <a:p>
            <a:r>
              <a:t>1</a:t>
            </a:r>
          </a:p>
          <a:p>
            <a:r>
              <a:t>You talk about her</a:t>
            </a:r>
          </a:p>
          <a:p>
            <a:r>
              <a:t>Claude Sonnet 4.5 on Bedrock, in character.</a:t>
            </a:r>
          </a:p>
          <a:p>
            <a:r>
              <a:t>2</a:t>
            </a:r>
          </a:p>
          <a:p>
            <a:r>
              <a:t>The profile fills itself</a:t>
            </a:r>
          </a:p>
          <a:p>
            <a:r>
              <a:t>Preferences extracted into eight categories.</a:t>
            </a:r>
          </a:p>
          <a:p>
            <a:r>
              <a:t>3</a:t>
            </a:r>
          </a:p>
          <a:p>
            <a:r>
              <a:t>He keeps the dates</a:t>
            </a:r>
          </a:p>
          <a:p>
            <a:r>
              <a:t>You choose the lead time — a month, a week, a day.</a:t>
            </a:r>
          </a:p>
          <a:p>
            <a:r>
              <a:t>4</a:t>
            </a:r>
          </a:p>
          <a:p>
            <a:r>
              <a:t>The reminder arrives</a:t>
            </a:r>
          </a:p>
          <a:p>
            <a:r>
              <a:t>Real email: restaurants, a playlist, a link to confirm.</a:t>
            </a:r>
          </a:p>
          <a:p>
            <a:r>
              <a:t>Food</a:t>
            </a:r>
          </a:p>
          <a:p>
            <a:r>
              <a:t>Hobbies</a:t>
            </a:r>
          </a:p>
          <a:p>
            <a:r>
              <a:t>Music</a:t>
            </a:r>
          </a:p>
          <a:p>
            <a:r>
              <a:t>Travel</a:t>
            </a:r>
          </a:p>
          <a:p>
            <a:r>
              <a:t>Gifts</a:t>
            </a:r>
          </a:p>
          <a:p>
            <a:r>
              <a:t>Love language</a:t>
            </a:r>
          </a:p>
          <a:p>
            <a:r>
              <a:t>Important dates</a:t>
            </a:r>
          </a:p>
          <a:p>
            <a:r>
              <a:t>Personality</a:t>
            </a:r>
          </a:p>
          <a:p>
            <a:r>
              <a:t>Why an agent and not a form with a cron job: unstructured input over weeks, a plan whose next tool depends on what came back, and a human in the loop before anything sends.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· ARCHITECTURE</a:t>
            </a:r>
          </a:p>
          <a:p>
            <a:r>
              <a:t>Architecture — diagram</a:t>
            </a:r>
          </a:p>
          <a:p>
            <a:r>
              <a:t>One URL, two engines, switchable from the UI. Same model, same guardrail, same table — so every difference is the platform.</a:t>
            </a:r>
          </a:p>
          <a:p>
            <a:r>
              <a:t>ENGINE A · MY GLUE CODE  →  ENGINE B · AGENTCORE</a:t>
            </a:r>
          </a:p>
          <a:p>
            <a:r>
              <a:t>ECS Fargate → Runtime</a:t>
            </a:r>
          </a:p>
          <a:p>
            <a:r>
              <a:t>one always-on task → one microVM per session</a:t>
            </a:r>
          </a:p>
          <a:p>
            <a:r>
              <a:t>DynamoDB → Memory</a:t>
            </a:r>
          </a:p>
          <a:p>
            <a:r>
              <a:t>my store → a managed strategy</a:t>
            </a:r>
          </a:p>
          <a:p>
            <a:r>
              <a:t>A 2nd Bedrock call → Memory</a:t>
            </a:r>
          </a:p>
          <a:p>
            <a:r>
              <a:t>my extraction pass → extraction I don't write</a:t>
            </a:r>
          </a:p>
          <a:p>
            <a:r>
              <a:t>In-process registry → Gateway</a:t>
            </a:r>
          </a:p>
          <a:p>
            <a:r>
              <a:t>functions → tools over MCP, on Lambda</a:t>
            </a:r>
          </a:p>
          <a:p>
            <a:r>
              <a:t>span-bridge.ts → Observability</a:t>
            </a:r>
          </a:p>
          <a:p>
            <a:r>
              <a:t>hand-wired spans → OTEL, no wiring</a:t>
            </a:r>
          </a:p>
          <a:p>
            <a:r>
              <a:t>The next four slides each light up one of these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· LIVE DEMO</a:t>
            </a:r>
          </a:p>
          <a:p>
            <a:r>
              <a:t>Live demo</a:t>
            </a:r>
          </a:p>
          <a:p>
            <a:r>
              <a:t>Open Valentin ↗</a:t>
            </a:r>
          </a:p>
          <a:p>
            <a:r>
              <a:t>d26dwovftfq9oe.cloudfront.net</a:t>
            </a:r>
          </a:p>
          <a:p>
            <a:r>
              <a:t>Watch the panel. Name and birthday at 100% confidence within four messages.</a:t>
            </a:r>
          </a:p>
          <a:p>
            <a:r>
              <a:t>Then ask him to plan. Shabbat times and table availability in one turn — then a card to confirm, not a booking.</a:t>
            </a:r>
          </a:p>
          <a:p>
            <a:r>
              <a:t>The switch. Same conversation, flipped to engine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· COMPARISON</a:t>
            </a:r>
          </a:p>
          <a:p>
            <a:r>
              <a:t>Comparison</a:t>
            </a:r>
          </a:p>
          <a:p>
            <a:r>
              <a:t>Five AgentCore components replaced five things I had written. Each row below is one of them — and the next four slides take one row each.</a:t>
            </a:r>
          </a:p>
          <a:p>
            <a:r>
              <a:t>AGENTCORE</a:t>
            </a:r>
          </a:p>
          <a:p>
            <a:r>
              <a:t>Runtime</a:t>
            </a:r>
          </a:p>
          <a:p>
            <a:r>
              <a:t>Memory</a:t>
            </a:r>
          </a:p>
          <a:p>
            <a:r>
              <a:t>Gateway</a:t>
            </a:r>
          </a:p>
          <a:p>
            <a:r>
              <a:t>Identity</a:t>
            </a:r>
          </a:p>
          <a:p>
            <a:r>
              <a:t>Observability</a:t>
            </a:r>
          </a:p>
          <a:p>
            <a:r>
              <a:t>DIMENSION	COMPONENT	ENGINE A — MY GLUE CODE	ENGINE B — AGENTCORE	WHO WINS</a:t>
            </a:r>
          </a:p>
          <a:p>
            <a:r>
              <a:t>Cost	Memory	A 2nd Bedrock call per turn to extract preferences	Extraction inside the Memory rate — no model call of mine	B · 13.5×</a:t>
            </a:r>
          </a:p>
          <a:p>
            <a:r>
              <a:t>Tool use	Gateway	20 TypeScript functions called in-process; no authorization boundary	Same 20 over MCP, two Lambda targets behind a CUSTOM_JWT authorizer	B · boundary</a:t>
            </a:r>
          </a:p>
          <a:p>
            <a:r>
              <a:t>Resilience	Runtime	One Node process holds every session — one heap, one event loop	One microVM per session, per-second billed	B · blast radius</a:t>
            </a:r>
          </a:p>
          <a:p>
            <a:r>
              <a:t>Security	Identity	One task role does everything; the guardrail is applied by my code	Workload identity per runtime, two scoped machine clients, same guardrail	Tie on policy, B on identity</a:t>
            </a:r>
          </a:p>
          <a:p>
            <a:r>
              <a:t>Observability	Observability	span-bridge.ts — spans I emit by hand	OTEL traces, sessions and trajectories with no wiring	B · minus one manual switch</a:t>
            </a:r>
          </a:p>
          <a:p>
            <a:r>
              <a:t>The model, the guardrail and the DynamoDB table are identical on both sides. If any of the three differed, none of these rows would mean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· COMPARISON · COST</a:t>
            </a:r>
          </a:p>
          <a:p>
            <a:r>
              <a:t>Comparison — Cost</a:t>
            </a:r>
          </a:p>
          <a:p>
            <a:r>
              <a:t>AGENTCORE</a:t>
            </a:r>
          </a:p>
          <a:p>
            <a:r>
              <a:t>Runtime</a:t>
            </a:r>
          </a:p>
          <a:p>
            <a:r>
              <a:t>Memory</a:t>
            </a:r>
          </a:p>
          <a:p>
            <a:r>
              <a:t>Gateway</a:t>
            </a:r>
          </a:p>
          <a:p>
            <a:r>
              <a:t>Identity</a:t>
            </a:r>
          </a:p>
          <a:p>
            <a:r>
              <a:t>Observability</a:t>
            </a:r>
          </a:p>
          <a:p>
            <a:r>
              <a:t>·</a:t>
            </a:r>
          </a:p>
          <a:p>
            <a:r>
              <a:t>all three bill; Memory decides the number</a:t>
            </a:r>
          </a:p>
          <a:p>
            <a:r>
              <a:t>AgentCore is more expensive on three of the four layers. It still cuts the bill 13.5×, because the fourth layer is 99.9% of what a turn costs.</a:t>
            </a:r>
          </a:p>
          <a:p>
            <a:r>
              <a:t>1 · Compute</a:t>
            </a:r>
          </a:p>
          <a:p>
            <a:r>
              <a:t>Fargate → Runtime</a:t>
            </a:r>
          </a:p>
          <a:p>
            <a:r>
              <a:t>Runtime costs 2.2× more per vCPU-hour — but a turn buys 3 seconds, not 730 hours.</a:t>
            </a:r>
          </a:p>
          <a:p>
            <a:r>
              <a:t>$0.0247</a:t>
            </a:r>
          </a:p>
          <a:p>
            <a:r>
              <a:t>per hour, always on</a:t>
            </a:r>
          </a:p>
          <a:p>
            <a:r>
              <a:t>$0.0542</a:t>
            </a:r>
          </a:p>
          <a:p>
            <a:r>
              <a:t>per hour, 3 s per turn</a:t>
            </a:r>
          </a:p>
          <a:p>
            <a:r>
              <a:t>A cheaper per hour</a:t>
            </a:r>
          </a:p>
          <a:p>
            <a:r>
              <a:t>2 · Memory store</a:t>
            </a:r>
          </a:p>
          <a:p>
            <a:r>
              <a:t>DynamoDB → Memory</a:t>
            </a:r>
          </a:p>
          <a:p>
            <a:r>
              <a:t>Event plus retrieval, every turn. DynamoDB does the same job for a rounding error.</a:t>
            </a:r>
          </a:p>
          <a:p>
            <a:r>
              <a:t>$0.0000061</a:t>
            </a:r>
          </a:p>
          <a:p>
            <a:r>
              <a:t>per turn</a:t>
            </a:r>
          </a:p>
          <a:p>
            <a:r>
              <a:t>$0.00075</a:t>
            </a:r>
          </a:p>
          <a:p>
            <a:r>
              <a:t>per turn</a:t>
            </a:r>
          </a:p>
          <a:p>
            <a:r>
              <a:t>A cheaper, 124×</a:t>
            </a:r>
          </a:p>
          <a:p>
            <a:r>
              <a:t>3 · Extraction</a:t>
            </a:r>
          </a:p>
          <a:p>
            <a:r>
              <a:t>2nd Bedrock call → Memory</a:t>
            </a:r>
          </a:p>
          <a:p>
            <a:r>
              <a:t>My extractor resends the whole history to Sonnet every turn. Memory includes it.</a:t>
            </a:r>
          </a:p>
          <a:p>
            <a:r>
              <a:t>$0.01332</a:t>
            </a:r>
          </a:p>
          <a:p>
            <a:r>
              <a:t>per turn · 2,940 in / 300 out</a:t>
            </a:r>
          </a:p>
          <a:p>
            <a:r>
              <a:t>$0</a:t>
            </a:r>
          </a:p>
          <a:p>
            <a:r>
              <a:t>inside the Memory rate</a:t>
            </a:r>
          </a:p>
          <a:p>
            <a:r>
              <a:t>B wins — 99.9% of A's turn</a:t>
            </a:r>
          </a:p>
          <a:p>
            <a:r>
              <a:t>4 · Tool execution</a:t>
            </a:r>
          </a:p>
          <a:p>
            <a:r>
              <a:t>in-process → Gateway</a:t>
            </a:r>
          </a:p>
          <a:p>
            <a:r>
              <a:t>Engine A's tools run inside a task already paid for; the Gateway bills per invoke.</a:t>
            </a:r>
          </a:p>
          <a:p>
            <a:r>
              <a:t>$0</a:t>
            </a:r>
          </a:p>
          <a:p>
            <a:r>
              <a:t>already in the task</a:t>
            </a:r>
          </a:p>
          <a:p>
            <a:r>
              <a:t>$0.00001</a:t>
            </a:r>
          </a:p>
          <a:p>
            <a:r>
              <a:t>per turn · 2 invokes</a:t>
            </a:r>
          </a:p>
          <a:p>
            <a:r>
              <a:t>A cheaper</a:t>
            </a:r>
          </a:p>
          <a:p>
            <a:r>
              <a:t>USERS	ENGINE A	ENGINE B	RATIO	SAVED / MONTH</a:t>
            </a:r>
          </a:p>
          <a:p>
            <a:r>
              <a:t>1	$19.41	$0.10	187×	$19</a:t>
            </a:r>
          </a:p>
          <a:p>
            <a:r>
              <a:t>10,000	$13,877	$1,029	13.5×	$12,848</a:t>
            </a:r>
          </a:p>
          <a:p>
            <a:r>
              <a:t>1,000,000	$1.39 M	$103 k	13.5×	$1.28 M</a:t>
            </a:r>
          </a:p>
          <a:p>
            <a:r>
              <a:t>187× is Fargate's fixed $18 with nobody using it; 13.5× is the real number. And the honest risk: if Memory billed retrieval per record instead of per call, engine B would be 3.8× worse — one line item, opposite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· COMPARISON · TOOL USE</a:t>
            </a:r>
          </a:p>
          <a:p>
            <a:r>
              <a:t>Comparison — Tool use</a:t>
            </a:r>
          </a:p>
          <a:p>
            <a:r>
              <a:t>AGENTCORE</a:t>
            </a:r>
          </a:p>
          <a:p>
            <a:r>
              <a:t>Runtime</a:t>
            </a:r>
          </a:p>
          <a:p>
            <a:r>
              <a:t>Memory</a:t>
            </a:r>
          </a:p>
          <a:p>
            <a:r>
              <a:t>Gateway</a:t>
            </a:r>
          </a:p>
          <a:p>
            <a:r>
              <a:t>Identity</a:t>
            </a:r>
          </a:p>
          <a:p>
            <a:r>
              <a:t>Observability</a:t>
            </a:r>
          </a:p>
          <a:p>
            <a:r>
              <a:t>·</a:t>
            </a:r>
          </a:p>
          <a:p>
            <a:r>
              <a:t>replaces my in-process tool registry</a:t>
            </a:r>
          </a:p>
          <a:p>
            <a:r>
              <a:t>The same 20 tools, reached two ways. Engine B's version can answer a question mine cannot: did the model do this, or did the app?</a:t>
            </a:r>
          </a:p>
          <a:p>
            <a:r>
              <a:t>20</a:t>
            </a:r>
          </a:p>
          <a:p>
            <a:r>
              <a:t>tools, ten integrations</a:t>
            </a:r>
          </a:p>
          <a:p>
            <a:r>
              <a:t>Ontopo, Amadeus, Google, Spotify, Hebcal, Wolt. Live APIs.</a:t>
            </a:r>
          </a:p>
          <a:p>
            <a:r>
              <a:t>13</a:t>
            </a:r>
          </a:p>
          <a:p>
            <a:r>
              <a:t>that only look things up</a:t>
            </a:r>
          </a:p>
          <a:p>
            <a:r>
              <a:t>It plans around real constraints instead of inventing them.</a:t>
            </a:r>
          </a:p>
          <a:p>
            <a:r>
              <a:t>7</a:t>
            </a:r>
          </a:p>
          <a:p>
            <a:r>
              <a:t>that propose, never act</a:t>
            </a:r>
          </a:p>
          <a:p>
            <a:r>
              <a:t>Every write returns a card she confirms.</a:t>
            </a:r>
          </a:p>
          <a:p>
            <a:r>
              <a:t>2</a:t>
            </a:r>
          </a:p>
          <a:p>
            <a:r>
              <a:t>Lambda targets, one endpoint</a:t>
            </a:r>
          </a:p>
          <a:p>
            <a:r>
              <a:t>Profile tools and integrations, both over MCP.</a:t>
            </a:r>
          </a:p>
          <a:p>
            <a:r>
              <a:t>ENGINE A · IN-PROCESS REGISTRY</a:t>
            </a:r>
          </a:p>
          <a:p>
            <a:r>
              <a:t>A function call inside the task</a:t>
            </a:r>
          </a:p>
          <a:p>
            <a:r>
              <a:t>No authorization boundary</a:t>
            </a:r>
          </a:p>
          <a:p>
            <a:r>
              <a:t>anything in the process can call anything</a:t>
            </a:r>
          </a:p>
          <a:p>
            <a:r>
              <a:t>One identity</a:t>
            </a:r>
          </a:p>
          <a:p>
            <a:r>
              <a:t>the task role is the agent and the app at once</a:t>
            </a:r>
          </a:p>
          <a:p>
            <a:r>
              <a:t>Adding a tool</a:t>
            </a:r>
          </a:p>
          <a:p>
            <a:r>
              <a:t>redeploy the container</a:t>
            </a:r>
          </a:p>
          <a:p>
            <a:r>
              <a:t>VS</a:t>
            </a:r>
          </a:p>
          <a:p>
            <a:r>
              <a:t>ENGINE B · GATEWAY OVER MCP</a:t>
            </a:r>
          </a:p>
          <a:p>
            <a:r>
              <a:t>A contract the platform holds</a:t>
            </a:r>
          </a:p>
          <a:p>
            <a:r>
              <a:t>CUSTOM_JWT, the only inbound mode</a:t>
            </a:r>
          </a:p>
          <a:p>
            <a:r>
              <a:t>allowedClients scoped to two machine clients — a signed-in visitor's token opens nothing</a:t>
            </a:r>
          </a:p>
          <a:p>
            <a:r>
              <a:t>Two callers, two credentials</a:t>
            </a:r>
          </a:p>
          <a:p>
            <a:r>
              <a:t>the agent's client and the app's, so the access log separates them</a:t>
            </a:r>
          </a:p>
          <a:p>
            <a:r>
              <a:t>confirm_* hidden from the model</a:t>
            </a:r>
          </a:p>
          <a:p>
            <a:r>
              <a:t>only the proxy can spend money</a:t>
            </a:r>
          </a:p>
          <a:p>
            <a:r>
              <a:t>Schemas are generated from the tools and a unit test fails on drift, so the two engines cannot disagree about what a tool accepts. exceptionLevel: DEBUG passes the tool's own validation error back to the model instead of a generic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 · COMPARISON · RESILIENCE</a:t>
            </a:r>
          </a:p>
          <a:p>
            <a:r>
              <a:t>Comparison — Resilience</a:t>
            </a:r>
          </a:p>
          <a:p>
            <a:r>
              <a:t>AGENTCORE</a:t>
            </a:r>
          </a:p>
          <a:p>
            <a:r>
              <a:t>Runtime</a:t>
            </a:r>
          </a:p>
          <a:p>
            <a:r>
              <a:t>Memory</a:t>
            </a:r>
          </a:p>
          <a:p>
            <a:r>
              <a:t>Gateway</a:t>
            </a:r>
          </a:p>
          <a:p>
            <a:r>
              <a:t>Identity</a:t>
            </a:r>
          </a:p>
          <a:p>
            <a:r>
              <a:t>Observability</a:t>
            </a:r>
          </a:p>
          <a:p>
            <a:r>
              <a:t>·</a:t>
            </a:r>
          </a:p>
          <a:p>
            <a:r>
              <a:t>replaces my one always-on Fargate task</a:t>
            </a:r>
          </a:p>
          <a:p>
            <a:r>
              <a:t>Forty live sessions on each side. One process-level fault.</a:t>
            </a:r>
          </a:p>
          <a:p>
            <a:r>
              <a:t>ENGINE A · ECS FARGATE</a:t>
            </a:r>
          </a:p>
          <a:p>
            <a:r>
              <a:t>One Node process</a:t>
            </a:r>
          </a:p>
          <a:p>
            <a:r>
              <a:t>Forty WebSockets, one heap, one event loop.</a:t>
            </a:r>
          </a:p>
          <a:p>
            <a:r>
              <a:t>40</a:t>
            </a:r>
          </a:p>
          <a:p>
            <a:r>
              <a:t>of 40 sessions lost</a:t>
            </a:r>
          </a:p>
          <a:p>
            <a:r>
              <a:t>VS</a:t>
            </a:r>
          </a:p>
          <a:p>
            <a:r>
              <a:t>ENGINE B · AGENTCORE RUNTIME</a:t>
            </a:r>
          </a:p>
          <a:p>
            <a:r>
              <a:t>One microVM per session</a:t>
            </a:r>
          </a:p>
          <a:p>
            <a:r>
              <a:t>Forty isolated execution environments, ARM64, billed per second.</a:t>
            </a:r>
          </a:p>
          <a:p>
            <a:r>
              <a:t>1</a:t>
            </a:r>
          </a:p>
          <a:p>
            <a:r>
              <a:t>of 40 sessions lost</a:t>
            </a:r>
          </a:p>
          <a:p>
            <a:r>
              <a:t>Unhandled rejection</a:t>
            </a:r>
          </a:p>
          <a:p>
            <a:r>
              <a:t>Node exits, taking all 40 sockets with it.</a:t>
            </a:r>
          </a:p>
          <a:p>
            <a:r>
              <a:t>Out of memory</a:t>
            </a:r>
          </a:p>
          <a:p>
            <a:r>
              <a:t>One runaway conversation exhausts the 1 GiB task.</a:t>
            </a:r>
          </a:p>
          <a:p>
            <a:r>
              <a:t>Event-loop block</a:t>
            </a:r>
          </a:p>
          <a:p>
            <a:r>
              <a:t>One hot spot stalls the single loop.</a:t>
            </a:r>
          </a:p>
          <a:p>
            <a:r>
              <a:t>Injection that pivots</a:t>
            </a:r>
          </a:p>
          <a:p>
            <a:r>
              <a:t>Reaches a singleton holding everyone's credentials.</a:t>
            </a:r>
          </a:p>
          <a:p>
            <a:r>
              <a:t>Honest: a Runtime cannot be an ALB target, so this deployment still fronts it with one shared proxy task. The right panel is what Runtime gives you — not yet what this repo deploys.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· COMPARISON · SECURITY</a:t>
            </a:r>
          </a:p>
          <a:p>
            <a:r>
              <a:t>Comparison — Security</a:t>
            </a:r>
          </a:p>
          <a:p>
            <a:r>
              <a:t>AGENTCORE</a:t>
            </a:r>
          </a:p>
          <a:p>
            <a:r>
              <a:t>Runtime</a:t>
            </a:r>
          </a:p>
          <a:p>
            <a:r>
              <a:t>Memory</a:t>
            </a:r>
          </a:p>
          <a:p>
            <a:r>
              <a:t>Gateway</a:t>
            </a:r>
          </a:p>
          <a:p>
            <a:r>
              <a:t>Identity</a:t>
            </a:r>
          </a:p>
          <a:p>
            <a:r>
              <a:t>Observability</a:t>
            </a:r>
          </a:p>
          <a:p>
            <a:r>
              <a:t>·</a:t>
            </a:r>
          </a:p>
          <a:p>
            <a:r>
              <a:t>replaces one task role doing everything</a:t>
            </a:r>
          </a:p>
          <a:p>
            <a:r>
              <a:t>One guardrail, applied by both engines — that is what makes the comparison mean anything. What AgentCore added was identity, not policy.</a:t>
            </a:r>
          </a:p>
          <a:p>
            <a:r>
              <a:t>ENGINE A · ONE ROLE</a:t>
            </a:r>
          </a:p>
          <a:p>
            <a:r>
              <a:t>The task is the boundary</a:t>
            </a:r>
          </a:p>
          <a:p>
            <a:r>
              <a:t>One task role</a:t>
            </a:r>
          </a:p>
          <a:p>
            <a:r>
              <a:t>model, table and every integration secret</a:t>
            </a:r>
          </a:p>
          <a:p>
            <a:r>
              <a:t>Guardrail in my code path</a:t>
            </a:r>
          </a:p>
          <a:p>
            <a:r>
              <a:t>if I forget the call, there is no guardrail</a:t>
            </a:r>
          </a:p>
          <a:p>
            <a:r>
              <a:t>Profile lives until deleted</a:t>
            </a:r>
          </a:p>
          <a:p>
            <a:r>
              <a:t>no expiry by construction</a:t>
            </a:r>
          </a:p>
          <a:p>
            <a:r>
              <a:t>VS</a:t>
            </a:r>
          </a:p>
          <a:p>
            <a:r>
              <a:t>ENGINE B · IDENTITY + GATEWAY + MEMORY</a:t>
            </a:r>
          </a:p>
          <a:p>
            <a:r>
              <a:t>Four boundaries the platform holds</a:t>
            </a:r>
          </a:p>
          <a:p>
            <a:r>
              <a:t>Workload identity per runtime</a:t>
            </a:r>
          </a:p>
          <a:p>
            <a:r>
              <a:t>scoped to workload-identity/valentin_agent_*</a:t>
            </a:r>
          </a:p>
          <a:p>
            <a:r>
              <a:t>Secret never in a template</a:t>
            </a:r>
          </a:p>
          <a:p>
            <a:r>
              <a:t>the agent reads its own client secret at cold start</a:t>
            </a:r>
          </a:p>
          <a:p>
            <a:r>
              <a:t>ApplyGuardrail granted separately</a:t>
            </a:r>
          </a:p>
          <a:p>
            <a:r>
              <a:t>from InvokeModel — the policy is its own permission</a:t>
            </a:r>
          </a:p>
          <a:p>
            <a:r>
              <a:t>Memory expires in 90 days</a:t>
            </a:r>
          </a:p>
          <a:p>
            <a:r>
              <a:t>namespaced per session, so two partners never blend</a:t>
            </a:r>
          </a:p>
          <a:p>
            <a:r>
              <a:t>6</a:t>
            </a:r>
          </a:p>
          <a:p>
            <a:r>
              <a:t>content filters, measured</a:t>
            </a:r>
          </a:p>
          <a:p>
            <a:r>
              <a:t>At HIGH, SEXUAL blocked "her ring size is 6" — a field the agent asks for.</a:t>
            </a:r>
          </a:p>
          <a:p>
            <a:r>
              <a:t>3</a:t>
            </a:r>
          </a:p>
          <a:p>
            <a:r>
              <a:t>regexes replacing one entity</a:t>
            </a:r>
          </a:p>
          <a:p>
            <a:r>
              <a:t>ADDRESS read "saving for Kyoto" as an address.</a:t>
            </a:r>
          </a:p>
          <a:p>
            <a:r>
              <a:t>7</a:t>
            </a:r>
          </a:p>
          <a:p>
            <a:r>
              <a:t>tools that cannot act alone</a:t>
            </a:r>
          </a:p>
          <a:p>
            <a:r>
              <a:t>Every write awaits a human yes.</a:t>
            </a:r>
          </a:p>
          <a:p>
            <a:r>
              <a:t>3</a:t>
            </a:r>
          </a:p>
          <a:p>
            <a:r>
              <a:t>known gaps, owned</a:t>
            </a:r>
          </a:p>
          <a:p>
            <a:r>
              <a:t>ALB listener is HTTP · Cognito not enforced · secrets populated by hand.</a:t>
            </a:r>
          </a:p>
          <a:p>
            <a:r>
              <a:t>NAME, AGE and EMAIL are deliberately not blocked — they are this agent's subject matter. Every decision is a dated comment in safety-stack.ts.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· HOW IT WAS BUILT · THE AGENT TEAM</a:t>
            </a:r>
          </a:p>
          <a:p>
            <a:r>
              <a:t>How it was built — the agent team</a:t>
            </a:r>
          </a:p>
          <a:p>
            <a:r>
              <a:t>CM</a:t>
            </a:r>
          </a:p>
          <a:p>
            <a:r>
              <a:t>Coral · human</a:t>
            </a:r>
          </a:p>
          <a:p>
            <a:r>
              <a:t>Product intent, final say, veto. Wrote none of the application code.</a:t>
            </a:r>
          </a:p>
          <a:p>
            <a:r>
              <a:t>Master Agent .kiro/ · .github/</a:t>
            </a:r>
          </a:p>
          <a:p>
            <a:r>
              <a:t>Decomposes, delegates, reviews, merges — and posts the last word.</a:t>
            </a:r>
          </a:p>
          <a:p>
            <a:r>
              <a:t>System Architectsrc/shared/</a:t>
            </a:r>
          </a:p>
          <a:p>
            <a:r>
              <a:t>Contracts and shared types. Writes the spec before anyone branches.</a:t>
            </a:r>
          </a:p>
          <a:p>
            <a:r>
              <a:t>Frontend Devsrc/client/</a:t>
            </a:r>
          </a:p>
          <a:p>
            <a:r>
              <a:t>Components, hooks, state. Cannot touch shared types.</a:t>
            </a:r>
          </a:p>
          <a:p>
            <a:r>
              <a:t>Backend Devsrc/server/</a:t>
            </a:r>
          </a:p>
          <a:p>
            <a:r>
              <a:t>API, extraction, persistence. Cannot touch the client.</a:t>
            </a:r>
          </a:p>
          <a:p>
            <a:r>
              <a:t>UI Designerdesign-system/</a:t>
            </a:r>
          </a:p>
          <a:p>
            <a:r>
              <a:t>Tokens and accessibility. Eight mockups, one shipped.</a:t>
            </a:r>
          </a:p>
          <a:p>
            <a:r>
              <a:t>QA Agente2e/</a:t>
            </a:r>
          </a:p>
          <a:p>
            <a:r>
              <a:t>Playwright E2E. Cannot touch src at all.</a:t>
            </a:r>
          </a:p>
          <a:p>
            <a:r>
              <a:t>Disjoint ownership is what makes five agents editing at once something other than a merge-conflict generator.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· HOW IT WAS BUILT · THE PRS GRAPH</a:t>
            </a:r>
          </a:p>
          <a:p>
            <a:r>
              <a:t>How it was built — the PRs graph</a:t>
            </a:r>
          </a:p>
          <a:p>
            <a:r>
              <a:t>57</a:t>
            </a:r>
          </a:p>
          <a:p>
            <a:r>
              <a:t>pull requests</a:t>
            </a:r>
          </a:p>
          <a:p>
            <a:r>
              <a:t>49 merged, 7 closed without merging.</a:t>
            </a:r>
          </a:p>
          <a:p>
            <a:r>
              <a:t>176</a:t>
            </a:r>
          </a:p>
          <a:p>
            <a:r>
              <a:t>commits</a:t>
            </a:r>
          </a:p>
          <a:p>
            <a:r>
              <a:t>+35,531 lines, 438 files touched.</a:t>
            </a:r>
          </a:p>
          <a:p>
            <a:r>
              <a:t>93</a:t>
            </a:r>
          </a:p>
          <a:p>
            <a:r>
              <a:t>review comments</a:t>
            </a:r>
          </a:p>
          <a:p>
            <a:r>
              <a:t>The two longest threads argue.</a:t>
            </a:r>
          </a:p>
          <a:p>
            <a:r>
              <a:t>32</a:t>
            </a:r>
          </a:p>
          <a:p>
            <a:r>
              <a:t>workflow PRs</a:t>
            </a:r>
          </a:p>
          <a:p>
            <a:r>
              <a:t>The biggest lane is the methodology, not the app.</a:t>
            </a:r>
          </a:p>
          <a:p>
            <a:r>
              <a:t>Generated from the repo's PR history, so it can't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· LESSONS LEARNED</a:t>
            </a:r>
          </a:p>
          <a:p>
            <a:r>
              <a:t>Lessons learned</a:t>
            </a:r>
          </a:p>
          <a:p>
            <a:r>
              <a:t>01</a:t>
            </a:r>
          </a:p>
          <a:p>
            <a:r>
              <a:t>The workflow cost more than the product</a:t>
            </a:r>
          </a:p>
          <a:p>
            <a:r>
              <a:t>32 of 57 PRs went into the agents, hooks and merge gate. Budget for building the process.</a:t>
            </a:r>
          </a:p>
          <a:p>
            <a:r>
              <a:t>02</a:t>
            </a:r>
          </a:p>
          <a:p>
            <a:r>
              <a:t>What AgentCore sold me was blast radius, not money</a:t>
            </a:r>
          </a:p>
          <a:p>
            <a:r>
              <a:t>187× collapses to 13.5× once fixed costs amortise. The durable win is one microVM per session.</a:t>
            </a:r>
          </a:p>
          <a:p>
            <a:r>
              <a:t>03</a:t>
            </a:r>
          </a:p>
          <a:p>
            <a:r>
              <a:t>Plan with the strong model, execute with the cheap one</a:t>
            </a:r>
          </a:p>
          <a:p>
            <a:r>
              <a:t>Stuck in a loop, more of the same model didn't help — a stronger planner did. Model choice is per-phase.</a:t>
            </a:r>
          </a:p>
          <a:p>
            <a:r>
              <a:t>04</a:t>
            </a:r>
          </a:p>
          <a:p>
            <a:r>
              <a:t>Don't trust "healthy"</a:t>
            </a:r>
          </a:p>
          <a:p>
            <a:r>
              <a:t>Engine B was green for weeks and had never served a turn. Four faults, each hiding the next.</a:t>
            </a:r>
          </a:p>
          <a:p>
            <a:r>
              <a:t>Thank you.</a:t>
            </a:r>
          </a:p>
          <a:p>
            <a:r>
              <a:t>Happy to open any PR or run the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tool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resil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les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