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GENAI TFC PROJECT</a:t>
            </a:r>
          </a:p>
          <a:p>
            <a:r>
              <a:t>Valentin</a:t>
            </a:r>
          </a:p>
          <a:p>
            <a:r>
              <a:t>A romantic concierge agent, built twice — once by hand, once on Bedrock AgentCore.</a:t>
            </a:r>
          </a:p>
          <a:p>
            <a:r>
              <a:t>Coral Magen</a:t>
            </a:r>
          </a:p>
          <a:p>
            <a:r>
              <a:t>Technical Account Manager, AWS</a:t>
            </a:r>
          </a:p>
          <a:p>
            <a:r>
              <a:t>SCROLL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02 · AGENDA</a:t>
            </a:r>
          </a:p>
          <a:p>
            <a:r>
              <a:t>Agenda</a:t>
            </a:r>
          </a:p>
          <a:p>
            <a:r>
              <a:t>01</a:t>
            </a:r>
          </a:p>
          <a:p>
            <a:r>
              <a:t>Use case</a:t>
            </a:r>
          </a:p>
          <a:p>
            <a:r>
              <a:t>07</a:t>
            </a:r>
          </a:p>
          <a:p>
            <a:r>
              <a:t>Comparison — Resilience</a:t>
            </a:r>
          </a:p>
          <a:p>
            <a:r>
              <a:t>02</a:t>
            </a:r>
          </a:p>
          <a:p>
            <a:r>
              <a:t>What the app can do</a:t>
            </a:r>
          </a:p>
          <a:p>
            <a:r>
              <a:t>08</a:t>
            </a:r>
          </a:p>
          <a:p>
            <a:r>
              <a:t>Comparison — Security</a:t>
            </a:r>
          </a:p>
          <a:p>
            <a:r>
              <a:t>03</a:t>
            </a:r>
          </a:p>
          <a:p>
            <a:r>
              <a:t>Architecture</a:t>
            </a:r>
          </a:p>
          <a:p>
            <a:r>
              <a:t>09</a:t>
            </a:r>
          </a:p>
          <a:p>
            <a:r>
              <a:t>How it was built — the agent team</a:t>
            </a:r>
          </a:p>
          <a:p>
            <a:r>
              <a:t>04</a:t>
            </a:r>
          </a:p>
          <a:p>
            <a:r>
              <a:t>Live demo</a:t>
            </a:r>
          </a:p>
          <a:p>
            <a:r>
              <a:t>10</a:t>
            </a:r>
          </a:p>
          <a:p>
            <a:r>
              <a:t>How it was built — the PRs graph</a:t>
            </a:r>
          </a:p>
          <a:p>
            <a:r>
              <a:t>05</a:t>
            </a:r>
          </a:p>
          <a:p>
            <a:r>
              <a:t>Comparison — Cost</a:t>
            </a:r>
          </a:p>
          <a:p>
            <a:r>
              <a:t>11</a:t>
            </a:r>
          </a:p>
          <a:p>
            <a:r>
              <a:t>Lessons learned</a:t>
            </a:r>
          </a:p>
          <a:p>
            <a:r>
              <a:t>06</a:t>
            </a:r>
          </a:p>
          <a:p>
            <a:r>
              <a:t>Comparison — Tool use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03 · USE CASE</a:t>
            </a:r>
          </a:p>
          <a:p>
            <a:r>
              <a:t>Use case</a:t>
            </a:r>
          </a:p>
          <a:p>
            <a:r>
              <a:t>THE PROBLEM</a:t>
            </a:r>
          </a:p>
          <a:p>
            <a:r>
              <a:t>The details arrive in conversation</a:t>
            </a:r>
          </a:p>
          <a:p>
            <a:r>
              <a:t>Mentioned once, in passing, months before they matter.</a:t>
            </a:r>
          </a:p>
          <a:p>
            <a:r>
              <a:t>WHY A REMINDER APP ISN'T ENOUGH</a:t>
            </a:r>
          </a:p>
          <a:p>
            <a:r>
              <a:t>"Anniversary" on the day is too late</a:t>
            </a:r>
          </a:p>
          <a:p>
            <a:r>
              <a:t>You needed lead time you chose, and options you can act on.</a:t>
            </a:r>
          </a:p>
          <a:p>
            <a:r>
              <a:t>THE PATTERN</a:t>
            </a:r>
          </a:p>
          <a:p>
            <a:r>
              <a:t>Extract, remember, act later</a:t>
            </a:r>
          </a:p>
          <a:p>
            <a:r>
              <a:t>Romance is the demo. The same shape fits onboarding and renewals.</a:t>
            </a:r>
          </a:p>
          <a:p>
            <a:r>
              <a:t>Why an agent and not a form with a cron job: unstructured input arriving over weeks, a plan whose next tool depends on what came back, and a human in the loop before anything sends.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04 · WHAT THE APP CAN DO</a:t>
            </a:r>
          </a:p>
          <a:p>
            <a:r>
              <a:t>What the app can do</a:t>
            </a:r>
          </a:p>
          <a:p>
            <a:r>
              <a:t>1</a:t>
            </a:r>
          </a:p>
          <a:p>
            <a:r>
              <a:t>You talk about her</a:t>
            </a:r>
          </a:p>
          <a:p>
            <a:r>
              <a:t>Claude Sonnet 4.5 on Bedrock, in character.</a:t>
            </a:r>
          </a:p>
          <a:p>
            <a:r>
              <a:t>2</a:t>
            </a:r>
          </a:p>
          <a:p>
            <a:r>
              <a:t>The profile fills itself</a:t>
            </a:r>
          </a:p>
          <a:p>
            <a:r>
              <a:t>A second Bedrock call extracts preferences into eight categories.</a:t>
            </a:r>
          </a:p>
          <a:p>
            <a:r>
              <a:t>3</a:t>
            </a:r>
          </a:p>
          <a:p>
            <a:r>
              <a:t>He keeps the dates</a:t>
            </a:r>
          </a:p>
          <a:p>
            <a:r>
              <a:t>You choose the lead time — a month, a week, a day.</a:t>
            </a:r>
          </a:p>
          <a:p>
            <a:r>
              <a:t>4</a:t>
            </a:r>
          </a:p>
          <a:p>
            <a:r>
              <a:t>The reminder arrives</a:t>
            </a:r>
          </a:p>
          <a:p>
            <a:r>
              <a:t>Real email: restaurants that match, a playlist, a link to confirm.</a:t>
            </a:r>
          </a:p>
          <a:p>
            <a:r>
              <a:t>Food</a:t>
            </a:r>
          </a:p>
          <a:p>
            <a:r>
              <a:t>Hobbies</a:t>
            </a:r>
          </a:p>
          <a:p>
            <a:r>
              <a:t>Music</a:t>
            </a:r>
          </a:p>
          <a:p>
            <a:r>
              <a:t>Travel</a:t>
            </a:r>
          </a:p>
          <a:p>
            <a:r>
              <a:t>Gifts</a:t>
            </a:r>
          </a:p>
          <a:p>
            <a:r>
              <a:t>Love language</a:t>
            </a:r>
          </a:p>
          <a:p>
            <a:r>
              <a:t>Important dates</a:t>
            </a:r>
          </a:p>
          <a:p>
            <a:r>
              <a:t>Personality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05 · ARCHITECTURE</a:t>
            </a:r>
          </a:p>
          <a:p>
            <a:r>
              <a:t>Architecture</a:t>
            </a:r>
          </a:p>
          <a:p>
            <a:r>
              <a:t>One URL, two engines, switchable from the UI. Same model, same guardrail, same table — so every difference is the platform.</a:t>
            </a:r>
          </a:p>
          <a:p>
            <a:r>
              <a:t>ENGINE A · MY GLUE CODE  →  ENGINE B · AGENTCORE</a:t>
            </a:r>
          </a:p>
          <a:p>
            <a:r>
              <a:t>ECS Fargate → Runtime</a:t>
            </a:r>
          </a:p>
          <a:p>
            <a:r>
              <a:t>one always-on task → one microVM per session</a:t>
            </a:r>
          </a:p>
          <a:p>
            <a:r>
              <a:t>DynamoDB → Memory</a:t>
            </a:r>
          </a:p>
          <a:p>
            <a:r>
              <a:t>my store → a managed strategy</a:t>
            </a:r>
          </a:p>
          <a:p>
            <a:r>
              <a:t>A 2nd Bedrock call → Memory</a:t>
            </a:r>
          </a:p>
          <a:p>
            <a:r>
              <a:t>my extraction pass → extraction I don't write</a:t>
            </a:r>
          </a:p>
          <a:p>
            <a:r>
              <a:t>In-process registry → Gateway</a:t>
            </a:r>
          </a:p>
          <a:p>
            <a:r>
              <a:t>functions → tools over MCP, on Lambda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06 · LIVE DEMO</a:t>
            </a:r>
          </a:p>
          <a:p>
            <a:r>
              <a:t>Live demo</a:t>
            </a:r>
          </a:p>
          <a:p>
            <a:r>
              <a:t>Open Valentin ↗</a:t>
            </a:r>
          </a:p>
          <a:p>
            <a:r>
              <a:t>d26dwovftfq9oe.cloudfront.net</a:t>
            </a:r>
          </a:p>
          <a:p>
            <a:r>
              <a:t>Watch the panel. Name and birthday at 100% confidence within four messages.</a:t>
            </a:r>
          </a:p>
          <a:p>
            <a:r>
              <a:t>Then ask him to plan. Shabbat times and table availability in one turn — then a card to confirm, not a booking.</a:t>
            </a:r>
          </a:p>
          <a:p>
            <a:r>
              <a:t>The switch. Same conversation, flipped to engine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07 · COMPARISON · COST</a:t>
            </a:r>
          </a:p>
          <a:p>
            <a:r>
              <a:t>Comparison — Cost</a:t>
            </a:r>
          </a:p>
          <a:p>
            <a:r>
              <a:t>ENGINE A · GLUE CODE</a:t>
            </a:r>
          </a:p>
          <a:p>
            <a:r>
              <a:t>$18.02 fixed, $1.386 per user</a:t>
            </a:r>
          </a:p>
          <a:p>
            <a:r>
              <a:t>AWS Fargate</a:t>
            </a:r>
          </a:p>
          <a:p>
            <a:r>
              <a:t>never scales below 1</a:t>
            </a:r>
          </a:p>
          <a:p>
            <a:r>
              <a:t>$18.02</a:t>
            </a:r>
          </a:p>
          <a:p>
            <a:r>
              <a:t>2nd Bedrock extraction</a:t>
            </a:r>
          </a:p>
          <a:p>
            <a:r>
              <a:t>104 turns</a:t>
            </a:r>
          </a:p>
          <a:p>
            <a:r>
              <a:t>$1.385</a:t>
            </a:r>
          </a:p>
          <a:p>
            <a:r>
              <a:t>Amazon DynamoDB</a:t>
            </a:r>
          </a:p>
          <a:p>
            <a:r>
              <a:t>on-demand</a:t>
            </a:r>
          </a:p>
          <a:p>
            <a:r>
              <a:t>$0.0006</a:t>
            </a:r>
          </a:p>
          <a:p>
            <a:r>
              <a:t>At one user, per month</a:t>
            </a:r>
          </a:p>
          <a:p>
            <a:r>
              <a:t>$19.41</a:t>
            </a:r>
          </a:p>
          <a:p>
            <a:r>
              <a:t>VS</a:t>
            </a:r>
          </a:p>
          <a:p>
            <a:r>
              <a:t>ENGINE B · AGENTCORE</a:t>
            </a:r>
          </a:p>
          <a:p>
            <a:r>
              <a:t>$0.0006 fixed, $0.103 per user</a:t>
            </a:r>
          </a:p>
          <a:p>
            <a:r>
              <a:t>AgentCore Gateway</a:t>
            </a:r>
          </a:p>
          <a:p>
            <a:r>
              <a:t>the only fixed line</a:t>
            </a:r>
          </a:p>
          <a:p>
            <a:r>
              <a:t>$0.0006</a:t>
            </a:r>
          </a:p>
          <a:p>
            <a:r>
              <a:t>AgentCore Memory</a:t>
            </a:r>
          </a:p>
          <a:p>
            <a:r>
              <a:t>extraction included</a:t>
            </a:r>
          </a:p>
          <a:p>
            <a:r>
              <a:t>$0.098</a:t>
            </a:r>
          </a:p>
          <a:p>
            <a:r>
              <a:t>AgentCore Runtime</a:t>
            </a:r>
          </a:p>
          <a:p>
            <a:r>
              <a:t>per-second billing</a:t>
            </a:r>
          </a:p>
          <a:p>
            <a:r>
              <a:t>$0.0047</a:t>
            </a:r>
          </a:p>
          <a:p>
            <a:r>
              <a:t>At one user, per month</a:t>
            </a:r>
          </a:p>
          <a:p>
            <a:r>
              <a:t>$0.10</a:t>
            </a:r>
          </a:p>
          <a:p>
            <a:r>
              <a:t>USERS	ENGINE A	ENGINE B	RATIO	SAVED / MONTH</a:t>
            </a:r>
          </a:p>
          <a:p>
            <a:r>
              <a:t>1	$19.41	$0.10	187×	$19</a:t>
            </a:r>
          </a:p>
          <a:p>
            <a:r>
              <a:t>10,000	$13,877	$1,029	13.5×	$12,848</a:t>
            </a:r>
          </a:p>
          <a:p>
            <a:r>
              <a:t>1,000,000	$1.39 M	$103 k	13.5×	$1.28 M</a:t>
            </a:r>
          </a:p>
          <a:p>
            <a:r>
              <a:t>The ratio falls as Fargate's fixed $18 amortises; the money keeps growing.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08 · COMPARISON · TOOL USE</a:t>
            </a:r>
          </a:p>
          <a:p>
            <a:r>
              <a:t>Comparison — Tool use</a:t>
            </a:r>
          </a:p>
          <a:p>
            <a:r>
              <a:t>20</a:t>
            </a:r>
          </a:p>
          <a:p>
            <a:r>
              <a:t>tools, ten integrations</a:t>
            </a:r>
          </a:p>
          <a:p>
            <a:r>
              <a:t>Ontopo, Amadeus, Google, Spotify, Hebcal, Wolt. Live APIs.</a:t>
            </a:r>
          </a:p>
          <a:p>
            <a:r>
              <a:t>13</a:t>
            </a:r>
          </a:p>
          <a:p>
            <a:r>
              <a:t>that only look things up</a:t>
            </a:r>
          </a:p>
          <a:p>
            <a:r>
              <a:t>It plans around real constraints instead of inventing them.</a:t>
            </a:r>
          </a:p>
          <a:p>
            <a:r>
              <a:t>7</a:t>
            </a:r>
          </a:p>
          <a:p>
            <a:r>
              <a:t>that propose, never act</a:t>
            </a:r>
          </a:p>
          <a:p>
            <a:r>
              <a:t>Every write returns a card she confirms.</a:t>
            </a:r>
          </a:p>
          <a:p>
            <a:r>
              <a:t>5</a:t>
            </a:r>
          </a:p>
          <a:p>
            <a:r>
              <a:t>model round-trips per turn</a:t>
            </a:r>
          </a:p>
          <a:p>
            <a:r>
              <a:t>Calls a tool, reads the result, decides again.</a:t>
            </a:r>
          </a:p>
          <a:p>
            <a:r>
              <a:t>ENGINE A · IN-PROCESS</a:t>
            </a:r>
          </a:p>
          <a:p>
            <a:r>
              <a:t>A registry inside the task</a:t>
            </a:r>
          </a:p>
          <a:p>
            <a:r>
              <a:t>TypeScript functions</a:t>
            </a:r>
          </a:p>
          <a:p>
            <a:r>
              <a:t>called in the Node process</a:t>
            </a:r>
          </a:p>
          <a:p>
            <a:r>
              <a:t>No authorization boundary</a:t>
            </a:r>
          </a:p>
          <a:p>
            <a:r>
              <a:t>anything can call anything</a:t>
            </a:r>
          </a:p>
          <a:p>
            <a:r>
              <a:t>Adding a tool</a:t>
            </a:r>
          </a:p>
          <a:p>
            <a:r>
              <a:t>redeploy the container</a:t>
            </a:r>
          </a:p>
          <a:p>
            <a:r>
              <a:t>VS</a:t>
            </a:r>
          </a:p>
          <a:p>
            <a:r>
              <a:t>ENGINE B · GATEWAY OVER MCP</a:t>
            </a:r>
          </a:p>
          <a:p>
            <a:r>
              <a:t>A contract the platform owns</a:t>
            </a:r>
          </a:p>
          <a:p>
            <a:r>
              <a:t>Two Lambda targets</a:t>
            </a:r>
          </a:p>
          <a:p>
            <a:r>
              <a:t>behind a CUSTOM_JWT authorizer</a:t>
            </a:r>
          </a:p>
          <a:p>
            <a:r>
              <a:t>Scoped credentials</a:t>
            </a:r>
          </a:p>
          <a:p>
            <a:r>
              <a:t>the Gateway signs, not the agent</a:t>
            </a:r>
          </a:p>
          <a:p>
            <a:r>
              <a:t>Adding a tool</a:t>
            </a:r>
          </a:p>
          <a:p>
            <a:r>
              <a:t>regenerate schemas, update the stack</a:t>
            </a:r>
          </a:p>
          <a:p>
            <a:r>
              <a:t>Schemas are generated from the tools, so the two engines cannot drift apart.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09 · COMPARISON · RESILIENCE</a:t>
            </a:r>
          </a:p>
          <a:p>
            <a:r>
              <a:t>Comparison — Resilience</a:t>
            </a:r>
          </a:p>
          <a:p>
            <a:r>
              <a:t>Forty live sessions on each side. One process-level fault.</a:t>
            </a:r>
          </a:p>
          <a:p>
            <a:r>
              <a:t>ENGINE A</a:t>
            </a:r>
          </a:p>
          <a:p>
            <a:r>
              <a:t>One Node process</a:t>
            </a:r>
          </a:p>
          <a:p>
            <a:r>
              <a:t>Forty WebSockets, one heap, one event loop.</a:t>
            </a:r>
          </a:p>
          <a:p>
            <a:r>
              <a:t>40</a:t>
            </a:r>
          </a:p>
          <a:p>
            <a:r>
              <a:t>of 40 sessions lost</a:t>
            </a:r>
          </a:p>
          <a:p>
            <a:r>
              <a:t>VS</a:t>
            </a:r>
          </a:p>
          <a:p>
            <a:r>
              <a:t>ENGINE B</a:t>
            </a:r>
          </a:p>
          <a:p>
            <a:r>
              <a:t>One microVM per session</a:t>
            </a:r>
          </a:p>
          <a:p>
            <a:r>
              <a:t>Forty isolated execution environments.</a:t>
            </a:r>
          </a:p>
          <a:p>
            <a:r>
              <a:t>1</a:t>
            </a:r>
          </a:p>
          <a:p>
            <a:r>
              <a:t>of 40 sessions lost</a:t>
            </a:r>
          </a:p>
          <a:p>
            <a:r>
              <a:t>Unhandled rejection</a:t>
            </a:r>
          </a:p>
          <a:p>
            <a:r>
              <a:t>Node exits, taking all 40 sockets with it.</a:t>
            </a:r>
          </a:p>
          <a:p>
            <a:r>
              <a:t>Out of memory</a:t>
            </a:r>
          </a:p>
          <a:p>
            <a:r>
              <a:t>One runaway conversation exhausts the 1 GiB task.</a:t>
            </a:r>
          </a:p>
          <a:p>
            <a:r>
              <a:t>Event-loop block</a:t>
            </a:r>
          </a:p>
          <a:p>
            <a:r>
              <a:t>One hot spot stalls the single loop.</a:t>
            </a:r>
          </a:p>
          <a:p>
            <a:r>
              <a:t>Injection that pivots</a:t>
            </a:r>
          </a:p>
          <a:p>
            <a:r>
              <a:t>Reaches a singleton holding everyone's credentials.</a:t>
            </a:r>
          </a:p>
          <a:p>
            <a:r>
              <a:t>Honest: this deployment still answers through one shared proxy task. The right panel is what Runtime gives you, not yet what this repo deploys.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 · COMPARISON · SECURITY</a:t>
            </a:r>
          </a:p>
          <a:p>
            <a:r>
              <a:t>Comparison — Security</a:t>
            </a:r>
          </a:p>
          <a:p>
            <a:r>
              <a:t>One guardrail, both engines. The work was tuning it — the safe default broke the product.</a:t>
            </a:r>
          </a:p>
          <a:p>
            <a:r>
              <a:t>6</a:t>
            </a:r>
          </a:p>
          <a:p>
            <a:r>
              <a:t>content filters, measured</a:t>
            </a:r>
          </a:p>
          <a:p>
            <a:r>
              <a:t>At HIGH, SEXUAL blocked "her ring size is 6" — a field the agent asks for.</a:t>
            </a:r>
          </a:p>
          <a:p>
            <a:r>
              <a:t>5</a:t>
            </a:r>
          </a:p>
          <a:p>
            <a:r>
              <a:t>PII entities blocked</a:t>
            </a:r>
          </a:p>
          <a:p>
            <a:r>
              <a:t>Card, SSN, phone, and both AWS key types.</a:t>
            </a:r>
          </a:p>
          <a:p>
            <a:r>
              <a:t>3</a:t>
            </a:r>
          </a:p>
          <a:p>
            <a:r>
              <a:t>regexes replacing one entity</a:t>
            </a:r>
          </a:p>
          <a:p>
            <a:r>
              <a:t>ADDRESS read "saving for Kyoto" as an address.</a:t>
            </a:r>
          </a:p>
          <a:p>
            <a:r>
              <a:t>7</a:t>
            </a:r>
          </a:p>
          <a:p>
            <a:r>
              <a:t>tools that cannot act alone</a:t>
            </a:r>
          </a:p>
          <a:p>
            <a:r>
              <a:t>Every write awaits a human yes.</a:t>
            </a:r>
          </a:p>
          <a:p>
            <a:r>
              <a:t>Known gap · ALB listener is HTTP</a:t>
            </a:r>
          </a:p>
          <a:p>
            <a:r>
              <a:t>TLS terminates at CloudFront; the hop to the ALB doesn't.</a:t>
            </a:r>
          </a:p>
          <a:p>
            <a:r>
              <a:t>Known gap · Cognito isn't enforced</a:t>
            </a:r>
          </a:p>
          <a:p>
            <a:r>
              <a:t>The front door is a demo login, not a real one.</a:t>
            </a:r>
          </a:p>
          <a:p>
            <a:r>
              <a:t>Known gap · secrets by hand</a:t>
            </a:r>
          </a:p>
          <a:p>
            <a:r>
              <a:t>Populating Google OAuth is still manual after a deploy.</a:t>
            </a:r>
          </a:p>
          <a:p>
            <a:r>
              <a:t>NAME, AGE and EMAIL are deliberately not blocked — they are this agent's subject matter. Every decision is a dated comment in safety-stack.ts.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 · HOW IT WAS BUILT · THE AGENT TEAM</a:t>
            </a:r>
          </a:p>
          <a:p>
            <a:r>
              <a:t>How it was built — the agent team</a:t>
            </a:r>
          </a:p>
          <a:p>
            <a:r>
              <a:t>CM</a:t>
            </a:r>
          </a:p>
          <a:p>
            <a:r>
              <a:t>Coral · human</a:t>
            </a:r>
          </a:p>
          <a:p>
            <a:r>
              <a:t>Product intent, final say, veto. Wrote none of the application code.</a:t>
            </a:r>
          </a:p>
          <a:p>
            <a:r>
              <a:t>Master Agent .kiro/ · .github/</a:t>
            </a:r>
          </a:p>
          <a:p>
            <a:r>
              <a:t>Decomposes, delegates, reviews, merges — and posts the last word.</a:t>
            </a:r>
          </a:p>
          <a:p>
            <a:r>
              <a:t>System Architectsrc/shared/</a:t>
            </a:r>
          </a:p>
          <a:p>
            <a:r>
              <a:t>Contracts and shared types. Writes the spec before anyone branches.</a:t>
            </a:r>
          </a:p>
          <a:p>
            <a:r>
              <a:t>Frontend Devsrc/client/</a:t>
            </a:r>
          </a:p>
          <a:p>
            <a:r>
              <a:t>Components, hooks, state. Cannot touch shared types.</a:t>
            </a:r>
          </a:p>
          <a:p>
            <a:r>
              <a:t>Backend Devsrc/server/</a:t>
            </a:r>
          </a:p>
          <a:p>
            <a:r>
              <a:t>API, extraction, persistence. Cannot touch the client.</a:t>
            </a:r>
          </a:p>
          <a:p>
            <a:r>
              <a:t>UI Designerdesign-system/</a:t>
            </a:r>
          </a:p>
          <a:p>
            <a:r>
              <a:t>Tokens and accessibility. Eight mockups, one shipped.</a:t>
            </a:r>
          </a:p>
          <a:p>
            <a:r>
              <a:t>QA Agente2e/</a:t>
            </a:r>
          </a:p>
          <a:p>
            <a:r>
              <a:t>Playwright E2E. Cannot touch src at all.</a:t>
            </a:r>
          </a:p>
          <a:p>
            <a:r>
              <a:t>Disjoint ownership is what makes five agents editing at once something other than a merge-conflict generator.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 · HOW IT WAS BUILT · THE PRS GRAPH</a:t>
            </a:r>
          </a:p>
          <a:p>
            <a:r>
              <a:t>How it was built — the PRs graph</a:t>
            </a:r>
          </a:p>
          <a:p>
            <a:r>
              <a:t>57</a:t>
            </a:r>
          </a:p>
          <a:p>
            <a:r>
              <a:t>pull requests</a:t>
            </a:r>
          </a:p>
          <a:p>
            <a:r>
              <a:t>49 merged, 7 closed without merging.</a:t>
            </a:r>
          </a:p>
          <a:p>
            <a:r>
              <a:t>176</a:t>
            </a:r>
          </a:p>
          <a:p>
            <a:r>
              <a:t>commits</a:t>
            </a:r>
          </a:p>
          <a:p>
            <a:r>
              <a:t>+35,531 lines, 438 files touched.</a:t>
            </a:r>
          </a:p>
          <a:p>
            <a:r>
              <a:t>93</a:t>
            </a:r>
          </a:p>
          <a:p>
            <a:r>
              <a:t>review comments</a:t>
            </a:r>
          </a:p>
          <a:p>
            <a:r>
              <a:t>The two longest threads argue.</a:t>
            </a:r>
          </a:p>
          <a:p>
            <a:r>
              <a:t>32</a:t>
            </a:r>
          </a:p>
          <a:p>
            <a:r>
              <a:t>workflow PRs</a:t>
            </a:r>
          </a:p>
          <a:p>
            <a:r>
              <a:t>The biggest lane is the methodology, not the app.</a:t>
            </a:r>
          </a:p>
          <a:p>
            <a:r>
              <a:t>Generated from the repo's PR history, so it can't drift.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 · LESSONS LEARNED</a:t>
            </a:r>
          </a:p>
          <a:p>
            <a:r>
              <a:t>Lessons learned</a:t>
            </a:r>
          </a:p>
          <a:p>
            <a:r>
              <a:t>01</a:t>
            </a:r>
          </a:p>
          <a:p>
            <a:r>
              <a:t>The workflow cost more than the product</a:t>
            </a:r>
          </a:p>
          <a:p>
            <a:r>
              <a:t>32 of 57 PRs went into the agents, hooks and merge gate. Budget for building the process.</a:t>
            </a:r>
          </a:p>
          <a:p>
            <a:r>
              <a:t>02</a:t>
            </a:r>
          </a:p>
          <a:p>
            <a:r>
              <a:t>What AgentCore sold me was blast radius, not money</a:t>
            </a:r>
          </a:p>
          <a:p>
            <a:r>
              <a:t>187× collapses to 13.5× once fixed costs amortise. The durable win is one microVM per session.</a:t>
            </a:r>
          </a:p>
          <a:p>
            <a:r>
              <a:t>03</a:t>
            </a:r>
          </a:p>
          <a:p>
            <a:r>
              <a:t>Plan with the strong model, execute with the cheap one</a:t>
            </a:r>
          </a:p>
          <a:p>
            <a:r>
              <a:t>Stuck in a loop, more of the same model didn't help — a stronger planner did. Model choice is per-phase.</a:t>
            </a:r>
          </a:p>
          <a:p>
            <a:r>
              <a:t>04</a:t>
            </a:r>
          </a:p>
          <a:p>
            <a:r>
              <a:t>Don't trust "healthy"</a:t>
            </a:r>
          </a:p>
          <a:p>
            <a:r>
              <a:t>Engine B was green for weeks and had never served a turn. Four faults, each hiding the next.</a:t>
            </a:r>
          </a:p>
          <a:p>
            <a:r>
              <a:t>Thank you.</a:t>
            </a:r>
          </a:p>
          <a:p>
            <a:r>
              <a:t>Happy to open any PR or run the demo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-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-agen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-use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-wh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-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-c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-toolu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-resili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-secu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-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-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-less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