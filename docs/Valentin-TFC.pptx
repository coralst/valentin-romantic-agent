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ROMANTIC CONCIERGE · GENAI TFC PROJECT</a:t>
            </a:r>
          </a:p>
          <a:p>
            <a:r>
              <a:t>Valentin</a:t>
            </a:r>
          </a:p>
          <a:p>
            <a:r>
              <a:t>He remembers everything she mentioned once — including the date you keep forgetting.</a:t>
            </a:r>
          </a:p>
          <a:p>
            <a:r>
              <a:t>Coral Magen</a:t>
            </a:r>
          </a:p>
          <a:p>
            <a:r>
              <a:t>Technical Account Manager, AWS</a:t>
            </a:r>
          </a:p>
          <a:p>
            <a:r>
              <a:t>Built by six AI agents, on two engines, in us-east-1</a:t>
            </a:r>
          </a:p>
          <a:p>
            <a:r>
              <a:t>SCROLL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USE CASE</a:t>
            </a:r>
          </a:p>
          <a:p>
            <a:r>
              <a:t>The date isn't the hard part. Remembering is.</a:t>
            </a:r>
          </a:p>
          <a:p>
            <a:r>
              <a:t>You know her anniversary is somewhere in March. You know she mentioned a restaurant once, and that she doesn't eat fish. None of it is written down anywhere, and the gap between caring about someone and actually planning something is pure admin — which is exactly the thing that gets dropped.</a:t>
            </a:r>
          </a:p>
          <a:p>
            <a:r>
              <a:t>THE PROBLEM</a:t>
            </a:r>
          </a:p>
          <a:p>
            <a:r>
              <a:t>The details arrive in conversation</a:t>
            </a:r>
          </a:p>
          <a:p>
            <a:r>
              <a:t>Nobody fills in an eighteen-field questionnaire about their partner, and the details worth keeping aren't fields anyway — they're mentioned in passing, once, months before they matter.</a:t>
            </a:r>
          </a:p>
          <a:p>
            <a:r>
              <a:t>WHY A REMINDER APP DOESN'T FIX IT</a:t>
            </a:r>
          </a:p>
          <a:p>
            <a:r>
              <a:t>"Anniversary" on the day is useless</a:t>
            </a:r>
          </a:p>
          <a:p>
            <a:r>
              <a:t>By then every good table is gone. What you needed was lead time you chose, and options you could act on in one tap — not a notification telling you you're already late.</a:t>
            </a:r>
          </a:p>
          <a:p>
            <a:r>
              <a:t>WHAT IT ACTUALLY IS</a:t>
            </a:r>
          </a:p>
          <a:p>
            <a:r>
              <a:t>Extract, remember, act later</a:t>
            </a:r>
          </a:p>
          <a:p>
            <a:r>
              <a:t>Long-lived preference extraction, a durable profile, and a time-triggered outbound action. Romance is the demo. The pattern is onboarding, renewals and account-health follow-up.</a:t>
            </a:r>
          </a:p>
          <a:p>
            <a:r>
              <a:t>The agent test — why this needs an agent and not a form with a cron job: the input is unstructured and arrives over weeks, the plan needs several tools in an order that depends on what came back (is that Friday a Shabbat? is the table free? is she vegetarian?), and a human has to stay in the loop before anything is booked or sent. No fixed decision tree survives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WHAT THE APP CAN DO</a:t>
            </a:r>
          </a:p>
          <a:p>
            <a:r>
              <a:t>Conversation in. A booked evening out.</a:t>
            </a:r>
          </a:p>
          <a:p>
            <a:r>
              <a:t>So the interview is the interface. He asks like a person, the profile fills itself in as you talk, and then he comes back to you before you'd have thought of it yourself.</a:t>
            </a:r>
          </a:p>
          <a:p>
            <a:r>
              <a:t>1</a:t>
            </a:r>
          </a:p>
          <a:p>
            <a:r>
              <a:t>You talk about her</a:t>
            </a:r>
          </a:p>
          <a:p>
            <a:r>
              <a:t>Session-scoped WebSocket to the orchestrator. Claude Sonnet 4.5 on Bedrock, in character, asking rather than interrogating.</a:t>
            </a:r>
          </a:p>
          <a:p>
            <a:r>
              <a:t>2</a:t>
            </a:r>
          </a:p>
          <a:p>
            <a:r>
              <a:t>The profile fills itself</a:t>
            </a:r>
          </a:p>
          <a:p>
            <a:r>
              <a:t>A second Bedrock call extracts structured preferences off the reply's critical path — eight categories, every entry carrying a confidence score.</a:t>
            </a:r>
          </a:p>
          <a:p>
            <a:r>
              <a:t>3</a:t>
            </a:r>
          </a:p>
          <a:p>
            <a:r>
              <a:t>He keeps the dates</a:t>
            </a:r>
          </a:p>
          <a:p>
            <a:r>
              <a:t>Important dates land on her file, and you choose the lead time — a month before, a week, a day.</a:t>
            </a:r>
          </a:p>
          <a:p>
            <a:r>
              <a:t>4</a:t>
            </a:r>
          </a:p>
          <a:p>
            <a:r>
              <a:t>The reminder arrives</a:t>
            </a:r>
          </a:p>
          <a:p>
            <a:r>
              <a:t>Real email, with restaurants near her that match what he learned, a playlist for later, and a link back into the app to confirm.</a:t>
            </a:r>
          </a:p>
          <a:p>
            <a:r>
              <a:t>Food</a:t>
            </a:r>
          </a:p>
          <a:p>
            <a:r>
              <a:t>Hobbies</a:t>
            </a:r>
          </a:p>
          <a:p>
            <a:r>
              <a:t>Music</a:t>
            </a:r>
          </a:p>
          <a:p>
            <a:r>
              <a:t>Travel</a:t>
            </a:r>
          </a:p>
          <a:p>
            <a:r>
              <a:t>Gifts</a:t>
            </a:r>
          </a:p>
          <a:p>
            <a:r>
              <a:t>Love language</a:t>
            </a:r>
          </a:p>
          <a:p>
            <a:r>
              <a:t>Important dates</a:t>
            </a:r>
          </a:p>
          <a:p>
            <a:r>
              <a:t>Personality</a:t>
            </a:r>
          </a:p>
          <a:p>
            <a:r>
              <a:t>React 19 + TS strict · Express 5 + ws · Bedrock Converse · DynamoDB behind a storage interface · CDK on ECS Fargate · Vitest + Playwright. Honest about the edges: the reminder really does send — REMINDER_CHANNEL=gmail is set on the deployed task — but it falls back to writing the mail into the log if that variable is missing, and the WhatsApp nudge is wired as a tool the guardrail currently blocks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ARCHITECTURE</a:t>
            </a:r>
          </a:p>
          <a:p>
            <a:r>
              <a:t>One product, two engines, one diagram.</a:t>
            </a:r>
          </a:p>
          <a:p>
            <a:r>
              <a:t>Same agent, built twice, both running behind one URL and switchable from the UI. Same persona, same model, same reply call — so every difference belongs to the platform.</a:t>
            </a:r>
          </a:p>
          <a:p>
            <a:r>
              <a:t>ENGINE A · GLUE CODE I WROTE  →  ENGINE B · AGENTCORE</a:t>
            </a:r>
          </a:p>
          <a:p>
            <a:r>
              <a:t>ECS Fargate → Runtime</a:t>
            </a:r>
          </a:p>
          <a:p>
            <a:r>
              <a:t>one always-on task → one microVM per session</a:t>
            </a:r>
          </a:p>
          <a:p>
            <a:r>
              <a:t>DynamoDB → Memory</a:t>
            </a:r>
          </a:p>
          <a:p>
            <a:r>
              <a:t>my store and schema → a managed strategy</a:t>
            </a:r>
          </a:p>
          <a:p>
            <a:r>
              <a:t>A 2nd Bedrock call → Memory</a:t>
            </a:r>
          </a:p>
          <a:p>
            <a:r>
              <a:t>my extraction pass → extraction I don't write</a:t>
            </a:r>
          </a:p>
          <a:p>
            <a:r>
              <a:t>In-process registry → Gateway</a:t>
            </a:r>
          </a:p>
          <a:p>
            <a:r>
              <a:t>functions in the task → tools over MCP, on Lambda</a:t>
            </a:r>
          </a:p>
          <a:p>
            <a:r>
              <a:t>Every box exists in us-east-1. Bedrock, the guardrail and one DynamoDB table are held fixed across both lanes — that's what makes a delta attributable to the orchestration layer rather than to a different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LIVE DEMO</a:t>
            </a:r>
          </a:p>
          <a:p>
            <a:r>
              <a:t>Let's just look at it.</a:t>
            </a:r>
          </a:p>
          <a:p>
            <a:r>
              <a:t>Tell him about someone you love. He asks like a person, not a form — and the panel on the right fills itself in as you talk.</a:t>
            </a:r>
          </a:p>
          <a:p>
            <a:r>
              <a:t>Open the deployed app ↗</a:t>
            </a:r>
          </a:p>
          <a:p>
            <a:r>
              <a:t>CloudFront → ALB → Fargate, us-east-1</a:t>
            </a:r>
          </a:p>
          <a:p>
            <a:r>
              <a:t>$ curl -s .../api/health</a:t>
            </a:r>
          </a:p>
          <a:p>
            <a:r>
              <a:t>{"status":"healthy","environment":"production"}</a:t>
            </a:r>
          </a:p>
          <a:p>
            <a:r>
              <a:t>Watch for. A name and a birthday landing at 100% confidence within four messages; the richer categories arriving a beat later.</a:t>
            </a:r>
          </a:p>
          <a:p>
            <a:r>
              <a:t>Then. Ask him to plan something — he checks Shabbat times and restaurant availability in the same turn, then offers a card rather than booking.</a:t>
            </a:r>
          </a:p>
          <a:p>
            <a:r>
              <a:t>The switch. Same conversation, flipped to engine B from the UI.</a:t>
            </a:r>
          </a:p>
          <a:p>
            <a:r>
              <a:t>Live on real infrastructure: seven CDK stacks the agents wrote from nothing, Fargate behind an ALB autoscaling 1→4, CloudFront + WAF at 2 000 req/IP. There's a demo login on the front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COMPARISON · COST</a:t>
            </a:r>
          </a:p>
          <a:p>
            <a:r>
              <a:t>Two bills, split into what's fixed and what grows.</a:t>
            </a:r>
          </a:p>
          <a:p>
            <a:r>
              <a:t>Every rate from a vendor pricing page, every quantity counted out of this repo. The reply call to Bedrock is identical on both sides, so it's excluded from both.</a:t>
            </a:r>
          </a:p>
          <a:p>
            <a:r>
              <a:t>ENGINE A · GLUE CODE</a:t>
            </a:r>
          </a:p>
          <a:p>
            <a:r>
              <a:t>$18.02 fixed, $1.386 per user</a:t>
            </a:r>
          </a:p>
          <a:p>
            <a:r>
              <a:t>AWS Fargate</a:t>
            </a:r>
          </a:p>
          <a:p>
            <a:r>
              <a:t>0.5 vCPU · 730 h · never scales below 1</a:t>
            </a:r>
          </a:p>
          <a:p>
            <a:r>
              <a:t>$18.02</a:t>
            </a:r>
          </a:p>
          <a:p>
            <a:r>
              <a:t>2nd Bedrock extraction</a:t>
            </a:r>
          </a:p>
          <a:p>
            <a:r>
              <a:t>104 turns × $0.01332</a:t>
            </a:r>
          </a:p>
          <a:p>
            <a:r>
              <a:t>$1.385</a:t>
            </a:r>
          </a:p>
          <a:p>
            <a:r>
              <a:t>Amazon DynamoDB</a:t>
            </a:r>
          </a:p>
          <a:p>
            <a:r>
              <a:t>on-demand reads, writes, storage</a:t>
            </a:r>
          </a:p>
          <a:p>
            <a:r>
              <a:t>$0.0006</a:t>
            </a:r>
          </a:p>
          <a:p>
            <a:r>
              <a:t>At one user, per month</a:t>
            </a:r>
          </a:p>
          <a:p>
            <a:r>
              <a:t>$19.41</a:t>
            </a:r>
          </a:p>
          <a:p>
            <a:r>
              <a:t>VS</a:t>
            </a:r>
          </a:p>
          <a:p>
            <a:r>
              <a:t>ENGINE B · AGENTCORE</a:t>
            </a:r>
          </a:p>
          <a:p>
            <a:r>
              <a:t>$0.0006 fixed, $0.103 per user</a:t>
            </a:r>
          </a:p>
          <a:p>
            <a:r>
              <a:t>AgentCore Gateway</a:t>
            </a:r>
          </a:p>
          <a:p>
            <a:r>
              <a:t>tools indexed — the only fixed line</a:t>
            </a:r>
          </a:p>
          <a:p>
            <a:r>
              <a:t>$0.0006</a:t>
            </a:r>
          </a:p>
          <a:p>
            <a:r>
              <a:t>AgentCore Memory</a:t>
            </a:r>
          </a:p>
          <a:p>
            <a:r>
              <a:t>1 event + 1 retrieval per turn, extraction included</a:t>
            </a:r>
          </a:p>
          <a:p>
            <a:r>
              <a:t>$0.098</a:t>
            </a:r>
          </a:p>
          <a:p>
            <a:r>
              <a:t>AgentCore Runtime</a:t>
            </a:r>
          </a:p>
          <a:p>
            <a:r>
              <a:t>3 s × 104 turns, per-second billing</a:t>
            </a:r>
          </a:p>
          <a:p>
            <a:r>
              <a:t>$0.0047</a:t>
            </a:r>
          </a:p>
          <a:p>
            <a:r>
              <a:t>At one user, per month</a:t>
            </a:r>
          </a:p>
          <a:p>
            <a:r>
              <a:t>$0.10</a:t>
            </a:r>
          </a:p>
          <a:p>
            <a:r>
              <a:t>USERS	ENGINE A	ENGINE B	RATIO	SAVED / MONTH</a:t>
            </a:r>
          </a:p>
          <a:p>
            <a:r>
              <a:t>1	$19.41	$0.10	187×	$19</a:t>
            </a:r>
          </a:p>
          <a:p>
            <a:r>
              <a:t>10,000	$13,877	$1,029	13.5×	$12,848</a:t>
            </a:r>
          </a:p>
          <a:p>
            <a:r>
              <a:t>1,000,000	$1.39 M	$103 k	13.5×	$1.28 M</a:t>
            </a:r>
          </a:p>
          <a:p>
            <a:r>
              <a:t>The last two columns move in opposite directions: the ratio falls from 187× to 13.5× as Fargate's fixed $18 amortises, while the money grows without limit — about $15.4 M a year at a million users. AgentCore loses on unit price (Runtime 2.20× dearer per hour, Memory ~124× per turn) and wins on billing granularity. And if Memory meters retrievals per record rather than per call, engine B becomes 3.8× worse — confirm with the service team before quoting any of this. scripts/cost-model.mjs reproduces every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COMPARISON · TOOL USE</a:t>
            </a:r>
          </a:p>
          <a:p>
            <a:r>
              <a:t>The same twenty tools, reached two different ways.</a:t>
            </a:r>
          </a:p>
          <a:p>
            <a:r>
              <a:t>This is the part that makes it an agent rather than a chatbot: it can look the world up, and it can offer to act on it. The tool surface is identical on both engines — how the agent is allowed to reach it is not.</a:t>
            </a:r>
          </a:p>
          <a:p>
            <a:r>
              <a:t>20</a:t>
            </a:r>
          </a:p>
          <a:p>
            <a:r>
              <a:t>tools, ten integrations</a:t>
            </a:r>
          </a:p>
          <a:p>
            <a:r>
              <a:t>Ontopo · Amadeus · Google Calendar, Gmail and Places · Spotify · web search · a page reader · Hebcal · Wolt · WhatsApp. Live APIs, not stubs.</a:t>
            </a:r>
          </a:p>
          <a:p>
            <a:r>
              <a:t>13</a:t>
            </a:r>
          </a:p>
          <a:p>
            <a:r>
              <a:t>that only look things up</a:t>
            </a:r>
          </a:p>
          <a:p>
            <a:r>
              <a:t>Availability, Shabbat times, Hebrew dates, places nearby, music. The agent plans around real constraints instead of inventing them.</a:t>
            </a:r>
          </a:p>
          <a:p>
            <a:r>
              <a:t>7</a:t>
            </a:r>
          </a:p>
          <a:p>
            <a:r>
              <a:t>that propose, never act</a:t>
            </a:r>
          </a:p>
          <a:p>
            <a:r>
              <a:t>Every propose_* tool returns a card she confirms. It drafts the email and books nothing — a human is in the loop by construction.</a:t>
            </a:r>
          </a:p>
          <a:p>
            <a:r>
              <a:t>5</a:t>
            </a:r>
          </a:p>
          <a:p>
            <a:r>
              <a:t>model round-trips per turn</a:t>
            </a:r>
          </a:p>
          <a:p>
            <a:r>
              <a:t>MAX_TOOL_ITERATIONS. It calls a tool, reads the result, and decides again — and it can ask for several at once, resolved concurrently.</a:t>
            </a:r>
          </a:p>
          <a:p>
            <a:r>
              <a:t>ENGINE A · IN-PROCESS</a:t>
            </a:r>
          </a:p>
          <a:p>
            <a:r>
              <a:t>A registry inside the task</a:t>
            </a:r>
          </a:p>
          <a:p>
            <a:r>
              <a:t>Tools are TypeScript functions</a:t>
            </a:r>
          </a:p>
          <a:p>
            <a:r>
              <a:t>called directly in the Node process</a:t>
            </a:r>
          </a:p>
          <a:p>
            <a:r>
              <a:t>No authorization boundary</a:t>
            </a:r>
          </a:p>
          <a:p>
            <a:r>
              <a:t>anything in the task can call anything</a:t>
            </a:r>
          </a:p>
          <a:p>
            <a:r>
              <a:t>Adding a tool</a:t>
            </a:r>
          </a:p>
          <a:p>
            <a:r>
              <a:t>redeploy the container</a:t>
            </a:r>
          </a:p>
          <a:p>
            <a:r>
              <a:t>Fast and simple</a:t>
            </a:r>
          </a:p>
          <a:p>
            <a:r>
              <a:t>no network hop, no schema to keep in sync</a:t>
            </a:r>
          </a:p>
          <a:p>
            <a:r>
              <a:t>VS</a:t>
            </a:r>
          </a:p>
          <a:p>
            <a:r>
              <a:t>ENGINE B · GATEWAY OVER MCP</a:t>
            </a:r>
          </a:p>
          <a:p>
            <a:r>
              <a:t>A contract the platform owns</a:t>
            </a:r>
          </a:p>
          <a:p>
            <a:r>
              <a:t>Two Lambda targets</a:t>
            </a:r>
          </a:p>
          <a:p>
            <a:r>
              <a:t>3 profile tools + 20 integration tools</a:t>
            </a:r>
          </a:p>
          <a:p>
            <a:r>
              <a:t>CUSTOM_JWT authorizer</a:t>
            </a:r>
          </a:p>
          <a:p>
            <a:r>
              <a:t>scoped to exactly two machine clients</a:t>
            </a:r>
          </a:p>
          <a:p>
            <a:r>
              <a:t>Adding a tool</a:t>
            </a:r>
          </a:p>
          <a:p>
            <a:r>
              <a:t>regenerate schemas, update the stack</a:t>
            </a:r>
          </a:p>
          <a:p>
            <a:r>
              <a:t>A hop, and a real seam</a:t>
            </a:r>
          </a:p>
          <a:p>
            <a:r>
              <a:t>the tool contract is reviewable, not implicit</a:t>
            </a:r>
          </a:p>
          <a:p>
            <a:r>
              <a:t>The schemas engine B publishes are generated from the tools themselves by scripts/generate-tool-schemas.mts, so the two engines cannot drift apart — a tool added to engine A and forgotten in the Gateway is a build failure rather than a silently dark integration. That was learned the hard way: twice, a tool merged on main was missing from the Gateway's account. Honest edge — the WhatsApp nudge exists as a tool but the guardrail blocks PHONE, so that one path is deliberately unreachable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COMPARISON · RESILIENCE</a:t>
            </a:r>
          </a:p>
          <a:p>
            <a:r>
              <a:t>One fault. Forty sessions.</a:t>
            </a:r>
          </a:p>
          <a:p>
            <a:r>
              <a:t>Cost is not the strongest argument for AgentCore — this is. Both sides are the same forty live sessions, one process-level fault injected into the same session on each.</a:t>
            </a:r>
          </a:p>
          <a:p>
            <a:r>
              <a:t>ENGINE A</a:t>
            </a:r>
          </a:p>
          <a:p>
            <a:r>
              <a:t>One Node process</a:t>
            </a:r>
          </a:p>
          <a:p>
            <a:r>
              <a:t>Forty WebSockets in one Set, one heap, one event loop — attach-websocket.ts:31.</a:t>
            </a:r>
          </a:p>
          <a:p>
            <a:r>
              <a:t>40</a:t>
            </a:r>
          </a:p>
          <a:p>
            <a:r>
              <a:t>of 40 sessions lost</a:t>
            </a:r>
          </a:p>
          <a:p>
            <a:r>
              <a:t>every user, and every partner profile in flight</a:t>
            </a:r>
          </a:p>
          <a:p>
            <a:r>
              <a:t>VS</a:t>
            </a:r>
          </a:p>
          <a:p>
            <a:r>
              <a:t>ENGINE B</a:t>
            </a:r>
          </a:p>
          <a:p>
            <a:r>
              <a:t>One microVM per session</a:t>
            </a:r>
          </a:p>
          <a:p>
            <a:r>
              <a:t>Forty sessions, forty isolated execution environments. The fault has nowhere to travel.</a:t>
            </a:r>
          </a:p>
          <a:p>
            <a:r>
              <a:t>1</a:t>
            </a:r>
          </a:p>
          <a:p>
            <a:r>
              <a:t>of 40 sessions lost</a:t>
            </a:r>
          </a:p>
          <a:p>
            <a:r>
              <a:t>the other 39 never notice</a:t>
            </a:r>
          </a:p>
          <a:p>
            <a:r>
              <a:t>Unhandled rejection</a:t>
            </a:r>
          </a:p>
          <a:p>
            <a:r>
              <a:t>One turn throws without a handler; Node exits, taking all 40 sockets with it.</a:t>
            </a:r>
          </a:p>
          <a:p>
            <a:r>
              <a:t>Out of memory</a:t>
            </a:r>
          </a:p>
          <a:p>
            <a:r>
              <a:t>One runaway conversation exhausts the 1 GiB task. The OOM killer doesn't ask whose request it was.</a:t>
            </a:r>
          </a:p>
          <a:p>
            <a:r>
              <a:t>Event-loop block</a:t>
            </a:r>
          </a:p>
          <a:p>
            <a:r>
              <a:t>One synchronous hot spot stalls the single loop — the other 39 see the app stop.</a:t>
            </a:r>
          </a:p>
          <a:p>
            <a:r>
              <a:t>Injection that pivots</a:t>
            </a:r>
          </a:p>
          <a:p>
            <a:r>
              <a:t>Reaches a process-wide singleton — the Bedrock client, the tool registry — holding everyone's credentials.</a:t>
            </a:r>
          </a:p>
          <a:p>
            <a:r>
              <a:t>Two limits, both real. Engine A does isolate per-user state (forUser) — one user's logic bug can't read another's data; what they share is the process. And engine B isn't fully isolated in this deployment either — it still answers through valentin-ac-proxy, one shared Fargate task holding the sockets. The right panel is what AgentCore Runtime gives you, not yet what this repo deploys.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· COMPARISON · SECURITY</a:t>
            </a:r>
          </a:p>
          <a:p>
            <a:r>
              <a:t>One guardrail, both engines — and it's tuned, not switched on.</a:t>
            </a:r>
          </a:p>
          <a:p>
            <a:r>
              <a:t>This app asks a stranger for another person's name, birthday and home address, stores them, and then mails them. The interesting security work wasn't turning a guardrail on; it was discovering that the safe default broke the product, and measuring where the line actually belongs.</a:t>
            </a:r>
          </a:p>
          <a:p>
            <a:r>
              <a:t>6</a:t>
            </a:r>
          </a:p>
          <a:p>
            <a:r>
              <a:t>content filters, measured</a:t>
            </a:r>
          </a:p>
          <a:p>
            <a:r>
              <a:t>SEXUAL is MEDIUM on input, HIGH on output — at HIGH it blocked "her ring size is 6 and she is 5 foot 4", which is a profile field the agent asks for outright.</a:t>
            </a:r>
          </a:p>
          <a:p>
            <a:r>
              <a:t>5</a:t>
            </a:r>
          </a:p>
          <a:p>
            <a:r>
              <a:t>PII entities blocked</a:t>
            </a:r>
          </a:p>
          <a:p>
            <a:r>
              <a:t>Card number, SSN, phone, AWS access key, AWS secret key. Nothing about remembering a birthday is a reason to carry a credential.</a:t>
            </a:r>
          </a:p>
          <a:p>
            <a:r>
              <a:t>3</a:t>
            </a:r>
          </a:p>
          <a:p>
            <a:r>
              <a:t>regexes replacing one entity</a:t>
            </a:r>
          </a:p>
          <a:p>
            <a:r>
              <a:t>ADDRESS read "she's been saving for Kyoto" as an address. Three residence-shaped patterns block 42 Maple Street and let Paris through.</a:t>
            </a:r>
          </a:p>
          <a:p>
            <a:r>
              <a:t>7</a:t>
            </a:r>
          </a:p>
          <a:p>
            <a:r>
              <a:t>tools that cannot act alone</a:t>
            </a:r>
          </a:p>
          <a:p>
            <a:r>
              <a:t>Every write — reservation, email, calendar, gift — is a proposal with an expiry, awaiting a human yes. The agent's own word is never sufficient authority.</a:t>
            </a:r>
          </a:p>
          <a:p>
            <a:r>
              <a:t>ENGINE A</a:t>
            </a:r>
          </a:p>
          <a:p>
            <a:r>
              <a:t>Trust inside the process</a:t>
            </a:r>
          </a:p>
          <a:p>
            <a:r>
              <a:t>The guardrail is applied in my code, tools are function calls, and one compromised turn sits in the same heap as everyone's credentials. Per-user state is scoped by forUser; the process is not.</a:t>
            </a:r>
          </a:p>
          <a:p>
            <a:r>
              <a:t>VS</a:t>
            </a:r>
          </a:p>
          <a:p>
            <a:r>
              <a:t>ENGINE B</a:t>
            </a:r>
          </a:p>
          <a:p>
            <a:r>
              <a:t>Boundaries the platform enforces</a:t>
            </a:r>
          </a:p>
          <a:p>
            <a:r>
              <a:t>Same guardrail via bedrock:ApplyGuardrail, so the policy can't diverge. Tools sit behind a JWT-scoped Gateway, each session gets its own microVM, and the Gateway signs Lambda calls with its own role rather than the agent's.</a:t>
            </a:r>
          </a:p>
          <a:p>
            <a:r>
              <a:t>Known gap · ALB listener is HTTP</a:t>
            </a:r>
          </a:p>
          <a:p>
            <a:r>
              <a:t>TLS terminates at CloudFront; the hop to the ALB isn't encrypted. Fine for a demo, not for anything real.</a:t>
            </a:r>
          </a:p>
          <a:p>
            <a:r>
              <a:t>Known gap · Cognito isn't enforced</a:t>
            </a:r>
          </a:p>
          <a:p>
            <a:r>
              <a:t>The user pool exists and the Gateway uses it for machine auth, but the app's own front door is a demo login, not a real one.</a:t>
            </a:r>
          </a:p>
          <a:p>
            <a:r>
              <a:t>Known gap · secrets by hand</a:t>
            </a:r>
          </a:p>
          <a:p>
            <a:r>
              <a:t>Google OAuth lives in Secrets Manager deployed and .env locally, and populating it is still a manual step after a deploy.</a:t>
            </a:r>
          </a:p>
          <a:p>
            <a:r>
              <a:t>The judgement call worth defending: NAME, AGE, ADDRESS and EMAIL are deliberately not blocked. They are this agent's subject matter — the first two facts it asks for, and a recipient address is a required argument to propose_email — and each is stored under its own owner's key. Anonymising them made the agent answer "{NAME} — that's lovely" seconds after being told her name. Every one of those decisions is a dated comment in infra/lib/safety-stack.ts with the sentence that failed and the guardrail run that proved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HOW IT WAS BUILT · THE TEAM</a:t>
            </a:r>
          </a:p>
          <a:p>
            <a:r>
              <a:t>I didn't write it. They did.</a:t>
            </a:r>
          </a:p>
          <a:p>
            <a:r>
              <a:t>CM</a:t>
            </a:r>
          </a:p>
          <a:p>
            <a:r>
              <a:t>Coral · human</a:t>
            </a:r>
          </a:p>
          <a:p>
            <a:r>
              <a:t>Product intent, final say, veto. Wrote none of the application code.</a:t>
            </a:r>
          </a:p>
          <a:p>
            <a:r>
              <a:t>Master Agent .kiro/ · .github/</a:t>
            </a:r>
          </a:p>
          <a:p>
            <a:r>
              <a:t>Decomposes, delegates, reviews, merges — and posts the last word.</a:t>
            </a:r>
          </a:p>
          <a:p>
            <a:r>
              <a:t>#37 orchestrator-led PR review loop with multi-agent tagging</a:t>
            </a:r>
          </a:p>
          <a:p>
            <a:r>
              <a:t>#19 iterative PR conversations after Ready for Review</a:t>
            </a:r>
          </a:p>
          <a:p>
            <a:r>
              <a:t>8 hooks plus the pre-merge conversation gate</a:t>
            </a:r>
          </a:p>
          <a:p>
            <a:r>
              <a:t>System Architectsrc/shared/</a:t>
            </a:r>
          </a:p>
          <a:p>
            <a:r>
              <a:t>Contracts and shared types. Writes the spec before anyone branches.</a:t>
            </a:r>
          </a:p>
          <a:p>
            <a:r>
              <a:t>#2 shared types, validation, persistence, design tokens</a:t>
            </a:r>
          </a:p>
          <a:p>
            <a:r>
              <a:t>#41 category lookup helpers</a:t>
            </a:r>
          </a:p>
          <a:p>
            <a:r>
              <a:t>#44 preferenceCategoryCount</a:t>
            </a:r>
          </a:p>
          <a:p>
            <a:r>
              <a:t>Frontend Devsrc/client/</a:t>
            </a:r>
          </a:p>
          <a:p>
            <a:r>
              <a:t>Components, hooks, state. Cannot touch shared types.</a:t>
            </a:r>
          </a:p>
          <a:p>
            <a:r>
              <a:t>#3 chat UI, profile dashboard, state management</a:t>
            </a:r>
          </a:p>
          <a:p>
            <a:r>
              <a:t>#58 Partner Profile Panel — 27 files</a:t>
            </a:r>
          </a:p>
          <a:p>
            <a:r>
              <a:t>#65 Valentin Inspector, a live architecture slide-over</a:t>
            </a:r>
          </a:p>
          <a:p>
            <a:r>
              <a:t>Backend Devsrc/server/</a:t>
            </a:r>
          </a:p>
          <a:p>
            <a:r>
              <a:t>API, Bedrock extraction, persistence. Cannot touch the client.</a:t>
            </a:r>
          </a:p>
          <a:p>
            <a:r>
              <a:t>#4 API layer, orchestrator, preference extractor</a:t>
            </a:r>
          </a:p>
          <a:p>
            <a:r>
              <a:t>#15 real AWS Bedrock SDK integration</a:t>
            </a:r>
          </a:p>
          <a:p>
            <a:r>
              <a:t>#123 the Spotify dev-mode endpoints</a:t>
            </a:r>
          </a:p>
          <a:p>
            <a:r>
              <a:t>UI Designerdesign-system/</a:t>
            </a:r>
          </a:p>
          <a:p>
            <a:r>
              <a:t>Tokens, accessibility, and eight real mockups to choose from.</a:t>
            </a:r>
          </a:p>
          <a:p>
            <a:r>
              <a:t>#16 refined palette and gradient accents</a:t>
            </a:r>
          </a:p>
          <a:p>
            <a:r>
              <a:t>#22 polished component pass</a:t>
            </a:r>
          </a:p>
          <a:p>
            <a:r>
              <a:t>8 full mockups, one of them shipped</a:t>
            </a:r>
          </a:p>
          <a:p>
            <a:r>
              <a:t>QA Agente2e/</a:t>
            </a:r>
          </a:p>
          <a:p>
            <a:r>
              <a:t>Playwright E2E and regression coverage. Cannot touch src at all.</a:t>
            </a:r>
          </a:p>
          <a:p>
            <a:r>
              <a:t>#8 onboarding, responsive, connection-recovery suites</a:t>
            </a:r>
          </a:p>
          <a:p>
            <a:r>
              <a:t>5 PRs reviewed purely for coverage</a:t>
            </a:r>
          </a:p>
          <a:p>
            <a:r>
              <a:t>376 tests green before any merge</a:t>
            </a:r>
          </a:p>
          <a:p>
            <a:r>
              <a:t>Each is a prompt file with a voice exemplar and an explicit do-not-modify list — disjoint ownership is what makes five agents editing at once something other than a merge-conflict generator. Control advances by a call, never by hope: the master reviews, tags the owners in one comment, invokes them, and waits for each to return. My first design was event-led, and nothing moved — the loop had no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HOW IT WAS BUILT · THE PULL REQUESTS</a:t>
            </a:r>
          </a:p>
          <a:p>
            <a:r>
              <a:t>Every node is a real pull request.</a:t>
            </a:r>
          </a:p>
          <a:p>
            <a:r>
              <a:t>57</a:t>
            </a:r>
          </a:p>
          <a:p>
            <a:r>
              <a:t>pull requests</a:t>
            </a:r>
          </a:p>
          <a:p>
            <a:r>
              <a:t>49 merged, 7 closed without merging. At the peak, five were open at once.</a:t>
            </a:r>
          </a:p>
          <a:p>
            <a:r>
              <a:t>176</a:t>
            </a:r>
          </a:p>
          <a:p>
            <a:r>
              <a:t>commits</a:t>
            </a:r>
          </a:p>
          <a:p>
            <a:r>
              <a:t>+35,531 lines added, −1,963 removed, across 438 files touched.</a:t>
            </a:r>
          </a:p>
          <a:p>
            <a:r>
              <a:t>93</a:t>
            </a:r>
          </a:p>
          <a:p>
            <a:r>
              <a:t>review comments</a:t>
            </a:r>
          </a:p>
          <a:p>
            <a:r>
              <a:t>The two longest threads run dozens deep — and they argue.</a:t>
            </a:r>
          </a:p>
          <a:p>
            <a:r>
              <a:t>32</a:t>
            </a:r>
          </a:p>
          <a:p>
            <a:r>
              <a:t>workflow PRs</a:t>
            </a:r>
          </a:p>
          <a:p>
            <a:r>
              <a:t>The biggest lane is the methodology itself, not the app.</a:t>
            </a:r>
          </a:p>
          <a:p>
            <a:r>
              <a:t>"Accept your reasoning — at current scale this is not a performance concern. Non-blocking."</a:t>
            </a:r>
          </a:p>
          <a:p>
            <a:r>
              <a:t>MASTER AGENT → FRONTEND DEV · PR #58, AFTER BEING PUSHED BACK ON</a:t>
            </a:r>
          </a:p>
          <a:p>
            <a:r>
              <a:t>Generated from the repo's PR history, so it can't drift. Node size is files changed; rings mean a genuine multi-agent review thread; hollow dashed nodes were closed without merging. A refused merge is a feature — the gate checks four pure, unit-tested conditions and says no if any fails. Approval is a comment token, because GitHub returns 422 if you approve your own PR and every agent here is one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CONCLUSIONS</a:t>
            </a:r>
          </a:p>
          <a:p>
            <a:r>
              <a:t>Four things I didn't know going in.</a:t>
            </a:r>
          </a:p>
          <a:p>
            <a:r>
              <a:t>01</a:t>
            </a:r>
          </a:p>
          <a:p>
            <a:r>
              <a:t>The workflow cost more than the product</a:t>
            </a:r>
          </a:p>
          <a:p>
            <a:r>
              <a:t>32 of 57 PRs and +13,425 lines went into the agents, hooks, router and merge gate — more than the application itself. If you try this, budget for building the process, not just the thing the process makes.</a:t>
            </a:r>
          </a:p>
          <a:p>
            <a:r>
              <a:t>02</a:t>
            </a:r>
          </a:p>
          <a:p>
            <a:r>
              <a:t>What AgentCore sold me was blast radius, not money</a:t>
            </a:r>
          </a:p>
          <a:p>
            <a:r>
              <a:t>The cost table is the loud slide and the weaker argument — the ratio collapses from 187× to 13.5× once fixed costs amortise. The durable win is one microVM per session: the same fault that takes out forty sessions on Fargate takes out one.</a:t>
            </a:r>
          </a:p>
          <a:p>
            <a:r>
              <a:t>03</a:t>
            </a:r>
          </a:p>
          <a:p>
            <a:r>
              <a:t>Plan with the strong model, execute with the cheap one</a:t>
            </a:r>
          </a:p>
          <a:p>
            <a:r>
              <a:t>When an agent got stuck in a loop, more of the same model didn't help — a stronger model writing the plan did, then a weaker one executing each step. Model choice is a per-phase decision, not a per-project one.</a:t>
            </a:r>
          </a:p>
          <a:p>
            <a:r>
              <a:t>04</a:t>
            </a:r>
          </a:p>
          <a:p>
            <a:r>
              <a:t>Don't trust "healthy"</a:t>
            </a:r>
          </a:p>
          <a:p>
            <a:r>
              <a:t>Engine B was green for weeks and had never served a turn. CREATE_COMPLETE, a healthy Runtime, and a proxy logging invoke ok: true — while the container returned its failures as a 200 with an empty body. Four faults, each hiding the next.</a:t>
            </a:r>
          </a:p>
          <a:p>
            <a:r>
              <a:t>Honest scope, since it's the part worth trusting: the orchestrator-led loop, the turn router, the eight hooks and the merge gate are real, unit-tested and exercised across the whole PR history. The agent labels are convention applied in a batch, not a wired-up hook. And engine B's isolation is what the Runtime offers — this deployment still answers through one shared proxy task. Every claim here is checkable: the methodology writeup, the generated graph, and all 57 PR conversations.</a:t>
            </a:r>
          </a:p>
          <a:p>
            <a:r>
              <a:t>Thank you.</a:t>
            </a:r>
          </a:p>
          <a:p>
            <a:r>
              <a:t>Happy to open any PR, walk the turn router, or run the demo on someone you love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tool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les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