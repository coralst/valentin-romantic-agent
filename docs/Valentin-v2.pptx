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892" r:id="rId1"/>
  </p:sldMasterIdLst>
  <p:notesMasterIdLst>
    <p:notesMasterId r:id="rId23"/>
  </p:notesMasterIdLst>
  <p:handoutMasterIdLst>
    <p:handoutMasterId r:id="rId2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4" r:id="rId21"/>
    <p:sldId id="275" r:id="rId22"/>
  </p:sldIdLst>
  <p:sldSz cx="12192000" cy="6858000"/>
  <p:notesSz cx="6858000" cy="9144000"/>
  <p:embeddedFontLst>
    <p:embeddedFont>
      <p:font typeface="Amazon Ember" panose="020B0603020204020204" pitchFamily="34" charset="0"/>
      <p:regular r:id="rId25"/>
      <p:bold r:id="rId26"/>
      <p:italic r:id="rId27"/>
      <p:boldItalic r:id="rId28"/>
    </p:embeddedFont>
    <p:embeddedFont>
      <p:font typeface="Amazon Ember Display" panose="020B0603020204020204" pitchFamily="34" charset="0"/>
      <p:regular r:id="rId29"/>
      <p:bold r:id="rId30"/>
      <p:italic r:id="rId31"/>
      <p:boldItalic r:id="rId32"/>
    </p:embeddedFont>
    <p:embeddedFont>
      <p:font typeface="Amazon Ember Display Heavy" panose="020B0603020204020204" pitchFamily="34" charset="0"/>
      <p:regular r:id="rId33"/>
      <p:bold r:id="rId34"/>
      <p:italic r:id="rId35"/>
      <p:boldItalic r:id="rId36"/>
    </p:embeddedFont>
    <p:embeddedFont>
      <p:font typeface="Amazon Ember Display Medium" panose="020B0603020204020204" pitchFamily="34" charset="0"/>
      <p:regular r:id="rId37"/>
      <p:bold r:id="rId38"/>
      <p:italic r:id="rId39"/>
      <p:boldItalic r:id="rId40"/>
    </p:embeddedFont>
    <p:embeddedFont>
      <p:font typeface="Amazon Ember Heavy" panose="020B0603020204020204" pitchFamily="34" charset="0"/>
      <p:bold r:id="rId41"/>
      <p:italic r:id="rId42"/>
      <p:boldItalic r:id="rId43"/>
    </p:embeddedFont>
    <p:embeddedFont>
      <p:font typeface="Amazon Ember Mono" panose="020B0603020204020204" pitchFamily="34" charset="0"/>
      <p:regular r:id="rId44"/>
      <p:bold r:id="rId45"/>
      <p:italic r:id="rId46"/>
      <p:boldItalic r:id="rId47"/>
    </p:embeddedFont>
    <p:embeddedFont>
      <p:font typeface="Ember Modern Display Standard" panose="020B0503020204020204" pitchFamily="34" charset="0"/>
      <p:regular r:id="rId48"/>
      <p:bold r:id="rId49"/>
      <p:italic r:id="rId50"/>
      <p:boldItalic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slides" id="{EC17E99E-D672-4609-B42A-AE99DD1E8900}">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6"/>
            <p14:sldId id="274"/>
            <p14:sldId id="275"/>
          </p14:sldIdLst>
        </p14:section>
      </p14:sectionLst>
    </p:ext>
    <p:ext uri="{EFAFB233-063F-42B5-8137-9DF3F51BA10A}">
      <p15:sldGuideLst xmlns:p15="http://schemas.microsoft.com/office/powerpoint/2012/main">
        <p15:guide id="2" pos="19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2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500"/>
    <a:srgbClr val="161E2D"/>
    <a:srgbClr val="292929"/>
    <a:srgbClr val="42B4FF"/>
    <a:srgbClr val="0073E5"/>
    <a:srgbClr val="FF9900"/>
    <a:srgbClr val="E6E6E6"/>
    <a:srgbClr val="FFFFFF"/>
    <a:srgbClr val="FFAD97"/>
    <a:srgbClr val="9FFC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36" autoAdjust="0"/>
    <p:restoredTop sz="81849" autoAdjust="0"/>
  </p:normalViewPr>
  <p:slideViewPr>
    <p:cSldViewPr snapToGrid="0">
      <p:cViewPr varScale="1">
        <p:scale>
          <a:sx n="103" d="100"/>
          <a:sy n="103" d="100"/>
        </p:scale>
        <p:origin x="704" y="168"/>
      </p:cViewPr>
      <p:guideLst>
        <p:guide pos="1992"/>
        <p:guide orient="horz" pos="2160"/>
      </p:guideLst>
    </p:cSldViewPr>
  </p:slideViewPr>
  <p:outlineViewPr>
    <p:cViewPr>
      <p:scale>
        <a:sx n="33" d="100"/>
        <a:sy n="33" d="100"/>
      </p:scale>
      <p:origin x="0" y="-17552"/>
    </p:cViewPr>
  </p:outlineViewPr>
  <p:notesTextViewPr>
    <p:cViewPr>
      <p:scale>
        <a:sx n="3" d="2"/>
        <a:sy n="3" d="2"/>
      </p:scale>
      <p:origin x="0" y="0"/>
    </p:cViewPr>
  </p:notesTextViewPr>
  <p:sorterViewPr>
    <p:cViewPr>
      <p:scale>
        <a:sx n="25" d="100"/>
        <a:sy n="25" d="100"/>
      </p:scale>
      <p:origin x="0" y="0"/>
    </p:cViewPr>
  </p:sorterViewPr>
  <p:notesViewPr>
    <p:cSldViewPr snapToGrid="0" showGuides="1">
      <p:cViewPr>
        <p:scale>
          <a:sx n="110" d="100"/>
          <a:sy n="110" d="100"/>
        </p:scale>
        <p:origin x="3264" y="-109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 Id="rId57" Type="http://schemas.microsoft.com/office/2018/10/relationships/authors" Target="authors.xml"/><Relationship Id="rId10" Type="http://schemas.openxmlformats.org/officeDocument/2006/relationships/slide" Target="slides/slide9.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pPr algn="ctr"/>
              <a:t>‹#›</a:t>
            </a:fld>
            <a:endParaRPr lang="en-US" sz="1000" dirty="0"/>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a:lvl1pPr>
          </a:lstStyle>
          <a:p>
            <a:fld id="{A3D89E5F-BEEF-42A1-A57B-E5A736D51194}" type="slidenum">
              <a:rPr lang="en-US" smtClean="0"/>
              <a:pPr/>
              <a:t>‹#›</a:t>
            </a:fld>
            <a:endParaRPr lang="en-US" dirty="0"/>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kern="1200">
        <a:solidFill>
          <a:schemeClr val="tx1"/>
        </a:solidFill>
        <a:latin typeface="+mn-lt"/>
        <a:ea typeface="+mn-ea"/>
        <a:cs typeface="+mn-cs"/>
      </a:defRPr>
    </a:lvl1pPr>
    <a:lvl2pPr marL="225425" indent="-1063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2pPr>
    <a:lvl3pPr marL="463550"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3pPr>
    <a:lvl4pPr marL="747713"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4pPr>
    <a:lvl5pPr marL="973138" indent="-117475"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Valentin is a working AI romantic concierge. But that's not why we're here. Every line of it was specced, built, reviewed, and merged by six specialised AI agents operating a real GitHub workflow, behind deterministic hooks and a merge gate. I'll show you the product at the end — the first two thirds is about how it got built, because that's the part I think is actually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Five movements. What the experiment is and who the six agents are. The engine that drives the loop, which came out of a design that didn't work. The determinism layer — where I deliberately took decisions away from the model. Then the evidence: the full PR history, plus a frank list of what's real versus what's convention. And finally the product itself, with a demo.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The premise: give six agents distinct personas, distinct file ownership, and a real GitHub workflow — issues, branches, draft PRs, review threads, CI, merge — and see whether the thing that comes out is coherent. The human role is narrow on purpose: product intent, final say, veto. I don't write the code and I don't drive the review loop. The last point matters most: thirty-two of the fifty-seven PRs went into building the workflow itself. It was iterated and debugged like any other system.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Six personas, each a real prompt file in .kiro/agents/, each with a written voice exemplar that sets the bar for how it writes on a PR — naming actual files and trade-offs, and pushing back when it disagrees with a review. The critical design point is the second half of every line: ownership. Each prompt carries an explicit do-not-modify list. Frontend cannot touch shared types. Backend cannot touch the client. QA cannot touch src at all. Disjoint ownership is what makes parallel agent work safe — without it, five agents editing at once is just a merge conflict generator.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call graph. The human hands a feature request in prose to the master. The master calls each sub-agent with invokeSubAgent — a function call, not a webhook and not a poller. The dashed arrows down are those calls; the bold arrows up are plain returns. The key property: a sub-agent returns to the master rather than re-invoking it. The return is the hand-back. That's what keeps this a shallow hub-and-spoke instead of a recursive tangle where agents call each other and nobody knows who's waiting on whom.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 moves through five phases, defined in a steering file every agent reads. Spec first: the master opens an issue and tags the architect for a spec, then approves it or sends it back. Only then does anyone branch. Build and review loops — that dotted self-arrow is another round, and it fires often. CI has to be green. Then merge with the approval token. Note the dotted line from CI back to build: red CI doesn't fail the PR, it reopens the review loop. Agents also push incrementally rather than in one dump, so the commit history reads as a narrative.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I want to show the failure, because the fix only makes sense against it. The original design was event-led. A sub-agent finishes, posts "Ready for Review", and the flow depends on a hook or poller firing to wake the next agent. It never worked. Kiro hooks are not GitHub webhooks, there's no webhook back into Kiro, and the poller's dispatch was effectively a no-op. So agents would finish their turn and the conversation just stopped, waiting on a trigger that was never going to arrive. The loop had no engine. The post-mortem is in the repo under .kiro/analysis/.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replacement. The master drives every turn by calling the next actor and waiting. Control advances by a function call, never by hoping a trigger fires. Look at the par block in the middle — that's genuine fan-out. The master tags two agents in one comment, invokes both, and collects both replies before deciding. Backend pushes fix commits while QA runs the E2E suite. Then the master reads every return and either runs another round or posts the approval token and calls the merge gate, which checks three conditions before permitting it. The at-mentions are still there, but now they're a human-readable transcript and a machine-parseable routing signal — not the trigger.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Two layers, deliberately separated. Control is invokeSubAgent — the engine. Determinism is hooks plus the turn router, guarding the two fragile boundaries: each hand-off, and the merge. The principle is that guardrails matter precisely where model judgement is least trustworthy, so routing and merge decisions are not left to the model. These four functions are pure, offline, and fully unit-tested. Worth noting parseTurn returns nextActors as a list — that's what makes fan-out expressible rather than round-robin — and it flags a stall when a non-terminal comment tags nobody. And a refused merge is expected behaviour, not a bug: the gate blocks unless the master holds the last word with a valid token, no tagged agent was left hanging, and CI is green.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A wrinkle worth telling because it's the kind of thing you only hit in practice. Every agent here, master included, acts under the same GitHub account. GitHub won't let a PR author formally approve their own PR — you get a 422, "can not approve your own pull request." So attempting a formal approval stalls the merge forever, waiting on something that can never happen. The workaround is explicit in the master's prompt: gate the merge on an approval comment containing an exact token, and let the branch ruleset enforce quality by requiring passing CI rather than a formal review state. The token in the comment is the approval — and the pre-merge hook is what makes that trustworthy rather than decorative.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Nothing here is illustrative. This is generated straight from the repository's PR history by a script, so it cannot drift from the truth. One node per pull request, sized by files changed, sitting in its owning agent's lane, with a line rising to the point on main where it merged. Concentric rings are PRs that drew a genuine multi-agent review thread. Hollow dashed nodes were reviewed and closed without merging — a workflow where nothing ever gets turned down isn't a review process. Three things to notice: the fan-out is real, with five lanes open at once inside a single session. The biggest lane is the workflow itself. And the x-axis is PR sequence grouped by session, not wall-clock time — all 57 PRs landed across four sessions, so a linear time axis collapses into four vertical stacks, which is exactly why GitHub's own network graph reads as empty here.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The headline numbers, all generated from the live PR history rather than typed by hand. Fifty-seven PRs, forty-nine merged, six closed unmerged. A hundred and seventy-six commits. Ninety-three review comments — that's the number I'd point at if someone asks whether the review loop is real or decorative. And the fourth column is the honest one: the single largest lane isn't the product, it's the workflow. Thirty-two PRs and over twelve thousand lines went into the agents, hooks, turn router, and merge gate. Supporting cast: six personas, eight hooks, six skill modules, five steering documents, five specs, forty-two test files.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I'd rather state this plainly, because a methodology writeup that overclaims is worth less than one that doesn't. The orchestrator-led loop, the turn router, the hooks, and the merge gate are real — implemented, unit-tested, and exercised across the whole PR history. The label conventions are conventions: the seven agent labels exist and are applied across every agent-owned PR, but that labelling was done as a batch, not by an agent at creation time. The auto-label script is a proposal, not a wired-up hook. Branch prefixes drifted from the documented scheme. Platform work landed under a feat/infra prefix the original six-agent design never anticipated, which is why there's a seventh lane on that graph. And in supervised mode invokeSubAgent isn't available — the master drives turns manually and the hooks still apply, so the guardrails hold, but the automation doesn't.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product. You know her birthday; you half-remember the restaurant she liked; you forget the offhand comment about the trip she's always wanted — and then you're buying a candle again. Forms don't fix that, because nobody fills in an eighteen-field questionnaire about their partner and the interesting details aren't fields anyway. So Valentin runs a warm, unhurried interview instead. Every message is analysed in the background and anything he learns lands in the profile immediately, tagged by category and by confidence. This screenshot is the seeded demo profile — all eighteen fields filled, each with a confidence percentage, grouped into Basics and Relationship, with a calendar surfacing the next important date.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The important decision is step three. Extraction is a separate Bedrock call using tool-use, and it runs off the reply's critical path — the chat never waits on it. So the conversation stays as fast as a normal chat while the profile fills in behind it, and if extraction is slow or fails you still get your reply. Everything flows over one WebSocket, so the client gets the message and the profile delta on the same connection. The stack underneath: React 19 and TypeScript strict on Vite, Express 5 with a ws gateway, Claude Sonnet 4.5 on Bedrock, DynamoDB behind a storage interface, CDK for infrastructure — ECS Fargate, CloudFront, Cognito — and Vitest plus Playwright for tests.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product is emotional, so the interface had to be. Each candidate was built as a real working HTML mockup rather than a static comp — eight in total, four shown here. Love letter was too precious, atelier too cold, and dossier felt like surveillance, which is exactly the wrong feeling for a product about someone you love. Her card won: a portrait leads, the profile reads as something you'd keep rather than a database record, and it carries the least chrome of the finalists. All eight are still in the repo under public/mockups if anyone wants to argue for a different one.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real capture, four messages into an actual conversation — not a mockup. He picks up the name and birthday at full confidence and reflects them straight into the panel. Being honest about what you're seeing: the Basics fields populate reliably, but the richer preference categories — surfing, salsa, Thai food, love language — were extracted and still landing when I took this, so the profile reads two of eighteen. That's the main thing I'd fix next, and it's on the next slide rather than hidden. One aside from capturing this: I hit a crash where Vite had two copies of the session context loaded, so provider and consumer disagreed. Clean restart fixed it — HMR only, not a production bug — but worth knowing before demoing off a long-running dev server.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On the left, what works today — and note the first line is the workflow, because that's the real deliverable: the orchestrator-led loop, turn router, eight hooks, merge gate, and a regression suite that tests the workflow itself. Then the product: Bedrock with retries, async extraction, DynamoDB behind the storage interface, CDK deployed, CI running lint, unit, build, and E2E. On the right, next. Top is tightening extraction for the richer categories, since that's the gap you just saw. Second is closing the honest-scope gap — making labelling an actual hook at PR creation instead of a batch job. Then the product roadmap.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t>Thank you. If you want to verify any of this, the methodology writeup is in docs/METHODOLOGY.md, and every PR conversation is readable on GitHub — I'd start with PR 40 or 58, the two longest review threads. Happy to take questions, dig into the turn router, or run the demo again with someone here describing their own partner.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gradi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BD4D8D4-CAB7-30A9-E0D1-FF90E1042C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1" y="551423"/>
            <a:ext cx="1010270" cy="604149"/>
          </a:xfrm>
          <a:prstGeom prst="rect">
            <a:avLst/>
          </a:prstGeom>
        </p:spPr>
      </p:pic>
      <p:sp>
        <p:nvSpPr>
          <p:cNvPr id="34" name="Text Placeholder 11">
            <a:extLst>
              <a:ext uri="{FF2B5EF4-FFF2-40B4-BE49-F238E27FC236}">
                <a16:creationId xmlns:a16="http://schemas.microsoft.com/office/drawing/2014/main" id="{CC6394AE-9889-3497-D2CF-B3A13B83B639}"/>
              </a:ext>
            </a:extLst>
          </p:cNvPr>
          <p:cNvSpPr>
            <a:spLocks noGrp="1"/>
          </p:cNvSpPr>
          <p:nvPr>
            <p:ph type="body" sz="quarter" idx="14" hasCustomPrompt="1"/>
          </p:nvPr>
        </p:nvSpPr>
        <p:spPr>
          <a:xfrm>
            <a:off x="426595" y="4572926"/>
            <a:ext cx="3702329" cy="369332"/>
          </a:xfrm>
        </p:spPr>
        <p:txBody>
          <a:bodyPr/>
          <a:lstStyle>
            <a:lvl1pPr marL="0" indent="0">
              <a:buNone/>
              <a:defRPr sz="2000" b="1" cap="none" spc="0" baseline="0">
                <a:solidFill>
                  <a:schemeClr val="bg1"/>
                </a:solidFill>
              </a:defRPr>
            </a:lvl1pPr>
          </a:lstStyle>
          <a:p>
            <a:pPr lvl="0"/>
            <a:r>
              <a:rPr lang="en-US" dirty="0"/>
              <a:t>Speaker name (pronouns)</a:t>
            </a:r>
          </a:p>
        </p:txBody>
      </p:sp>
      <p:sp>
        <p:nvSpPr>
          <p:cNvPr id="35" name="Text Placeholder 15">
            <a:extLst>
              <a:ext uri="{FF2B5EF4-FFF2-40B4-BE49-F238E27FC236}">
                <a16:creationId xmlns:a16="http://schemas.microsoft.com/office/drawing/2014/main" id="{4558D9E7-4CE8-14F0-81B1-BC0FB89484F5}"/>
              </a:ext>
            </a:extLst>
          </p:cNvPr>
          <p:cNvSpPr>
            <a:spLocks noGrp="1"/>
          </p:cNvSpPr>
          <p:nvPr>
            <p:ph type="body" sz="quarter" idx="15" hasCustomPrompt="1"/>
          </p:nvPr>
        </p:nvSpPr>
        <p:spPr>
          <a:xfrm>
            <a:off x="426595" y="4946988"/>
            <a:ext cx="3702329" cy="535531"/>
          </a:xfrm>
        </p:spPr>
        <p:txBody>
          <a:bodyPr/>
          <a:lstStyle>
            <a:lvl1pPr marL="0" indent="0">
              <a:spcAft>
                <a:spcPts val="30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Speaker job title</a:t>
            </a:r>
            <a:br>
              <a:rPr lang="en-US" dirty="0"/>
            </a:br>
            <a:r>
              <a:rPr lang="en-US" dirty="0"/>
              <a:t>Speaker company</a:t>
            </a:r>
          </a:p>
        </p:txBody>
      </p:sp>
      <p:sp>
        <p:nvSpPr>
          <p:cNvPr id="2" name="TextBox 1">
            <a:extLst>
              <a:ext uri="{FF2B5EF4-FFF2-40B4-BE49-F238E27FC236}">
                <a16:creationId xmlns:a16="http://schemas.microsoft.com/office/drawing/2014/main" id="{AABDFDB3-98F4-4A70-E1E9-6DC287A939E1}"/>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Amazon Ember Display"/>
                <a:ea typeface="+mn-ea"/>
                <a:cs typeface="+mn-cs"/>
              </a:rPr>
              <a:t>© 2026 Amazon Web Services, Inc. or its affiliates. All rights reserved</a:t>
            </a:r>
          </a:p>
        </p:txBody>
      </p:sp>
      <p:sp>
        <p:nvSpPr>
          <p:cNvPr id="13" name="Subtitle 2">
            <a:extLst>
              <a:ext uri="{FF2B5EF4-FFF2-40B4-BE49-F238E27FC236}">
                <a16:creationId xmlns:a16="http://schemas.microsoft.com/office/drawing/2014/main" id="{BA24688F-E4D3-455D-9B0B-AA55FFBE5DE2}"/>
              </a:ext>
            </a:extLst>
          </p:cNvPr>
          <p:cNvSpPr>
            <a:spLocks noGrp="1"/>
          </p:cNvSpPr>
          <p:nvPr>
            <p:ph type="subTitle" idx="1" hasCustomPrompt="1"/>
          </p:nvPr>
        </p:nvSpPr>
        <p:spPr>
          <a:xfrm>
            <a:off x="426595" y="3533486"/>
            <a:ext cx="6660005" cy="978729"/>
          </a:xfrm>
        </p:spPr>
        <p:txBody>
          <a:bodyPr wrap="square"/>
          <a:lstStyle>
            <a:lvl1pPr marL="0" indent="0" algn="l" defTabSz="914400" rtl="0" eaLnBrk="1" latinLnBrk="0" hangingPunct="1">
              <a:lnSpc>
                <a:spcPct val="90000"/>
              </a:lnSpc>
              <a:spcBef>
                <a:spcPts val="0"/>
              </a:spcBef>
              <a:spcAft>
                <a:spcPts val="0"/>
              </a:spcAft>
              <a:buClr>
                <a:schemeClr val="tx1"/>
              </a:buClr>
              <a:buSzPct val="90000"/>
              <a:buFont typeface="Arial" panose="020B0604020202020204" pitchFamily="34" charset="0"/>
              <a:buNone/>
              <a:tabLst/>
              <a:defRPr lang="en-US" sz="3200" b="0" i="0" kern="1200" cap="none" spc="0" baseline="0" dirty="0">
                <a:solidFill>
                  <a:schemeClr val="bg1"/>
                </a:solidFill>
                <a:latin typeface="Ember Modern Display Standard" panose="020B0503020204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Customer outcome/approved PDP tagline</a:t>
            </a:r>
          </a:p>
        </p:txBody>
      </p:sp>
      <p:sp>
        <p:nvSpPr>
          <p:cNvPr id="17" name="Title 1">
            <a:extLst>
              <a:ext uri="{FF2B5EF4-FFF2-40B4-BE49-F238E27FC236}">
                <a16:creationId xmlns:a16="http://schemas.microsoft.com/office/drawing/2014/main" id="{79961D1F-6D82-4C7B-979E-00AB8FB74D9A}"/>
              </a:ext>
            </a:extLst>
          </p:cNvPr>
          <p:cNvSpPr>
            <a:spLocks noGrp="1"/>
          </p:cNvSpPr>
          <p:nvPr>
            <p:ph type="ctrTitle" hasCustomPrompt="1"/>
          </p:nvPr>
        </p:nvSpPr>
        <p:spPr>
          <a:xfrm>
            <a:off x="426596" y="2746988"/>
            <a:ext cx="6660004" cy="757130"/>
          </a:xfrm>
        </p:spPr>
        <p:txBody>
          <a:bodyPr wrap="square" anchor="t" anchorCtr="0"/>
          <a:lstStyle>
            <a:lvl1pPr algn="l">
              <a:defRPr sz="4800">
                <a:solidFill>
                  <a:schemeClr val="bg1"/>
                </a:solidFill>
                <a:latin typeface="+mj-lt"/>
              </a:defRPr>
            </a:lvl1pPr>
          </a:lstStyle>
          <a:p>
            <a:r>
              <a:rPr lang="en-US" dirty="0"/>
              <a:t>First-use service name</a:t>
            </a:r>
          </a:p>
        </p:txBody>
      </p:sp>
    </p:spTree>
    <p:extLst>
      <p:ext uri="{BB962C8B-B14F-4D97-AF65-F5344CB8AC3E}">
        <p14:creationId xmlns:p14="http://schemas.microsoft.com/office/powerpoint/2010/main" val="40411149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gradi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A132D961-6013-D997-E7FA-8B088EFC76B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1" y="551423"/>
            <a:ext cx="1010270" cy="604149"/>
          </a:xfrm>
          <a:prstGeom prst="rect">
            <a:avLst/>
          </a:prstGeom>
        </p:spPr>
      </p:pic>
      <p:sp>
        <p:nvSpPr>
          <p:cNvPr id="2" name="TextBox 1">
            <a:extLst>
              <a:ext uri="{FF2B5EF4-FFF2-40B4-BE49-F238E27FC236}">
                <a16:creationId xmlns:a16="http://schemas.microsoft.com/office/drawing/2014/main" id="{A371873D-140F-FD12-96E5-EA3769A5633A}"/>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Amazon Ember Display"/>
                <a:ea typeface="+mn-ea"/>
                <a:cs typeface="+mn-cs"/>
              </a:rPr>
              <a:t>© 2025, Amazon Web Services, Inc. or its affiliates. All rights reserved</a:t>
            </a:r>
          </a:p>
        </p:txBody>
      </p:sp>
      <p:sp>
        <p:nvSpPr>
          <p:cNvPr id="9" name="Text Placeholder 11">
            <a:extLst>
              <a:ext uri="{FF2B5EF4-FFF2-40B4-BE49-F238E27FC236}">
                <a16:creationId xmlns:a16="http://schemas.microsoft.com/office/drawing/2014/main" id="{75D9CB6F-A0EE-4054-99DA-3953E48C73BA}"/>
              </a:ext>
            </a:extLst>
          </p:cNvPr>
          <p:cNvSpPr>
            <a:spLocks noGrp="1"/>
          </p:cNvSpPr>
          <p:nvPr>
            <p:ph type="body" sz="quarter" idx="14" hasCustomPrompt="1"/>
          </p:nvPr>
        </p:nvSpPr>
        <p:spPr>
          <a:xfrm>
            <a:off x="426595" y="4572926"/>
            <a:ext cx="3702329" cy="369332"/>
          </a:xfrm>
        </p:spPr>
        <p:txBody>
          <a:bodyPr/>
          <a:lstStyle>
            <a:lvl1pPr marL="0" indent="0">
              <a:buNone/>
              <a:defRPr sz="2000" b="1" cap="none" spc="0" baseline="0">
                <a:solidFill>
                  <a:schemeClr val="bg1"/>
                </a:solidFill>
              </a:defRPr>
            </a:lvl1pPr>
          </a:lstStyle>
          <a:p>
            <a:pPr lvl="0"/>
            <a:r>
              <a:rPr lang="en-US" dirty="0"/>
              <a:t>Speaker name (pronouns)</a:t>
            </a:r>
          </a:p>
        </p:txBody>
      </p:sp>
      <p:sp>
        <p:nvSpPr>
          <p:cNvPr id="11" name="Text Placeholder 15">
            <a:extLst>
              <a:ext uri="{FF2B5EF4-FFF2-40B4-BE49-F238E27FC236}">
                <a16:creationId xmlns:a16="http://schemas.microsoft.com/office/drawing/2014/main" id="{873FB102-BFBC-4E6E-A041-FBB002BA4B5F}"/>
              </a:ext>
            </a:extLst>
          </p:cNvPr>
          <p:cNvSpPr>
            <a:spLocks noGrp="1"/>
          </p:cNvSpPr>
          <p:nvPr>
            <p:ph type="body" sz="quarter" idx="15" hasCustomPrompt="1"/>
          </p:nvPr>
        </p:nvSpPr>
        <p:spPr>
          <a:xfrm>
            <a:off x="426595" y="4946988"/>
            <a:ext cx="3702329" cy="535531"/>
          </a:xfrm>
        </p:spPr>
        <p:txBody>
          <a:bodyPr/>
          <a:lstStyle>
            <a:lvl1pPr marL="0" indent="0">
              <a:spcAft>
                <a:spcPts val="30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Speaker job title</a:t>
            </a:r>
            <a:br>
              <a:rPr lang="en-US" dirty="0"/>
            </a:br>
            <a:r>
              <a:rPr lang="en-US" dirty="0"/>
              <a:t>Speaker company</a:t>
            </a:r>
          </a:p>
        </p:txBody>
      </p:sp>
      <p:sp>
        <p:nvSpPr>
          <p:cNvPr id="12" name="Title 1">
            <a:extLst>
              <a:ext uri="{FF2B5EF4-FFF2-40B4-BE49-F238E27FC236}">
                <a16:creationId xmlns:a16="http://schemas.microsoft.com/office/drawing/2014/main" id="{9519B66F-8E51-49C9-BFFD-FA5E8934C29E}"/>
              </a:ext>
            </a:extLst>
          </p:cNvPr>
          <p:cNvSpPr>
            <a:spLocks noGrp="1"/>
          </p:cNvSpPr>
          <p:nvPr>
            <p:ph type="ctrTitle" hasCustomPrompt="1"/>
          </p:nvPr>
        </p:nvSpPr>
        <p:spPr>
          <a:xfrm>
            <a:off x="426596" y="2746988"/>
            <a:ext cx="6660004" cy="757130"/>
          </a:xfrm>
        </p:spPr>
        <p:txBody>
          <a:bodyPr wrap="square" anchor="t" anchorCtr="0"/>
          <a:lstStyle>
            <a:lvl1pPr algn="l">
              <a:defRPr sz="4800">
                <a:solidFill>
                  <a:schemeClr val="bg1"/>
                </a:solidFill>
                <a:latin typeface="+mj-lt"/>
              </a:defRPr>
            </a:lvl1pPr>
          </a:lstStyle>
          <a:p>
            <a:r>
              <a:rPr lang="en-US" dirty="0"/>
              <a:t>First-use service name</a:t>
            </a:r>
          </a:p>
        </p:txBody>
      </p:sp>
      <p:sp>
        <p:nvSpPr>
          <p:cNvPr id="13" name="Subtitle 2">
            <a:extLst>
              <a:ext uri="{FF2B5EF4-FFF2-40B4-BE49-F238E27FC236}">
                <a16:creationId xmlns:a16="http://schemas.microsoft.com/office/drawing/2014/main" id="{1CCA407B-D14D-4B7D-8136-FEEF4F712AD8}"/>
              </a:ext>
            </a:extLst>
          </p:cNvPr>
          <p:cNvSpPr>
            <a:spLocks noGrp="1"/>
          </p:cNvSpPr>
          <p:nvPr>
            <p:ph type="subTitle" idx="1" hasCustomPrompt="1"/>
          </p:nvPr>
        </p:nvSpPr>
        <p:spPr>
          <a:xfrm>
            <a:off x="426595" y="3533486"/>
            <a:ext cx="6660005" cy="978729"/>
          </a:xfrm>
        </p:spPr>
        <p:txBody>
          <a:bodyPr wrap="square"/>
          <a:lstStyle>
            <a:lvl1pPr marL="0" indent="0" algn="l" defTabSz="914400" rtl="0" eaLnBrk="1" latinLnBrk="0" hangingPunct="1">
              <a:lnSpc>
                <a:spcPct val="90000"/>
              </a:lnSpc>
              <a:spcBef>
                <a:spcPts val="0"/>
              </a:spcBef>
              <a:spcAft>
                <a:spcPts val="0"/>
              </a:spcAft>
              <a:buClr>
                <a:schemeClr val="tx1"/>
              </a:buClr>
              <a:buSzPct val="90000"/>
              <a:buFont typeface="Arial" panose="020B0604020202020204" pitchFamily="34" charset="0"/>
              <a:buNone/>
              <a:tabLst/>
              <a:defRPr lang="en-US" sz="3200" b="0" i="0" kern="1200" cap="none" spc="0" baseline="0" dirty="0">
                <a:solidFill>
                  <a:schemeClr val="bg1"/>
                </a:solidFill>
                <a:latin typeface="Ember Modern Display Standard" panose="020B0503020204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Customer outcome/approved PDP tagline</a:t>
            </a:r>
          </a:p>
        </p:txBody>
      </p:sp>
    </p:spTree>
    <p:extLst>
      <p:ext uri="{BB962C8B-B14F-4D97-AF65-F5344CB8AC3E}">
        <p14:creationId xmlns:p14="http://schemas.microsoft.com/office/powerpoint/2010/main" val="3084225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lide gradi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4" name="Graphic 23">
            <a:extLst>
              <a:ext uri="{FF2B5EF4-FFF2-40B4-BE49-F238E27FC236}">
                <a16:creationId xmlns:a16="http://schemas.microsoft.com/office/drawing/2014/main" id="{A132D961-6013-D997-E7FA-8B088EFC76B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1" y="551423"/>
            <a:ext cx="1010270" cy="604149"/>
          </a:xfrm>
          <a:prstGeom prst="rect">
            <a:avLst/>
          </a:prstGeom>
        </p:spPr>
      </p:pic>
      <p:sp>
        <p:nvSpPr>
          <p:cNvPr id="2" name="TextBox 1">
            <a:extLst>
              <a:ext uri="{FF2B5EF4-FFF2-40B4-BE49-F238E27FC236}">
                <a16:creationId xmlns:a16="http://schemas.microsoft.com/office/drawing/2014/main" id="{ED9A09D1-FCAF-59C5-4E2E-599CA8F3C3B0}"/>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bg1"/>
                </a:solidFill>
                <a:effectLst/>
                <a:uLnTx/>
                <a:uFillTx/>
                <a:latin typeface="Amazon Ember Display"/>
                <a:ea typeface="+mn-ea"/>
                <a:cs typeface="+mn-cs"/>
              </a:rPr>
              <a:t>© 2025, Amazon Web Services, Inc. or its affiliates. All rights reserved</a:t>
            </a:r>
          </a:p>
        </p:txBody>
      </p:sp>
      <p:sp>
        <p:nvSpPr>
          <p:cNvPr id="9" name="Text Placeholder 11">
            <a:extLst>
              <a:ext uri="{FF2B5EF4-FFF2-40B4-BE49-F238E27FC236}">
                <a16:creationId xmlns:a16="http://schemas.microsoft.com/office/drawing/2014/main" id="{934F628F-274B-453A-8328-B7BCA8FA3B40}"/>
              </a:ext>
            </a:extLst>
          </p:cNvPr>
          <p:cNvSpPr>
            <a:spLocks noGrp="1"/>
          </p:cNvSpPr>
          <p:nvPr>
            <p:ph type="body" sz="quarter" idx="14" hasCustomPrompt="1"/>
          </p:nvPr>
        </p:nvSpPr>
        <p:spPr>
          <a:xfrm>
            <a:off x="426595" y="4572926"/>
            <a:ext cx="3702329" cy="369332"/>
          </a:xfrm>
        </p:spPr>
        <p:txBody>
          <a:bodyPr/>
          <a:lstStyle>
            <a:lvl1pPr marL="0" indent="0">
              <a:buNone/>
              <a:defRPr sz="2000" b="1" cap="none" spc="0" baseline="0">
                <a:solidFill>
                  <a:schemeClr val="bg1"/>
                </a:solidFill>
              </a:defRPr>
            </a:lvl1pPr>
          </a:lstStyle>
          <a:p>
            <a:pPr lvl="0"/>
            <a:r>
              <a:rPr lang="en-US" dirty="0"/>
              <a:t>Speaker name (pronouns)</a:t>
            </a:r>
          </a:p>
        </p:txBody>
      </p:sp>
      <p:sp>
        <p:nvSpPr>
          <p:cNvPr id="11" name="Text Placeholder 15">
            <a:extLst>
              <a:ext uri="{FF2B5EF4-FFF2-40B4-BE49-F238E27FC236}">
                <a16:creationId xmlns:a16="http://schemas.microsoft.com/office/drawing/2014/main" id="{E082A4C1-D48F-4F5E-94DD-4780258ABACE}"/>
              </a:ext>
            </a:extLst>
          </p:cNvPr>
          <p:cNvSpPr>
            <a:spLocks noGrp="1"/>
          </p:cNvSpPr>
          <p:nvPr>
            <p:ph type="body" sz="quarter" idx="15" hasCustomPrompt="1"/>
          </p:nvPr>
        </p:nvSpPr>
        <p:spPr>
          <a:xfrm>
            <a:off x="426595" y="4946988"/>
            <a:ext cx="3702329" cy="535531"/>
          </a:xfrm>
        </p:spPr>
        <p:txBody>
          <a:bodyPr/>
          <a:lstStyle>
            <a:lvl1pPr marL="0" indent="0">
              <a:spcAft>
                <a:spcPts val="30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Speaker job title</a:t>
            </a:r>
            <a:br>
              <a:rPr lang="en-US" dirty="0"/>
            </a:br>
            <a:r>
              <a:rPr lang="en-US" dirty="0"/>
              <a:t>Speaker company</a:t>
            </a:r>
          </a:p>
        </p:txBody>
      </p:sp>
      <p:sp>
        <p:nvSpPr>
          <p:cNvPr id="12" name="Title 1">
            <a:extLst>
              <a:ext uri="{FF2B5EF4-FFF2-40B4-BE49-F238E27FC236}">
                <a16:creationId xmlns:a16="http://schemas.microsoft.com/office/drawing/2014/main" id="{49D5459A-A3F0-43A1-A353-20C1527EC2E6}"/>
              </a:ext>
            </a:extLst>
          </p:cNvPr>
          <p:cNvSpPr>
            <a:spLocks noGrp="1"/>
          </p:cNvSpPr>
          <p:nvPr>
            <p:ph type="ctrTitle" hasCustomPrompt="1"/>
          </p:nvPr>
        </p:nvSpPr>
        <p:spPr>
          <a:xfrm>
            <a:off x="426596" y="2746988"/>
            <a:ext cx="6660004" cy="757130"/>
          </a:xfrm>
        </p:spPr>
        <p:txBody>
          <a:bodyPr wrap="square" anchor="t" anchorCtr="0"/>
          <a:lstStyle>
            <a:lvl1pPr algn="l">
              <a:defRPr sz="4800">
                <a:solidFill>
                  <a:schemeClr val="bg1"/>
                </a:solidFill>
                <a:latin typeface="+mj-lt"/>
              </a:defRPr>
            </a:lvl1pPr>
          </a:lstStyle>
          <a:p>
            <a:r>
              <a:rPr lang="en-US" dirty="0"/>
              <a:t>First-use service name</a:t>
            </a:r>
          </a:p>
        </p:txBody>
      </p:sp>
      <p:sp>
        <p:nvSpPr>
          <p:cNvPr id="13" name="Subtitle 2">
            <a:extLst>
              <a:ext uri="{FF2B5EF4-FFF2-40B4-BE49-F238E27FC236}">
                <a16:creationId xmlns:a16="http://schemas.microsoft.com/office/drawing/2014/main" id="{FA895A05-431F-437C-B83D-07C7AD89A4B4}"/>
              </a:ext>
            </a:extLst>
          </p:cNvPr>
          <p:cNvSpPr>
            <a:spLocks noGrp="1"/>
          </p:cNvSpPr>
          <p:nvPr>
            <p:ph type="subTitle" idx="1" hasCustomPrompt="1"/>
          </p:nvPr>
        </p:nvSpPr>
        <p:spPr>
          <a:xfrm>
            <a:off x="426595" y="3533486"/>
            <a:ext cx="6660005" cy="978729"/>
          </a:xfrm>
        </p:spPr>
        <p:txBody>
          <a:bodyPr wrap="square"/>
          <a:lstStyle>
            <a:lvl1pPr marL="0" indent="0" algn="l" defTabSz="914400" rtl="0" eaLnBrk="1" latinLnBrk="0" hangingPunct="1">
              <a:lnSpc>
                <a:spcPct val="90000"/>
              </a:lnSpc>
              <a:spcBef>
                <a:spcPts val="0"/>
              </a:spcBef>
              <a:spcAft>
                <a:spcPts val="0"/>
              </a:spcAft>
              <a:buClr>
                <a:schemeClr val="tx1"/>
              </a:buClr>
              <a:buSzPct val="90000"/>
              <a:buFont typeface="Arial" panose="020B0604020202020204" pitchFamily="34" charset="0"/>
              <a:buNone/>
              <a:tabLst/>
              <a:defRPr lang="en-US" sz="3200" b="0" i="0" kern="1200" cap="none" spc="0" baseline="0" dirty="0">
                <a:solidFill>
                  <a:schemeClr val="bg1"/>
                </a:solidFill>
                <a:latin typeface="Ember Modern Display Standard" panose="020B0503020204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Customer outcome/approved PDP tagline</a:t>
            </a:r>
          </a:p>
        </p:txBody>
      </p:sp>
    </p:spTree>
    <p:extLst>
      <p:ext uri="{BB962C8B-B14F-4D97-AF65-F5344CB8AC3E}">
        <p14:creationId xmlns:p14="http://schemas.microsoft.com/office/powerpoint/2010/main" val="271369303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
    <p:bg>
      <p:bgPr>
        <a:solidFill>
          <a:schemeClr val="bg1"/>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425038" y="1365662"/>
            <a:ext cx="11430000" cy="424732"/>
          </a:xfrm>
        </p:spPr>
        <p:txBody>
          <a:bodyPr vert="horz" wrap="square" lIns="0" tIns="45720" rIns="0" bIns="45720" rtlCol="0">
            <a:sp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dirty="0"/>
              <a:t>List high-level agenda items without bullets</a:t>
            </a:r>
          </a:p>
        </p:txBody>
      </p:sp>
      <p:sp>
        <p:nvSpPr>
          <p:cNvPr id="7" name="Title 1">
            <a:extLst>
              <a:ext uri="{FF2B5EF4-FFF2-40B4-BE49-F238E27FC236}">
                <a16:creationId xmlns:a16="http://schemas.microsoft.com/office/drawing/2014/main" id="{D68B243B-41D9-49D9-B6A5-A7EE461B5515}"/>
              </a:ext>
            </a:extLst>
          </p:cNvPr>
          <p:cNvSpPr>
            <a:spLocks noGrp="1"/>
          </p:cNvSpPr>
          <p:nvPr>
            <p:ph type="title" hasCustomPrompt="1"/>
          </p:nvPr>
        </p:nvSpPr>
        <p:spPr>
          <a:xfrm>
            <a:off x="425038" y="307752"/>
            <a:ext cx="11430000" cy="638175"/>
          </a:xfrm>
        </p:spPr>
        <p:txBody>
          <a:bodyPr/>
          <a:lstStyle>
            <a:lvl1pPr>
              <a:defRPr/>
            </a:lvl1pPr>
          </a:lstStyle>
          <a:p>
            <a:r>
              <a:rPr lang="en-US" dirty="0"/>
              <a:t>Agenda</a:t>
            </a:r>
          </a:p>
        </p:txBody>
      </p:sp>
    </p:spTree>
    <p:extLst>
      <p:ext uri="{BB962C8B-B14F-4D97-AF65-F5344CB8AC3E}">
        <p14:creationId xmlns:p14="http://schemas.microsoft.com/office/powerpoint/2010/main" val="1889715690"/>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_2">
    <p:bg>
      <p:bgPr>
        <a:solidFill>
          <a:schemeClr val="bg1"/>
        </a:solidFill>
        <a:effectLst/>
      </p:bgPr>
    </p:bg>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C80C750-A3DA-DD57-9D7D-AE81CEF72200}"/>
              </a:ext>
            </a:extLst>
          </p:cNvPr>
          <p:cNvSpPr/>
          <p:nvPr userDrawn="1"/>
        </p:nvSpPr>
        <p:spPr>
          <a:xfrm>
            <a:off x="6096000" y="342900"/>
            <a:ext cx="5753100" cy="5867400"/>
          </a:xfrm>
          <a:prstGeom prst="roundRect">
            <a:avLst>
              <a:gd name="adj" fmla="val 416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6368415" y="582592"/>
            <a:ext cx="5246370" cy="5349916"/>
          </a:xfrm>
          <a:prstGeom prst="rect">
            <a:avLst/>
          </a:prstGeom>
          <a:noFill/>
        </p:spPr>
        <p:txBody>
          <a:bodyPr vert="horz" wrap="square" lIns="0" tIns="91440" rIns="0" bIns="274320" rtlCol="0">
            <a:norm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dirty="0"/>
              <a:t>List high-level agenda items without bullets</a:t>
            </a:r>
          </a:p>
        </p:txBody>
      </p:sp>
      <p:pic>
        <p:nvPicPr>
          <p:cNvPr id="12" name="Graphic 11">
            <a:extLst>
              <a:ext uri="{FF2B5EF4-FFF2-40B4-BE49-F238E27FC236}">
                <a16:creationId xmlns:a16="http://schemas.microsoft.com/office/drawing/2014/main" id="{EB950FD9-0857-BC4D-D724-141D5EC11C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68415" y="5720715"/>
            <a:ext cx="228600" cy="228600"/>
          </a:xfrm>
          <a:prstGeom prst="rect">
            <a:avLst/>
          </a:prstGeom>
        </p:spPr>
      </p:pic>
      <p:sp>
        <p:nvSpPr>
          <p:cNvPr id="9" name="Title 1">
            <a:extLst>
              <a:ext uri="{FF2B5EF4-FFF2-40B4-BE49-F238E27FC236}">
                <a16:creationId xmlns:a16="http://schemas.microsoft.com/office/drawing/2014/main" id="{14C6B6DF-6E73-4139-9C0B-24E2B25A4B6E}"/>
              </a:ext>
            </a:extLst>
          </p:cNvPr>
          <p:cNvSpPr>
            <a:spLocks noGrp="1"/>
          </p:cNvSpPr>
          <p:nvPr>
            <p:ph type="title" hasCustomPrompt="1"/>
          </p:nvPr>
        </p:nvSpPr>
        <p:spPr>
          <a:xfrm>
            <a:off x="1272763" y="2957512"/>
            <a:ext cx="2622962" cy="638175"/>
          </a:xfrm>
        </p:spPr>
        <p:txBody>
          <a:bodyPr/>
          <a:lstStyle>
            <a:lvl1pPr>
              <a:defRPr sz="4000"/>
            </a:lvl1pPr>
          </a:lstStyle>
          <a:p>
            <a:r>
              <a:rPr lang="en-US" dirty="0"/>
              <a:t>Agenda</a:t>
            </a:r>
          </a:p>
        </p:txBody>
      </p:sp>
    </p:spTree>
    <p:extLst>
      <p:ext uri="{BB962C8B-B14F-4D97-AF65-F5344CB8AC3E}">
        <p14:creationId xmlns:p14="http://schemas.microsoft.com/office/powerpoint/2010/main" val="142131809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_3">
    <p:bg>
      <p:bgPr>
        <a:solidFill>
          <a:schemeClr val="bg1"/>
        </a:solidFill>
        <a:effectLst/>
      </p:bgPr>
    </p:bg>
    <p:spTree>
      <p:nvGrpSpPr>
        <p:cNvPr id="1" name=""/>
        <p:cNvGrpSpPr/>
        <p:nvPr/>
      </p:nvGrpSpPr>
      <p:grpSpPr>
        <a:xfrm>
          <a:off x="0" y="0"/>
          <a:ext cx="0" cy="0"/>
          <a:chOff x="0" y="0"/>
          <a:chExt cx="0" cy="0"/>
        </a:xfrm>
      </p:grpSpPr>
      <p:sp>
        <p:nvSpPr>
          <p:cNvPr id="59" name="Rectangle: Rounded Corners 14">
            <a:extLst>
              <a:ext uri="{FF2B5EF4-FFF2-40B4-BE49-F238E27FC236}">
                <a16:creationId xmlns:a16="http://schemas.microsoft.com/office/drawing/2014/main" id="{90CAB64E-C3D8-D3B4-BDBE-B1CFA3F66B17}"/>
              </a:ext>
            </a:extLst>
          </p:cNvPr>
          <p:cNvSpPr/>
          <p:nvPr userDrawn="1"/>
        </p:nvSpPr>
        <p:spPr>
          <a:xfrm>
            <a:off x="421483"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9" name="Rectangle: Rounded Corners 14">
            <a:extLst>
              <a:ext uri="{FF2B5EF4-FFF2-40B4-BE49-F238E27FC236}">
                <a16:creationId xmlns:a16="http://schemas.microsoft.com/office/drawing/2014/main" id="{AC58A4AF-5F75-90B5-E2D5-B6AD307D8E47}"/>
              </a:ext>
            </a:extLst>
          </p:cNvPr>
          <p:cNvSpPr/>
          <p:nvPr userDrawn="1"/>
        </p:nvSpPr>
        <p:spPr>
          <a:xfrm>
            <a:off x="421483"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38" name="Text Placeholder 37">
            <a:extLst>
              <a:ext uri="{FF2B5EF4-FFF2-40B4-BE49-F238E27FC236}">
                <a16:creationId xmlns:a16="http://schemas.microsoft.com/office/drawing/2014/main" id="{2059F353-311B-F409-C62D-0FFAB22CC7EC}"/>
              </a:ext>
            </a:extLst>
          </p:cNvPr>
          <p:cNvSpPr>
            <a:spLocks noGrp="1"/>
          </p:cNvSpPr>
          <p:nvPr>
            <p:ph type="body" sz="quarter" idx="12" hasCustomPrompt="1"/>
          </p:nvPr>
        </p:nvSpPr>
        <p:spPr>
          <a:xfrm>
            <a:off x="1702543" y="2486421"/>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47" name="Text Placeholder 37">
            <a:extLst>
              <a:ext uri="{FF2B5EF4-FFF2-40B4-BE49-F238E27FC236}">
                <a16:creationId xmlns:a16="http://schemas.microsoft.com/office/drawing/2014/main" id="{953B5177-9BDA-5DF1-2654-40F84CED969A}"/>
              </a:ext>
            </a:extLst>
          </p:cNvPr>
          <p:cNvSpPr>
            <a:spLocks noGrp="1"/>
          </p:cNvSpPr>
          <p:nvPr>
            <p:ph type="body" sz="quarter" idx="18" hasCustomPrompt="1"/>
          </p:nvPr>
        </p:nvSpPr>
        <p:spPr>
          <a:xfrm>
            <a:off x="1702543" y="4617638"/>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3" name="Rectangle: Rounded Corners 14">
            <a:extLst>
              <a:ext uri="{FF2B5EF4-FFF2-40B4-BE49-F238E27FC236}">
                <a16:creationId xmlns:a16="http://schemas.microsoft.com/office/drawing/2014/main" id="{A5B475CB-72C2-5DA6-7F4B-A11AA9DCF4BD}"/>
              </a:ext>
            </a:extLst>
          </p:cNvPr>
          <p:cNvSpPr/>
          <p:nvPr userDrawn="1"/>
        </p:nvSpPr>
        <p:spPr>
          <a:xfrm>
            <a:off x="8248904"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4" name="Text Placeholder 37">
            <a:extLst>
              <a:ext uri="{FF2B5EF4-FFF2-40B4-BE49-F238E27FC236}">
                <a16:creationId xmlns:a16="http://schemas.microsoft.com/office/drawing/2014/main" id="{98BA58F2-33BE-123D-9CEF-7FFCF6EB2A59}"/>
              </a:ext>
            </a:extLst>
          </p:cNvPr>
          <p:cNvSpPr>
            <a:spLocks noGrp="1"/>
          </p:cNvSpPr>
          <p:nvPr>
            <p:ph type="body" sz="quarter" idx="20" hasCustomPrompt="1"/>
          </p:nvPr>
        </p:nvSpPr>
        <p:spPr>
          <a:xfrm>
            <a:off x="9529964" y="2486421"/>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6" name="Rectangle: Rounded Corners 14">
            <a:extLst>
              <a:ext uri="{FF2B5EF4-FFF2-40B4-BE49-F238E27FC236}">
                <a16:creationId xmlns:a16="http://schemas.microsoft.com/office/drawing/2014/main" id="{6FC7776F-E0BD-07D6-3B13-FA34C298FA42}"/>
              </a:ext>
            </a:extLst>
          </p:cNvPr>
          <p:cNvSpPr/>
          <p:nvPr userDrawn="1"/>
        </p:nvSpPr>
        <p:spPr>
          <a:xfrm>
            <a:off x="4335193" y="1954198"/>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7" name="Text Placeholder 37">
            <a:extLst>
              <a:ext uri="{FF2B5EF4-FFF2-40B4-BE49-F238E27FC236}">
                <a16:creationId xmlns:a16="http://schemas.microsoft.com/office/drawing/2014/main" id="{22CD3051-126F-857F-1DC9-D67B4E2B2BE9}"/>
              </a:ext>
            </a:extLst>
          </p:cNvPr>
          <p:cNvSpPr>
            <a:spLocks noGrp="1"/>
          </p:cNvSpPr>
          <p:nvPr>
            <p:ph type="body" sz="quarter" idx="22" hasCustomPrompt="1"/>
          </p:nvPr>
        </p:nvSpPr>
        <p:spPr>
          <a:xfrm>
            <a:off x="5616253" y="2486421"/>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10" name="Rectangle: Rounded Corners 14">
            <a:extLst>
              <a:ext uri="{FF2B5EF4-FFF2-40B4-BE49-F238E27FC236}">
                <a16:creationId xmlns:a16="http://schemas.microsoft.com/office/drawing/2014/main" id="{F1D15092-6C97-448C-5A10-94969E090303}"/>
              </a:ext>
            </a:extLst>
          </p:cNvPr>
          <p:cNvSpPr/>
          <p:nvPr userDrawn="1"/>
        </p:nvSpPr>
        <p:spPr>
          <a:xfrm>
            <a:off x="4335193"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11" name="Text Placeholder 37">
            <a:extLst>
              <a:ext uri="{FF2B5EF4-FFF2-40B4-BE49-F238E27FC236}">
                <a16:creationId xmlns:a16="http://schemas.microsoft.com/office/drawing/2014/main" id="{73E22F3E-D239-535A-31BB-7FA69E425ACF}"/>
              </a:ext>
            </a:extLst>
          </p:cNvPr>
          <p:cNvSpPr>
            <a:spLocks noGrp="1"/>
          </p:cNvSpPr>
          <p:nvPr>
            <p:ph type="body" sz="quarter" idx="24" hasCustomPrompt="1"/>
          </p:nvPr>
        </p:nvSpPr>
        <p:spPr>
          <a:xfrm>
            <a:off x="5616253" y="4617638"/>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13" name="Rectangle: Rounded Corners 14">
            <a:extLst>
              <a:ext uri="{FF2B5EF4-FFF2-40B4-BE49-F238E27FC236}">
                <a16:creationId xmlns:a16="http://schemas.microsoft.com/office/drawing/2014/main" id="{668F1842-A029-8577-1313-202C5B12D1E5}"/>
              </a:ext>
            </a:extLst>
          </p:cNvPr>
          <p:cNvSpPr/>
          <p:nvPr userDrawn="1"/>
        </p:nvSpPr>
        <p:spPr>
          <a:xfrm>
            <a:off x="8251327" y="4085415"/>
            <a:ext cx="3600196" cy="1792653"/>
          </a:xfrm>
          <a:prstGeom prst="roundRect">
            <a:avLst>
              <a:gd name="adj" fmla="val 739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latin typeface="+mn-lt"/>
            </a:endParaRPr>
          </a:p>
        </p:txBody>
      </p:sp>
      <p:sp>
        <p:nvSpPr>
          <p:cNvPr id="14" name="Text Placeholder 37">
            <a:extLst>
              <a:ext uri="{FF2B5EF4-FFF2-40B4-BE49-F238E27FC236}">
                <a16:creationId xmlns:a16="http://schemas.microsoft.com/office/drawing/2014/main" id="{DE014517-16BD-2C94-81FC-CDCCF037A972}"/>
              </a:ext>
            </a:extLst>
          </p:cNvPr>
          <p:cNvSpPr>
            <a:spLocks noGrp="1"/>
          </p:cNvSpPr>
          <p:nvPr>
            <p:ph type="body" sz="quarter" idx="26" hasCustomPrompt="1"/>
          </p:nvPr>
        </p:nvSpPr>
        <p:spPr>
          <a:xfrm>
            <a:off x="9532387" y="4617638"/>
            <a:ext cx="1884680" cy="707886"/>
          </a:xfrm>
        </p:spPr>
        <p:txBody>
          <a:bodyPr anchor="b"/>
          <a:lstStyle>
            <a:lvl1pPr marL="0" indent="0">
              <a:lnSpc>
                <a:spcPct val="100000"/>
              </a:lnSpc>
              <a:buNone/>
              <a:defRPr sz="2000" b="0" i="0">
                <a:solidFill>
                  <a:schemeClr val="tx1"/>
                </a:solidFill>
                <a:latin typeface="+mn-lt"/>
                <a:ea typeface="Amazon Ember Display" panose="020F0603020204020204" pitchFamily="34" charset="0"/>
                <a:cs typeface="Amazon Ember Display" panose="020F0603020204020204" pitchFamily="34"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High-level agenda item</a:t>
            </a:r>
          </a:p>
        </p:txBody>
      </p:sp>
      <p:sp>
        <p:nvSpPr>
          <p:cNvPr id="16" name="TextBox 15">
            <a:extLst>
              <a:ext uri="{FF2B5EF4-FFF2-40B4-BE49-F238E27FC236}">
                <a16:creationId xmlns:a16="http://schemas.microsoft.com/office/drawing/2014/main" id="{50490370-8095-4FF7-9907-E4C4C470F817}"/>
              </a:ext>
            </a:extLst>
          </p:cNvPr>
          <p:cNvSpPr txBox="1"/>
          <p:nvPr userDrawn="1"/>
        </p:nvSpPr>
        <p:spPr>
          <a:xfrm>
            <a:off x="421483" y="2388859"/>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01</a:t>
            </a:r>
          </a:p>
        </p:txBody>
      </p:sp>
      <p:sp>
        <p:nvSpPr>
          <p:cNvPr id="24" name="TextBox 23">
            <a:extLst>
              <a:ext uri="{FF2B5EF4-FFF2-40B4-BE49-F238E27FC236}">
                <a16:creationId xmlns:a16="http://schemas.microsoft.com/office/drawing/2014/main" id="{3AEE7DEE-7D9A-4276-9EB6-752424F39F1C}"/>
              </a:ext>
            </a:extLst>
          </p:cNvPr>
          <p:cNvSpPr txBox="1"/>
          <p:nvPr userDrawn="1"/>
        </p:nvSpPr>
        <p:spPr>
          <a:xfrm>
            <a:off x="4326021" y="2378699"/>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02</a:t>
            </a:r>
          </a:p>
        </p:txBody>
      </p:sp>
      <p:sp>
        <p:nvSpPr>
          <p:cNvPr id="25" name="TextBox 24">
            <a:extLst>
              <a:ext uri="{FF2B5EF4-FFF2-40B4-BE49-F238E27FC236}">
                <a16:creationId xmlns:a16="http://schemas.microsoft.com/office/drawing/2014/main" id="{5C8147F8-4CFA-4453-AD1E-42C05058C1A8}"/>
              </a:ext>
            </a:extLst>
          </p:cNvPr>
          <p:cNvSpPr txBox="1"/>
          <p:nvPr userDrawn="1"/>
        </p:nvSpPr>
        <p:spPr>
          <a:xfrm>
            <a:off x="8249257" y="2404167"/>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03</a:t>
            </a:r>
          </a:p>
        </p:txBody>
      </p:sp>
      <p:sp>
        <p:nvSpPr>
          <p:cNvPr id="27" name="TextBox 26">
            <a:extLst>
              <a:ext uri="{FF2B5EF4-FFF2-40B4-BE49-F238E27FC236}">
                <a16:creationId xmlns:a16="http://schemas.microsoft.com/office/drawing/2014/main" id="{0C44F348-0DC8-42B8-BA62-8E316ABD3433}"/>
              </a:ext>
            </a:extLst>
          </p:cNvPr>
          <p:cNvSpPr txBox="1"/>
          <p:nvPr userDrawn="1"/>
        </p:nvSpPr>
        <p:spPr>
          <a:xfrm>
            <a:off x="404943" y="4538491"/>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04</a:t>
            </a:r>
          </a:p>
        </p:txBody>
      </p:sp>
      <p:sp>
        <p:nvSpPr>
          <p:cNvPr id="28" name="TextBox 27">
            <a:extLst>
              <a:ext uri="{FF2B5EF4-FFF2-40B4-BE49-F238E27FC236}">
                <a16:creationId xmlns:a16="http://schemas.microsoft.com/office/drawing/2014/main" id="{5B21C583-3D85-4D98-B68A-206066A4ABFC}"/>
              </a:ext>
            </a:extLst>
          </p:cNvPr>
          <p:cNvSpPr txBox="1"/>
          <p:nvPr userDrawn="1"/>
        </p:nvSpPr>
        <p:spPr>
          <a:xfrm>
            <a:off x="4344408" y="4509916"/>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05</a:t>
            </a:r>
          </a:p>
        </p:txBody>
      </p:sp>
      <p:sp>
        <p:nvSpPr>
          <p:cNvPr id="29" name="TextBox 28">
            <a:extLst>
              <a:ext uri="{FF2B5EF4-FFF2-40B4-BE49-F238E27FC236}">
                <a16:creationId xmlns:a16="http://schemas.microsoft.com/office/drawing/2014/main" id="{8A032C29-7FB4-421D-A53F-BF6A05E85DC1}"/>
              </a:ext>
            </a:extLst>
          </p:cNvPr>
          <p:cNvSpPr txBox="1"/>
          <p:nvPr userDrawn="1"/>
        </p:nvSpPr>
        <p:spPr>
          <a:xfrm>
            <a:off x="8249257" y="4520076"/>
            <a:ext cx="1028700" cy="923330"/>
          </a:xfrm>
          <a:prstGeom prst="rect">
            <a:avLst/>
          </a:prstGeom>
          <a:noFill/>
        </p:spPr>
        <p:txBody>
          <a:bodyPr wrap="square" lIns="0" rIns="0" rtlCol="0">
            <a:spAutoFit/>
          </a:bodyPr>
          <a:lstStyle/>
          <a:p>
            <a:pPr algn="ctr"/>
            <a:r>
              <a:rPr lang="en-US" sz="5400" b="1" dirty="0">
                <a:solidFill>
                  <a:schemeClr val="bg2">
                    <a:lumMod val="25000"/>
                    <a:lumOff val="75000"/>
                  </a:schemeClr>
                </a:solidFill>
                <a:latin typeface="Amazon Ember Mono" panose="020B0509020204020204" pitchFamily="49" charset="0"/>
                <a:ea typeface="Amazon Ember Mono" panose="020B0509020204020204" pitchFamily="49" charset="0"/>
                <a:cs typeface="Amazon Ember Mono" panose="020B0509020204020204" pitchFamily="49" charset="0"/>
              </a:rPr>
              <a:t>06</a:t>
            </a:r>
          </a:p>
        </p:txBody>
      </p:sp>
      <p:sp>
        <p:nvSpPr>
          <p:cNvPr id="30" name="Title 1">
            <a:extLst>
              <a:ext uri="{FF2B5EF4-FFF2-40B4-BE49-F238E27FC236}">
                <a16:creationId xmlns:a16="http://schemas.microsoft.com/office/drawing/2014/main" id="{74744BA4-7C49-44B6-8EA8-A61708128779}"/>
              </a:ext>
            </a:extLst>
          </p:cNvPr>
          <p:cNvSpPr>
            <a:spLocks noGrp="1"/>
          </p:cNvSpPr>
          <p:nvPr>
            <p:ph type="title" hasCustomPrompt="1"/>
          </p:nvPr>
        </p:nvSpPr>
        <p:spPr>
          <a:xfrm>
            <a:off x="425038" y="307752"/>
            <a:ext cx="11430000" cy="638175"/>
          </a:xfrm>
        </p:spPr>
        <p:txBody>
          <a:bodyPr/>
          <a:lstStyle>
            <a:lvl1pPr>
              <a:defRPr/>
            </a:lvl1pPr>
          </a:lstStyle>
          <a:p>
            <a:r>
              <a:rPr lang="en-US" dirty="0"/>
              <a:t>Agenda</a:t>
            </a:r>
          </a:p>
        </p:txBody>
      </p:sp>
    </p:spTree>
    <p:extLst>
      <p:ext uri="{BB962C8B-B14F-4D97-AF65-F5344CB8AC3E}">
        <p14:creationId xmlns:p14="http://schemas.microsoft.com/office/powerpoint/2010/main" val="1135475613"/>
      </p:ext>
    </p:extLst>
  </p:cSld>
  <p:clrMapOvr>
    <a:masterClrMapping/>
  </p:clrMapOvr>
  <p:extLst>
    <p:ext uri="{DCECCB84-F9BA-43D5-87BE-67443E8EF086}">
      <p15:sldGuideLst xmlns:p15="http://schemas.microsoft.com/office/powerpoint/2012/main">
        <p15:guide id="1" orient="horz" pos="1944" userDrawn="1">
          <p15:clr>
            <a:srgbClr val="FBAE40"/>
          </p15:clr>
        </p15:guide>
        <p15:guide id="2" orient="horz" pos="32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3FA-018C-42B4-99E2-A1521E83ABDD}"/>
              </a:ext>
            </a:extLst>
          </p:cNvPr>
          <p:cNvSpPr>
            <a:spLocks noGrp="1"/>
          </p:cNvSpPr>
          <p:nvPr>
            <p:ph type="title" hasCustomPrompt="1"/>
          </p:nvPr>
        </p:nvSpPr>
        <p:spPr>
          <a:xfrm>
            <a:off x="-1" y="-647700"/>
            <a:ext cx="12479867" cy="638175"/>
          </a:xfrm>
        </p:spPr>
        <p:txBody>
          <a:bodyPr/>
          <a:lstStyle>
            <a:lvl1pPr>
              <a:defRPr sz="2400">
                <a:solidFill>
                  <a:schemeClr val="bg1">
                    <a:lumMod val="65000"/>
                    <a:lumOff val="35000"/>
                  </a:schemeClr>
                </a:solidFill>
              </a:defRPr>
            </a:lvl1pPr>
          </a:lstStyle>
          <a:p>
            <a:r>
              <a:rPr lang="en-US"/>
              <a:t>Blank layout (enter descriptive title here for accessibility)</a:t>
            </a:r>
          </a:p>
        </p:txBody>
      </p:sp>
    </p:spTree>
    <p:extLst>
      <p:ext uri="{BB962C8B-B14F-4D97-AF65-F5344CB8AC3E}">
        <p14:creationId xmlns:p14="http://schemas.microsoft.com/office/powerpoint/2010/main" val="600348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425038" y="355015"/>
            <a:ext cx="11430001" cy="638175"/>
          </a:xfrm>
        </p:spPr>
        <p:txBody>
          <a:bodyPr/>
          <a:lstStyle>
            <a:lvl1pPr>
              <a:defRPr/>
            </a:lvl1pPr>
          </a:lstStyle>
          <a:p>
            <a:r>
              <a:rPr lang="en-US" dirty="0"/>
              <a:t>Title only layout</a:t>
            </a:r>
          </a:p>
        </p:txBody>
      </p:sp>
    </p:spTree>
    <p:extLst>
      <p:ext uri="{BB962C8B-B14F-4D97-AF65-F5344CB8AC3E}">
        <p14:creationId xmlns:p14="http://schemas.microsoft.com/office/powerpoint/2010/main" val="211840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425038" y="1051130"/>
            <a:ext cx="11416450"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8" name="Title 1">
            <a:extLst>
              <a:ext uri="{FF2B5EF4-FFF2-40B4-BE49-F238E27FC236}">
                <a16:creationId xmlns:a16="http://schemas.microsoft.com/office/drawing/2014/main" id="{5E353A7C-118D-EB9D-83D3-ABB36CA1BE19}"/>
              </a:ext>
            </a:extLst>
          </p:cNvPr>
          <p:cNvSpPr>
            <a:spLocks noGrp="1"/>
          </p:cNvSpPr>
          <p:nvPr>
            <p:ph type="title" hasCustomPrompt="1"/>
          </p:nvPr>
        </p:nvSpPr>
        <p:spPr>
          <a:xfrm>
            <a:off x="425038" y="355015"/>
            <a:ext cx="11430001" cy="638175"/>
          </a:xfrm>
        </p:spPr>
        <p:txBody>
          <a:bodyPr/>
          <a:lstStyle>
            <a:lvl1pPr>
              <a:defRPr/>
            </a:lvl1pPr>
          </a:lstStyle>
          <a:p>
            <a:r>
              <a:rPr lang="en-US" dirty="0"/>
              <a:t>Title and subtitle layout</a:t>
            </a:r>
          </a:p>
        </p:txBody>
      </p:sp>
    </p:spTree>
    <p:extLst>
      <p:ext uri="{BB962C8B-B14F-4D97-AF65-F5344CB8AC3E}">
        <p14:creationId xmlns:p14="http://schemas.microsoft.com/office/powerpoint/2010/main" val="346539161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9B2D-B36B-40AC-9254-12739BCD5930}"/>
              </a:ext>
            </a:extLst>
          </p:cNvPr>
          <p:cNvSpPr>
            <a:spLocks noGrp="1"/>
          </p:cNvSpPr>
          <p:nvPr>
            <p:ph type="title" hasCustomPrompt="1"/>
          </p:nvPr>
        </p:nvSpPr>
        <p:spPr/>
        <p:txBody>
          <a:bodyPr/>
          <a:lstStyle>
            <a:lvl1pPr>
              <a:defRPr/>
            </a:lvl1pPr>
          </a:lstStyle>
          <a:p>
            <a:r>
              <a:rPr lang="en-US"/>
              <a:t>Title and content layout</a:t>
            </a:r>
          </a:p>
        </p:txBody>
      </p:sp>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a:xfrm>
            <a:off x="425038" y="1384288"/>
            <a:ext cx="11430001"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50564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e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p:txBody>
          <a:bodyPr/>
          <a:lstStyle>
            <a:lvl1pPr>
              <a:defRPr/>
            </a:lvl1pPr>
          </a:lstStyle>
          <a:p>
            <a:r>
              <a:rPr lang="en-US"/>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419100" y="1379208"/>
            <a:ext cx="11430000" cy="2154436"/>
          </a:xfrm>
        </p:spPr>
        <p:txBody>
          <a:bodyPr/>
          <a:lstStyle>
            <a:lvl1pPr marL="344488" indent="-344488">
              <a:lnSpc>
                <a:spcPct val="100000"/>
              </a:lnSpc>
              <a:tabLst/>
              <a:defRPr/>
            </a:lvl1pPr>
            <a:lvl2pPr marL="577850" indent="-349250">
              <a:lnSpc>
                <a:spcPct val="100000"/>
              </a:lnSpc>
              <a:tabLst/>
              <a:defRPr/>
            </a:lvl2pPr>
            <a:lvl3pPr marL="750888" indent="-293688">
              <a:lnSpc>
                <a:spcPct val="100000"/>
              </a:lnSpc>
              <a:tabLst/>
              <a:defRPr/>
            </a:lvl3pPr>
            <a:lvl4pPr marL="923925" indent="-238125">
              <a:lnSpc>
                <a:spcPct val="100000"/>
              </a:lnSpc>
              <a:tabLst/>
              <a:defRPr/>
            </a:lvl4pPr>
            <a:lvl5pPr marL="923925" indent="-238125">
              <a:lnSpc>
                <a:spcPct val="100000"/>
              </a:lnSpc>
              <a:tabLst/>
              <a:defRPr/>
            </a:lvl5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0122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F57A7C1-7536-4D4B-BE66-71930AD49764}"/>
              </a:ext>
            </a:extLst>
          </p:cNvPr>
          <p:cNvSpPr>
            <a:spLocks noGrp="1"/>
          </p:cNvSpPr>
          <p:nvPr>
            <p:ph sz="quarter" idx="11" hasCustomPrompt="1"/>
          </p:nvPr>
        </p:nvSpPr>
        <p:spPr>
          <a:xfrm>
            <a:off x="425038" y="1714500"/>
            <a:ext cx="11430000" cy="2215991"/>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a:extLst>
              <a:ext uri="{FF2B5EF4-FFF2-40B4-BE49-F238E27FC236}">
                <a16:creationId xmlns:a16="http://schemas.microsoft.com/office/drawing/2014/main" id="{26533B27-C869-906A-42B9-A3B4EB3734F2}"/>
              </a:ext>
            </a:extLst>
          </p:cNvPr>
          <p:cNvSpPr>
            <a:spLocks noGrp="1"/>
          </p:cNvSpPr>
          <p:nvPr>
            <p:ph type="body" sz="quarter" idx="10" hasCustomPrompt="1"/>
          </p:nvPr>
        </p:nvSpPr>
        <p:spPr>
          <a:xfrm>
            <a:off x="425038" y="1051130"/>
            <a:ext cx="11416450"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5C245E11-CD57-0DC2-F98E-E23501A81549}"/>
              </a:ext>
            </a:extLst>
          </p:cNvPr>
          <p:cNvSpPr>
            <a:spLocks noGrp="1"/>
          </p:cNvSpPr>
          <p:nvPr>
            <p:ph type="title" hasCustomPrompt="1"/>
          </p:nvPr>
        </p:nvSpPr>
        <p:spPr>
          <a:xfrm>
            <a:off x="425038" y="355015"/>
            <a:ext cx="11430001" cy="638175"/>
          </a:xfrm>
        </p:spPr>
        <p:txBody>
          <a:bodyPr/>
          <a:lstStyle>
            <a:lvl1pPr>
              <a:defRPr/>
            </a:lvl1pPr>
          </a:lstStyle>
          <a:p>
            <a:r>
              <a:rPr lang="en-US" dirty="0"/>
              <a:t>Title, subtitle, and content layout</a:t>
            </a:r>
          </a:p>
        </p:txBody>
      </p:sp>
    </p:spTree>
    <p:extLst>
      <p:ext uri="{BB962C8B-B14F-4D97-AF65-F5344CB8AC3E}">
        <p14:creationId xmlns:p14="http://schemas.microsoft.com/office/powerpoint/2010/main" val="157185233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432651" y="1718953"/>
            <a:ext cx="11428476"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bulleted slide content</a:t>
            </a:r>
          </a:p>
          <a:p>
            <a:pPr lvl="1"/>
            <a:r>
              <a:rPr lang="en-US"/>
              <a:t>Second level</a:t>
            </a:r>
          </a:p>
          <a:p>
            <a:pPr lvl="2"/>
            <a:r>
              <a:rPr lang="en-US"/>
              <a:t>Third level</a:t>
            </a:r>
          </a:p>
          <a:p>
            <a:pPr lvl="3"/>
            <a:r>
              <a:rPr lang="en-US"/>
              <a:t>Fourth level</a:t>
            </a:r>
          </a:p>
          <a:p>
            <a:pPr lvl="4"/>
            <a:r>
              <a:rPr lang="en-US"/>
              <a:t>Fifth level</a:t>
            </a:r>
          </a:p>
        </p:txBody>
      </p:sp>
      <p:sp>
        <p:nvSpPr>
          <p:cNvPr id="8" name="Text Placeholder 3">
            <a:extLst>
              <a:ext uri="{FF2B5EF4-FFF2-40B4-BE49-F238E27FC236}">
                <a16:creationId xmlns:a16="http://schemas.microsoft.com/office/drawing/2014/main" id="{A897A4EB-DEC7-4ECF-C9F0-40FEC2CE8C10}"/>
              </a:ext>
            </a:extLst>
          </p:cNvPr>
          <p:cNvSpPr>
            <a:spLocks noGrp="1"/>
          </p:cNvSpPr>
          <p:nvPr>
            <p:ph type="body" sz="quarter" idx="10" hasCustomPrompt="1"/>
          </p:nvPr>
        </p:nvSpPr>
        <p:spPr>
          <a:xfrm>
            <a:off x="425038" y="1051130"/>
            <a:ext cx="11416450"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1BF3B587-2CF3-0A49-DC35-6C0270C94C3E}"/>
              </a:ext>
            </a:extLst>
          </p:cNvPr>
          <p:cNvSpPr>
            <a:spLocks noGrp="1"/>
          </p:cNvSpPr>
          <p:nvPr>
            <p:ph type="title" hasCustomPrompt="1"/>
          </p:nvPr>
        </p:nvSpPr>
        <p:spPr>
          <a:xfrm>
            <a:off x="425038" y="355015"/>
            <a:ext cx="11430001" cy="638175"/>
          </a:xfrm>
        </p:spPr>
        <p:txBody>
          <a:bodyPr/>
          <a:lstStyle>
            <a:lvl1pPr>
              <a:defRPr/>
            </a:lvl1pPr>
          </a:lstStyle>
          <a:p>
            <a:r>
              <a:rPr lang="en-US" dirty="0"/>
              <a:t>Title, subtitle, and bulleted content layout</a:t>
            </a:r>
          </a:p>
        </p:txBody>
      </p:sp>
    </p:spTree>
    <p:extLst>
      <p:ext uri="{BB962C8B-B14F-4D97-AF65-F5344CB8AC3E}">
        <p14:creationId xmlns:p14="http://schemas.microsoft.com/office/powerpoint/2010/main" val="365872026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plit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430976" y="2205761"/>
            <a:ext cx="4512969" cy="1223239"/>
          </a:xfrm>
        </p:spPr>
        <p:txBody>
          <a:bodyPr/>
          <a:lstStyle>
            <a:lvl1pPr>
              <a:lnSpc>
                <a:spcPct val="100000"/>
              </a:lnSpc>
              <a:defRPr/>
            </a:lvl1pPr>
          </a:lstStyle>
          <a:p>
            <a:r>
              <a:rPr lang="en-US"/>
              <a:t>Two-column split layout</a:t>
            </a:r>
          </a:p>
        </p:txBody>
      </p:sp>
      <p:sp>
        <p:nvSpPr>
          <p:cNvPr id="67" name="Content Placeholder 5">
            <a:extLst>
              <a:ext uri="{FF2B5EF4-FFF2-40B4-BE49-F238E27FC236}">
                <a16:creationId xmlns:a16="http://schemas.microsoft.com/office/drawing/2014/main" id="{026DE44C-E9F0-9274-C6EF-480B89C93754}"/>
              </a:ext>
            </a:extLst>
          </p:cNvPr>
          <p:cNvSpPr>
            <a:spLocks noGrp="1"/>
          </p:cNvSpPr>
          <p:nvPr>
            <p:ph sz="quarter" idx="11" hasCustomPrompt="1"/>
          </p:nvPr>
        </p:nvSpPr>
        <p:spPr>
          <a:xfrm>
            <a:off x="6210300" y="342900"/>
            <a:ext cx="5638800" cy="5867400"/>
          </a:xfrm>
        </p:spPr>
        <p:txBody>
          <a:bodyPr anchor="ctr">
            <a:noAutofit/>
          </a:bodyPr>
          <a:lstStyle>
            <a:lvl1pPr marL="0" indent="0">
              <a:lnSpc>
                <a:spcPct val="100000"/>
              </a:lnSpc>
              <a:buNone/>
              <a:defRPr sz="2200"/>
            </a:lvl1pPr>
            <a:lvl2pPr marL="228600" indent="0">
              <a:lnSpc>
                <a:spcPct val="100000"/>
              </a:lnSpc>
              <a:buNone/>
              <a:defRPr sz="2200"/>
            </a:lvl2pPr>
            <a:lvl3pPr marL="457200" indent="0">
              <a:lnSpc>
                <a:spcPct val="100000"/>
              </a:lnSpc>
              <a:buNone/>
              <a:defRPr sz="2200"/>
            </a:lvl3pPr>
            <a:lvl4pPr marL="685800" indent="0">
              <a:lnSpc>
                <a:spcPct val="100000"/>
              </a:lnSpc>
              <a:buNone/>
              <a:defRPr sz="2200"/>
            </a:lvl4pPr>
            <a:lvl5pPr marL="685800" indent="0">
              <a:lnSpc>
                <a:spcPct val="100000"/>
              </a:lnSpc>
              <a:buNone/>
              <a:defRPr sz="22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62A99E-A782-B58E-F99E-24FD392305D7}"/>
              </a:ext>
            </a:extLst>
          </p:cNvPr>
          <p:cNvSpPr>
            <a:spLocks noGrp="1"/>
          </p:cNvSpPr>
          <p:nvPr>
            <p:ph type="body" sz="quarter" idx="10" hasCustomPrompt="1"/>
          </p:nvPr>
        </p:nvSpPr>
        <p:spPr>
          <a:xfrm>
            <a:off x="432499" y="3491104"/>
            <a:ext cx="4511446"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3208549416"/>
      </p:ext>
    </p:extLst>
  </p:cSld>
  <p:clrMapOvr>
    <a:masterClrMapping/>
  </p:clrMapOvr>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hoto, content">
    <p:bg>
      <p:bgPr>
        <a:solidFill>
          <a:schemeClr val="bg1"/>
        </a:solidFill>
        <a:effectLst/>
      </p:bgPr>
    </p:bg>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75D90089-32EE-F5C2-4BB1-D9B6D2E65A8B}"/>
              </a:ext>
            </a:extLst>
          </p:cNvPr>
          <p:cNvSpPr>
            <a:spLocks noGrp="1"/>
          </p:cNvSpPr>
          <p:nvPr>
            <p:ph type="pic" sz="quarter" idx="12" hasCustomPrompt="1"/>
          </p:nvPr>
        </p:nvSpPr>
        <p:spPr>
          <a:xfrm>
            <a:off x="420624" y="1371600"/>
            <a:ext cx="5267952" cy="4838699"/>
          </a:xfrm>
          <a:prstGeom prst="roundRect">
            <a:avLst>
              <a:gd name="adj" fmla="val 3930"/>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3" name="Content Placeholder 3">
            <a:extLst>
              <a:ext uri="{FF2B5EF4-FFF2-40B4-BE49-F238E27FC236}">
                <a16:creationId xmlns:a16="http://schemas.microsoft.com/office/drawing/2014/main" id="{8CFB96E6-BBAC-AD0A-175B-7376E3B05072}"/>
              </a:ext>
            </a:extLst>
          </p:cNvPr>
          <p:cNvSpPr>
            <a:spLocks noGrp="1"/>
          </p:cNvSpPr>
          <p:nvPr>
            <p:ph sz="half" idx="13" hasCustomPrompt="1"/>
          </p:nvPr>
        </p:nvSpPr>
        <p:spPr>
          <a:xfrm>
            <a:off x="6206196" y="1375464"/>
            <a:ext cx="5642904" cy="4834835"/>
          </a:xfrm>
        </p:spPr>
        <p:txBody>
          <a:bodyPr/>
          <a:lstStyle>
            <a:lvl1pPr marL="0" indent="0">
              <a:lnSpc>
                <a:spcPct val="100000"/>
              </a:lnSpc>
              <a:spcAft>
                <a:spcPts val="800"/>
              </a:spcAft>
              <a:buNone/>
              <a:defRPr sz="2400"/>
            </a:lvl1pPr>
            <a:lvl2pPr marL="228600" indent="0">
              <a:lnSpc>
                <a:spcPct val="100000"/>
              </a:lnSpc>
              <a:spcAft>
                <a:spcPts val="600"/>
              </a:spcAft>
              <a:buNone/>
              <a:defRPr sz="2000"/>
            </a:lvl2pPr>
            <a:lvl3pPr marL="457200" indent="0">
              <a:lnSpc>
                <a:spcPct val="100000"/>
              </a:lnSpc>
              <a:buNone/>
              <a:defRPr sz="1800"/>
            </a:lvl3pPr>
            <a:lvl4pPr marL="685800" indent="0">
              <a:lnSpc>
                <a:spcPct val="100000"/>
              </a:lnSpc>
              <a:buNone/>
              <a:defRPr sz="1600"/>
            </a:lvl4pPr>
            <a:lvl5pPr marL="685800" indent="0">
              <a:lnSpc>
                <a:spcPct val="100000"/>
              </a:lnSpc>
              <a:buNone/>
              <a:defRPr sz="16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2AC20348-E270-3649-15FB-DBA2D6E8FA80}"/>
              </a:ext>
            </a:extLst>
          </p:cNvPr>
          <p:cNvSpPr>
            <a:spLocks noGrp="1"/>
          </p:cNvSpPr>
          <p:nvPr>
            <p:ph type="title" hasCustomPrompt="1"/>
          </p:nvPr>
        </p:nvSpPr>
        <p:spPr>
          <a:xfrm>
            <a:off x="425038" y="348838"/>
            <a:ext cx="11424062" cy="641762"/>
          </a:xfrm>
        </p:spPr>
        <p:txBody>
          <a:bodyPr anchor="t"/>
          <a:lstStyle>
            <a:lvl1pPr>
              <a:defRPr sz="3200"/>
            </a:lvl1pPr>
          </a:lstStyle>
          <a:p>
            <a:r>
              <a:rPr lang="en-US" dirty="0"/>
              <a:t>Image with text layout</a:t>
            </a:r>
          </a:p>
        </p:txBody>
      </p:sp>
    </p:spTree>
    <p:extLst>
      <p:ext uri="{BB962C8B-B14F-4D97-AF65-F5344CB8AC3E}">
        <p14:creationId xmlns:p14="http://schemas.microsoft.com/office/powerpoint/2010/main" val="7730673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7ABE728A-88F0-A7F4-7EEB-7ECB91002550}"/>
              </a:ext>
            </a:extLst>
          </p:cNvPr>
          <p:cNvSpPr>
            <a:spLocks noGrp="1"/>
          </p:cNvSpPr>
          <p:nvPr>
            <p:ph type="pic" sz="quarter" idx="14" hasCustomPrompt="1"/>
          </p:nvPr>
        </p:nvSpPr>
        <p:spPr>
          <a:xfrm>
            <a:off x="6248400" y="0"/>
            <a:ext cx="5943600" cy="6858000"/>
          </a:xfrm>
        </p:spPr>
        <p:txBody>
          <a:bodyPr anchor="ctr">
            <a:noAutofit/>
          </a:bodyPr>
          <a:lstStyle>
            <a:lvl1pPr marL="0" indent="0" algn="ctr">
              <a:buNone/>
              <a:defRPr sz="1800"/>
            </a:lvl1pPr>
          </a:lstStyle>
          <a:p>
            <a:r>
              <a:rPr lang="en-US" dirty="0"/>
              <a:t>Click icon to add image</a:t>
            </a:r>
            <a:br>
              <a:rPr lang="en-US" dirty="0"/>
            </a:br>
            <a:br>
              <a:rPr lang="en-US" dirty="0"/>
            </a:br>
            <a:endParaRPr lang="en-US" dirty="0"/>
          </a:p>
          <a:p>
            <a:endParaRPr lang="en-US" dirty="0"/>
          </a:p>
        </p:txBody>
      </p:sp>
      <p:sp>
        <p:nvSpPr>
          <p:cNvPr id="12" name="Content Placeholder 10">
            <a:extLst>
              <a:ext uri="{FF2B5EF4-FFF2-40B4-BE49-F238E27FC236}">
                <a16:creationId xmlns:a16="http://schemas.microsoft.com/office/drawing/2014/main" id="{A07AADC7-4137-55D8-2DD5-7F564F3E6472}"/>
              </a:ext>
            </a:extLst>
          </p:cNvPr>
          <p:cNvSpPr>
            <a:spLocks noGrp="1"/>
          </p:cNvSpPr>
          <p:nvPr>
            <p:ph sz="quarter" idx="15" hasCustomPrompt="1"/>
          </p:nvPr>
        </p:nvSpPr>
        <p:spPr>
          <a:xfrm>
            <a:off x="419100" y="1371600"/>
            <a:ext cx="5524500" cy="4838700"/>
          </a:xfrm>
        </p:spPr>
        <p:txBody>
          <a:bodyPr>
            <a:noAutofit/>
          </a:bodyPr>
          <a:lstStyle>
            <a:lvl1pPr>
              <a:defRPr/>
            </a:lvl1pPr>
          </a:lstStyle>
          <a:p>
            <a:pPr lvl="0"/>
            <a:r>
              <a:rPr lang="en-US"/>
              <a:t>Enter slide content</a:t>
            </a:r>
          </a:p>
          <a:p>
            <a:pPr lvl="1"/>
            <a:r>
              <a:rPr lang="en-US"/>
              <a:t>Second level</a:t>
            </a:r>
          </a:p>
          <a:p>
            <a:pPr lvl="2"/>
            <a:r>
              <a:rPr lang="en-US"/>
              <a:t>Third level</a:t>
            </a:r>
          </a:p>
        </p:txBody>
      </p:sp>
      <p:sp>
        <p:nvSpPr>
          <p:cNvPr id="14" name="Title 1">
            <a:extLst>
              <a:ext uri="{FF2B5EF4-FFF2-40B4-BE49-F238E27FC236}">
                <a16:creationId xmlns:a16="http://schemas.microsoft.com/office/drawing/2014/main" id="{80A5EF2A-6B19-91E3-D4AC-C09B90F39C31}"/>
              </a:ext>
            </a:extLst>
          </p:cNvPr>
          <p:cNvSpPr>
            <a:spLocks noGrp="1"/>
          </p:cNvSpPr>
          <p:nvPr>
            <p:ph type="title" hasCustomPrompt="1"/>
          </p:nvPr>
        </p:nvSpPr>
        <p:spPr>
          <a:xfrm>
            <a:off x="426562" y="342900"/>
            <a:ext cx="11422538" cy="649159"/>
          </a:xfrm>
        </p:spPr>
        <p:txBody>
          <a:bodyPr/>
          <a:lstStyle>
            <a:lvl1pPr>
              <a:defRPr/>
            </a:lvl1pPr>
          </a:lstStyle>
          <a:p>
            <a:r>
              <a:rPr lang="en-US" dirty="0"/>
              <a:t>Title, content, image layout</a:t>
            </a:r>
          </a:p>
        </p:txBody>
      </p:sp>
    </p:spTree>
    <p:extLst>
      <p:ext uri="{BB962C8B-B14F-4D97-AF65-F5344CB8AC3E}">
        <p14:creationId xmlns:p14="http://schemas.microsoft.com/office/powerpoint/2010/main" val="2281358072"/>
      </p:ext>
    </p:extLst>
  </p:cSld>
  <p:clrMapOvr>
    <a:masterClrMapping/>
  </p:clrMapOvr>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image_2">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8C8D795-EFA6-CAB2-DC1A-984AF693B336}"/>
              </a:ext>
            </a:extLst>
          </p:cNvPr>
          <p:cNvSpPr>
            <a:spLocks noGrp="1"/>
          </p:cNvSpPr>
          <p:nvPr>
            <p:ph idx="1" hasCustomPrompt="1"/>
          </p:nvPr>
        </p:nvSpPr>
        <p:spPr>
          <a:xfrm>
            <a:off x="425038" y="1615083"/>
            <a:ext cx="5791199" cy="452854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DE1E7C15-5FCB-D508-6617-48FD9D1E2380}"/>
              </a:ext>
            </a:extLst>
          </p:cNvPr>
          <p:cNvSpPr>
            <a:spLocks noGrp="1"/>
          </p:cNvSpPr>
          <p:nvPr>
            <p:ph type="title" hasCustomPrompt="1"/>
          </p:nvPr>
        </p:nvSpPr>
        <p:spPr>
          <a:xfrm>
            <a:off x="426562" y="342900"/>
            <a:ext cx="11422538" cy="649159"/>
          </a:xfrm>
        </p:spPr>
        <p:txBody>
          <a:bodyPr/>
          <a:lstStyle>
            <a:lvl1pPr>
              <a:defRPr/>
            </a:lvl1pPr>
          </a:lstStyle>
          <a:p>
            <a:r>
              <a:rPr lang="en-US" dirty="0"/>
              <a:t>Title, subtitle, content, image layout</a:t>
            </a:r>
          </a:p>
        </p:txBody>
      </p:sp>
      <p:sp>
        <p:nvSpPr>
          <p:cNvPr id="10" name="Text Placeholder 3">
            <a:extLst>
              <a:ext uri="{FF2B5EF4-FFF2-40B4-BE49-F238E27FC236}">
                <a16:creationId xmlns:a16="http://schemas.microsoft.com/office/drawing/2014/main" id="{B6D9906B-00A8-E965-4668-9C14C1AD8D70}"/>
              </a:ext>
            </a:extLst>
          </p:cNvPr>
          <p:cNvSpPr>
            <a:spLocks noGrp="1"/>
          </p:cNvSpPr>
          <p:nvPr>
            <p:ph type="body" sz="quarter" idx="11" hasCustomPrompt="1"/>
          </p:nvPr>
        </p:nvSpPr>
        <p:spPr>
          <a:xfrm>
            <a:off x="425038" y="1051130"/>
            <a:ext cx="11424062"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1" name="Picture Placeholder 6">
            <a:extLst>
              <a:ext uri="{FF2B5EF4-FFF2-40B4-BE49-F238E27FC236}">
                <a16:creationId xmlns:a16="http://schemas.microsoft.com/office/drawing/2014/main" id="{894C800D-263A-84AE-09B0-A12E69D8A1C2}"/>
              </a:ext>
            </a:extLst>
          </p:cNvPr>
          <p:cNvSpPr>
            <a:spLocks noGrp="1"/>
          </p:cNvSpPr>
          <p:nvPr>
            <p:ph type="pic" sz="quarter" idx="13" hasCustomPrompt="1"/>
          </p:nvPr>
        </p:nvSpPr>
        <p:spPr>
          <a:xfrm>
            <a:off x="6686566" y="342900"/>
            <a:ext cx="5162534" cy="5867400"/>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5942261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photo">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C0FBAC3-DE1C-A165-12D1-A8AC06706DCD}"/>
              </a:ext>
            </a:extLst>
          </p:cNvPr>
          <p:cNvSpPr>
            <a:spLocks noGrp="1"/>
          </p:cNvSpPr>
          <p:nvPr>
            <p:ph type="pic" sz="quarter" idx="12" hasCustomPrompt="1"/>
          </p:nvPr>
        </p:nvSpPr>
        <p:spPr>
          <a:xfrm>
            <a:off x="1893477" y="1485898"/>
            <a:ext cx="8405047" cy="4724402"/>
          </a:xfrm>
          <a:prstGeom prst="roundRect">
            <a:avLst>
              <a:gd name="adj" fmla="val 3930"/>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8" name="Text Placeholder 3">
            <a:extLst>
              <a:ext uri="{FF2B5EF4-FFF2-40B4-BE49-F238E27FC236}">
                <a16:creationId xmlns:a16="http://schemas.microsoft.com/office/drawing/2014/main" id="{FCCAD4ED-2188-B627-6CDA-9539CE07D9A5}"/>
              </a:ext>
            </a:extLst>
          </p:cNvPr>
          <p:cNvSpPr>
            <a:spLocks noGrp="1"/>
          </p:cNvSpPr>
          <p:nvPr>
            <p:ph type="body" sz="quarter" idx="10" hasCustomPrompt="1"/>
          </p:nvPr>
        </p:nvSpPr>
        <p:spPr>
          <a:xfrm>
            <a:off x="425038" y="1051130"/>
            <a:ext cx="11424061"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9" name="Title 1">
            <a:extLst>
              <a:ext uri="{FF2B5EF4-FFF2-40B4-BE49-F238E27FC236}">
                <a16:creationId xmlns:a16="http://schemas.microsoft.com/office/drawing/2014/main" id="{D47BD224-F150-DFCA-ABDE-7F725FB4BD3C}"/>
              </a:ext>
            </a:extLst>
          </p:cNvPr>
          <p:cNvSpPr>
            <a:spLocks noGrp="1"/>
          </p:cNvSpPr>
          <p:nvPr>
            <p:ph type="title" hasCustomPrompt="1"/>
          </p:nvPr>
        </p:nvSpPr>
        <p:spPr>
          <a:xfrm>
            <a:off x="425038" y="355015"/>
            <a:ext cx="11424061" cy="638175"/>
          </a:xfrm>
        </p:spPr>
        <p:txBody>
          <a:bodyPr/>
          <a:lstStyle>
            <a:lvl1pPr>
              <a:defRPr/>
            </a:lvl1pPr>
          </a:lstStyle>
          <a:p>
            <a:r>
              <a:rPr lang="en-US" dirty="0"/>
              <a:t>Image with title and subtitle layout</a:t>
            </a:r>
          </a:p>
        </p:txBody>
      </p:sp>
    </p:spTree>
    <p:extLst>
      <p:ext uri="{BB962C8B-B14F-4D97-AF65-F5344CB8AC3E}">
        <p14:creationId xmlns:p14="http://schemas.microsoft.com/office/powerpoint/2010/main" val="423324281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_Full bleed photo">
    <p:spTree>
      <p:nvGrpSpPr>
        <p:cNvPr id="1" name=""/>
        <p:cNvGrpSpPr/>
        <p:nvPr/>
      </p:nvGrpSpPr>
      <p:grpSpPr>
        <a:xfrm>
          <a:off x="0" y="0"/>
          <a:ext cx="0" cy="0"/>
          <a:chOff x="0" y="0"/>
          <a:chExt cx="0" cy="0"/>
        </a:xfrm>
      </p:grpSpPr>
      <p:sp>
        <p:nvSpPr>
          <p:cNvPr id="16" name="Picture Placeholder 6">
            <a:extLst>
              <a:ext uri="{FF2B5EF4-FFF2-40B4-BE49-F238E27FC236}">
                <a16:creationId xmlns:a16="http://schemas.microsoft.com/office/drawing/2014/main" id="{A27BB3CF-1205-0027-049B-BD3567B2E330}"/>
              </a:ext>
            </a:extLst>
          </p:cNvPr>
          <p:cNvSpPr>
            <a:spLocks noGrp="1"/>
          </p:cNvSpPr>
          <p:nvPr>
            <p:ph type="pic" sz="quarter" idx="13" hasCustomPrompt="1"/>
          </p:nvPr>
        </p:nvSpPr>
        <p:spPr>
          <a:xfrm>
            <a:off x="0" y="0"/>
            <a:ext cx="12192000" cy="6858000"/>
          </a:xfrm>
          <a:prstGeom prst="rect">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0" name="Title 2">
            <a:extLst>
              <a:ext uri="{FF2B5EF4-FFF2-40B4-BE49-F238E27FC236}">
                <a16:creationId xmlns:a16="http://schemas.microsoft.com/office/drawing/2014/main" id="{8478C7A9-D31C-969E-487C-F31C96AF24FE}"/>
              </a:ext>
            </a:extLst>
          </p:cNvPr>
          <p:cNvSpPr>
            <a:spLocks noGrp="1"/>
          </p:cNvSpPr>
          <p:nvPr>
            <p:ph type="title" hasCustomPrompt="1"/>
          </p:nvPr>
        </p:nvSpPr>
        <p:spPr>
          <a:xfrm>
            <a:off x="0" y="-796413"/>
            <a:ext cx="12192000" cy="786888"/>
          </a:xfrm>
        </p:spPr>
        <p:txBody>
          <a:bodyPr/>
          <a:lstStyle>
            <a:lvl1pPr>
              <a:defRPr sz="2400">
                <a:solidFill>
                  <a:schemeClr val="bg1">
                    <a:lumMod val="65000"/>
                    <a:lumOff val="35000"/>
                  </a:schemeClr>
                </a:solidFill>
              </a:defRPr>
            </a:lvl1pPr>
          </a:lstStyle>
          <a:p>
            <a:r>
              <a:rPr lang="en-US" dirty="0"/>
              <a:t>Full-screen image layout (enter descriptive title here for accessibility)</a:t>
            </a:r>
          </a:p>
        </p:txBody>
      </p:sp>
      <p:sp>
        <p:nvSpPr>
          <p:cNvPr id="4" name="TextBox 3">
            <a:extLst>
              <a:ext uri="{FF2B5EF4-FFF2-40B4-BE49-F238E27FC236}">
                <a16:creationId xmlns:a16="http://schemas.microsoft.com/office/drawing/2014/main" id="{9A85B178-48DE-F116-DA62-DDDD0C02C33F}"/>
              </a:ext>
            </a:extLst>
          </p:cNvPr>
          <p:cNvSpPr txBox="1"/>
          <p:nvPr userDrawn="1"/>
        </p:nvSpPr>
        <p:spPr>
          <a:xfrm>
            <a:off x="1141084" y="6389813"/>
            <a:ext cx="2601994" cy="184666"/>
          </a:xfrm>
          <a:prstGeom prst="rect">
            <a:avLst/>
          </a:prstGeom>
          <a:noFill/>
        </p:spPr>
        <p:txBody>
          <a:bodyPr wrap="none" rtlCol="0">
            <a:spAutoFit/>
          </a:bodyPr>
          <a:lstStyle/>
          <a:p>
            <a:pPr algn="l"/>
            <a:r>
              <a:rPr lang="en-US" sz="600" dirty="0"/>
              <a:t>© 2025, Amazon Web Services, Inc. or its affiliates. All rights reserved</a:t>
            </a:r>
          </a:p>
        </p:txBody>
      </p:sp>
      <p:pic>
        <p:nvPicPr>
          <p:cNvPr id="5" name="Graphic 4">
            <a:extLst>
              <a:ext uri="{FF2B5EF4-FFF2-40B4-BE49-F238E27FC236}">
                <a16:creationId xmlns:a16="http://schemas.microsoft.com/office/drawing/2014/main" id="{5FFA95F2-4148-1F47-512A-7995E770EF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 y="6338002"/>
            <a:ext cx="388818" cy="232516"/>
          </a:xfrm>
          <a:prstGeom prst="rect">
            <a:avLst/>
          </a:prstGeom>
        </p:spPr>
      </p:pic>
    </p:spTree>
    <p:extLst>
      <p:ext uri="{BB962C8B-B14F-4D97-AF65-F5344CB8AC3E}">
        <p14:creationId xmlns:p14="http://schemas.microsoft.com/office/powerpoint/2010/main" val="33857822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with Bulle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425038" y="1390203"/>
            <a:ext cx="5562600"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6216240" y="1390203"/>
            <a:ext cx="5638799"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2019145"/>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47F764-8D3D-4D65-9DEE-EB4D76A91939}"/>
              </a:ext>
            </a:extLst>
          </p:cNvPr>
          <p:cNvSpPr>
            <a:spLocks noGrp="1"/>
          </p:cNvSpPr>
          <p:nvPr>
            <p:ph type="body" idx="1" hasCustomPrompt="1"/>
          </p:nvPr>
        </p:nvSpPr>
        <p:spPr>
          <a:xfrm>
            <a:off x="419100" y="1371600"/>
            <a:ext cx="5562597" cy="480131"/>
          </a:xfrm>
        </p:spPr>
        <p:txBody>
          <a:bodyPr anchor="b"/>
          <a:lstStyle>
            <a:lvl1pPr marL="0" indent="0">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a:t>
            </a:r>
          </a:p>
        </p:txBody>
      </p:sp>
      <p:sp>
        <p:nvSpPr>
          <p:cNvPr id="4" name="Content Placeholder 3">
            <a:extLst>
              <a:ext uri="{FF2B5EF4-FFF2-40B4-BE49-F238E27FC236}">
                <a16:creationId xmlns:a16="http://schemas.microsoft.com/office/drawing/2014/main" id="{1FFD69C2-FBB8-4670-938B-F05693537C12}"/>
              </a:ext>
            </a:extLst>
          </p:cNvPr>
          <p:cNvSpPr>
            <a:spLocks noGrp="1"/>
          </p:cNvSpPr>
          <p:nvPr>
            <p:ph sz="half" idx="2" hasCustomPrompt="1"/>
          </p:nvPr>
        </p:nvSpPr>
        <p:spPr>
          <a:xfrm>
            <a:off x="419100" y="2041412"/>
            <a:ext cx="5562597" cy="2000548"/>
          </a:xfrm>
        </p:spPr>
        <p:txBody>
          <a:bodyPr/>
          <a:lstStyle>
            <a:lvl1pPr marL="342900" indent="-342900">
              <a:lnSpc>
                <a:spcPct val="100000"/>
              </a:lnSpc>
              <a:buFont typeface="Arial" panose="020B0604020202020204" pitchFamily="34" charset="0"/>
              <a:buChar char="•"/>
              <a:defRPr sz="2400"/>
            </a:lvl1pPr>
            <a:lvl2pPr marL="571500" indent="-342900">
              <a:lnSpc>
                <a:spcPct val="100000"/>
              </a:lnSpc>
              <a:buFont typeface="Arial" panose="020B0604020202020204" pitchFamily="34" charset="0"/>
              <a:buChar char="•"/>
              <a:defRPr sz="2000"/>
            </a:lvl2pPr>
            <a:lvl3pPr marL="742950" indent="-285750">
              <a:lnSpc>
                <a:spcPct val="100000"/>
              </a:lnSpc>
              <a:buFont typeface="Arial" panose="020B0604020202020204" pitchFamily="34" charset="0"/>
              <a:buChar char="•"/>
              <a:defRPr sz="1800"/>
            </a:lvl3pPr>
            <a:lvl4pPr marL="971550" indent="-285750">
              <a:lnSpc>
                <a:spcPct val="100000"/>
              </a:lnSpc>
              <a:buFont typeface="Arial" panose="020B0604020202020204" pitchFamily="34" charset="0"/>
              <a:buChar char="•"/>
              <a:defRPr sz="1600"/>
            </a:lvl4pPr>
            <a:lvl5pPr marL="971550" indent="-285750">
              <a:lnSpc>
                <a:spcPct val="100000"/>
              </a:lnSpc>
              <a:buFont typeface="Arial" panose="020B0604020202020204" pitchFamily="34" charset="0"/>
              <a:buChar char="•"/>
              <a:defRPr sz="16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122A0D-CA84-4D80-B7CB-26EC3C0607BA}"/>
              </a:ext>
            </a:extLst>
          </p:cNvPr>
          <p:cNvSpPr>
            <a:spLocks noGrp="1"/>
          </p:cNvSpPr>
          <p:nvPr>
            <p:ph type="body" sz="quarter" idx="3" hasCustomPrompt="1"/>
          </p:nvPr>
        </p:nvSpPr>
        <p:spPr>
          <a:xfrm>
            <a:off x="6210304" y="1371600"/>
            <a:ext cx="5638798" cy="480131"/>
          </a:xfrm>
        </p:spPr>
        <p:txBody>
          <a:bodyPr anchor="b"/>
          <a:lstStyle>
            <a:lvl1pPr marL="0" indent="0">
              <a:buNone/>
              <a:defRPr sz="2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a:t>
            </a:r>
          </a:p>
        </p:txBody>
      </p:sp>
      <p:sp>
        <p:nvSpPr>
          <p:cNvPr id="6" name="Content Placeholder 5">
            <a:extLst>
              <a:ext uri="{FF2B5EF4-FFF2-40B4-BE49-F238E27FC236}">
                <a16:creationId xmlns:a16="http://schemas.microsoft.com/office/drawing/2014/main" id="{7521A746-02E0-4C53-AAE0-D0AE61EBDA6B}"/>
              </a:ext>
            </a:extLst>
          </p:cNvPr>
          <p:cNvSpPr>
            <a:spLocks noGrp="1"/>
          </p:cNvSpPr>
          <p:nvPr>
            <p:ph sz="quarter" idx="4" hasCustomPrompt="1"/>
          </p:nvPr>
        </p:nvSpPr>
        <p:spPr>
          <a:xfrm>
            <a:off x="6210303" y="2041412"/>
            <a:ext cx="5638797" cy="2000548"/>
          </a:xfrm>
        </p:spPr>
        <p:txBody>
          <a:bodyPr/>
          <a:lstStyle>
            <a:lvl1pPr marL="342900" indent="-342900">
              <a:lnSpc>
                <a:spcPct val="100000"/>
              </a:lnSpc>
              <a:buFont typeface="Arial" panose="020B0604020202020204" pitchFamily="34" charset="0"/>
              <a:buChar char="•"/>
              <a:defRPr sz="2400"/>
            </a:lvl1pPr>
            <a:lvl2pPr marL="571500" indent="-342900">
              <a:lnSpc>
                <a:spcPct val="100000"/>
              </a:lnSpc>
              <a:buFont typeface="Arial" panose="020B0604020202020204" pitchFamily="34" charset="0"/>
              <a:buChar char="•"/>
              <a:defRPr sz="2000"/>
            </a:lvl2pPr>
            <a:lvl3pPr marL="742950" indent="-285750">
              <a:lnSpc>
                <a:spcPct val="100000"/>
              </a:lnSpc>
              <a:buFont typeface="Arial" panose="020B0604020202020204" pitchFamily="34" charset="0"/>
              <a:buChar char="•"/>
              <a:defRPr sz="1800"/>
            </a:lvl3pPr>
            <a:lvl4pPr marL="971550" indent="-285750">
              <a:lnSpc>
                <a:spcPct val="100000"/>
              </a:lnSpc>
              <a:buFont typeface="Arial" panose="020B0604020202020204" pitchFamily="34" charset="0"/>
              <a:buChar char="•"/>
              <a:defRPr sz="1600"/>
            </a:lvl4pPr>
            <a:lvl5pPr marL="971550" indent="-285750">
              <a:lnSpc>
                <a:spcPct val="100000"/>
              </a:lnSpc>
              <a:buFont typeface="Arial" panose="020B0604020202020204" pitchFamily="34" charset="0"/>
              <a:buChar char="•"/>
              <a:defRPr sz="16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E28D7165-8EDA-CC8C-3250-C5B8025510A5}"/>
              </a:ext>
            </a:extLst>
          </p:cNvPr>
          <p:cNvSpPr>
            <a:spLocks noGrp="1"/>
          </p:cNvSpPr>
          <p:nvPr>
            <p:ph type="title" hasCustomPrompt="1"/>
          </p:nvPr>
        </p:nvSpPr>
        <p:spPr>
          <a:xfrm>
            <a:off x="425038" y="355015"/>
            <a:ext cx="11430001" cy="638175"/>
          </a:xfrm>
        </p:spPr>
        <p:txBody>
          <a:bodyPr/>
          <a:lstStyle>
            <a:lvl1pPr>
              <a:defRPr/>
            </a:lvl1pPr>
          </a:lstStyle>
          <a:p>
            <a:r>
              <a:rPr lang="en-US" dirty="0"/>
              <a:t>Comparison layout</a:t>
            </a:r>
          </a:p>
        </p:txBody>
      </p:sp>
    </p:spTree>
    <p:extLst>
      <p:ext uri="{BB962C8B-B14F-4D97-AF65-F5344CB8AC3E}">
        <p14:creationId xmlns:p14="http://schemas.microsoft.com/office/powerpoint/2010/main" val="3382115214"/>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plit content with header">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a:xfrm>
            <a:off x="425039" y="1379022"/>
            <a:ext cx="11429999" cy="1231106"/>
          </a:xfrm>
        </p:spPr>
        <p:txBody>
          <a:bodyPr/>
          <a:lstStyle>
            <a:lvl1pPr marL="0" indent="0">
              <a:lnSpc>
                <a:spcPct val="100000"/>
              </a:lnSpc>
              <a:buNone/>
              <a:defRPr sz="2000"/>
            </a:lvl1pPr>
            <a:lvl2pPr marL="228600" indent="0">
              <a:lnSpc>
                <a:spcPct val="100000"/>
              </a:lnSpc>
              <a:buNone/>
              <a:defRPr sz="1800"/>
            </a:lvl2pPr>
            <a:lvl3pPr marL="457200" indent="0">
              <a:lnSpc>
                <a:spcPct val="100000"/>
              </a:lnSpc>
              <a:buNone/>
              <a:defRPr sz="1600"/>
            </a:lvl3pPr>
            <a:lvl4pPr marL="685800" indent="0">
              <a:buNone/>
              <a:defRPr sz="1400"/>
            </a:lvl4pPr>
            <a:lvl5pPr marL="685800" indent="0">
              <a:buNone/>
              <a:defRPr sz="1400"/>
            </a:lvl5pPr>
          </a:lstStyle>
          <a:p>
            <a:pPr lvl="0"/>
            <a:r>
              <a:rPr lang="en-US" dirty="0"/>
              <a:t>Enter slide content</a:t>
            </a:r>
          </a:p>
          <a:p>
            <a:pPr lvl="1"/>
            <a:r>
              <a:rPr lang="en-US" dirty="0"/>
              <a:t>Second level</a:t>
            </a:r>
          </a:p>
          <a:p>
            <a:pPr lvl="2"/>
            <a:r>
              <a:rPr lang="en-US" dirty="0"/>
              <a:t>Third level</a:t>
            </a:r>
          </a:p>
        </p:txBody>
      </p:sp>
      <p:sp>
        <p:nvSpPr>
          <p:cNvPr id="5" name="Content Placeholder 2">
            <a:extLst>
              <a:ext uri="{FF2B5EF4-FFF2-40B4-BE49-F238E27FC236}">
                <a16:creationId xmlns:a16="http://schemas.microsoft.com/office/drawing/2014/main" id="{F6AACF00-959A-2B82-CD02-0DA478B13B18}"/>
              </a:ext>
            </a:extLst>
          </p:cNvPr>
          <p:cNvSpPr>
            <a:spLocks noGrp="1"/>
          </p:cNvSpPr>
          <p:nvPr>
            <p:ph sz="half" idx="10" hasCustomPrompt="1"/>
          </p:nvPr>
        </p:nvSpPr>
        <p:spPr>
          <a:xfrm>
            <a:off x="425038" y="2984229"/>
            <a:ext cx="5448300" cy="1815882"/>
          </a:xfrm>
        </p:spPr>
        <p:txBody>
          <a:bodyPr/>
          <a:lstStyle>
            <a:lvl1pPr>
              <a:lnSpc>
                <a:spcPct val="100000"/>
              </a:lnSpc>
              <a:defRPr sz="20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74962A34-26C7-E1E9-09A4-2844AB099321}"/>
              </a:ext>
            </a:extLst>
          </p:cNvPr>
          <p:cNvSpPr>
            <a:spLocks noGrp="1"/>
          </p:cNvSpPr>
          <p:nvPr>
            <p:ph sz="half" idx="2" hasCustomPrompt="1"/>
          </p:nvPr>
        </p:nvSpPr>
        <p:spPr>
          <a:xfrm>
            <a:off x="6292438" y="2984229"/>
            <a:ext cx="5562600" cy="1815882"/>
          </a:xfrm>
        </p:spPr>
        <p:txBody>
          <a:bodyPr/>
          <a:lstStyle>
            <a:lvl1pPr>
              <a:lnSpc>
                <a:spcPct val="100000"/>
              </a:lnSpc>
              <a:defRPr sz="20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Title 1">
            <a:extLst>
              <a:ext uri="{FF2B5EF4-FFF2-40B4-BE49-F238E27FC236}">
                <a16:creationId xmlns:a16="http://schemas.microsoft.com/office/drawing/2014/main" id="{1AA73074-962E-13D2-2EF9-82F3F36E515A}"/>
              </a:ext>
            </a:extLst>
          </p:cNvPr>
          <p:cNvSpPr>
            <a:spLocks noGrp="1"/>
          </p:cNvSpPr>
          <p:nvPr>
            <p:ph type="title" hasCustomPrompt="1"/>
          </p:nvPr>
        </p:nvSpPr>
        <p:spPr>
          <a:xfrm>
            <a:off x="425038" y="355015"/>
            <a:ext cx="11430001" cy="638175"/>
          </a:xfrm>
        </p:spPr>
        <p:txBody>
          <a:bodyPr/>
          <a:lstStyle>
            <a:lvl1pPr>
              <a:defRPr/>
            </a:lvl1pPr>
          </a:lstStyle>
          <a:p>
            <a:r>
              <a:rPr lang="en-US" dirty="0"/>
              <a:t>Title, content, and two-column layout</a:t>
            </a:r>
          </a:p>
        </p:txBody>
      </p:sp>
    </p:spTree>
    <p:extLst>
      <p:ext uri="{BB962C8B-B14F-4D97-AF65-F5344CB8AC3E}">
        <p14:creationId xmlns:p14="http://schemas.microsoft.com/office/powerpoint/2010/main" val="3390621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Subtitle">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420624" y="1714500"/>
            <a:ext cx="5561076"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a:extLst>
              <a:ext uri="{FF2B5EF4-FFF2-40B4-BE49-F238E27FC236}">
                <a16:creationId xmlns:a16="http://schemas.microsoft.com/office/drawing/2014/main" id="{004959F6-41EE-4D17-B71F-BB0F4BB3DB42}"/>
              </a:ext>
            </a:extLst>
          </p:cNvPr>
          <p:cNvSpPr>
            <a:spLocks noGrp="1"/>
          </p:cNvSpPr>
          <p:nvPr>
            <p:ph sz="quarter" idx="12" hasCustomPrompt="1"/>
          </p:nvPr>
        </p:nvSpPr>
        <p:spPr>
          <a:xfrm>
            <a:off x="6210300" y="1714500"/>
            <a:ext cx="5638800" cy="21544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685800" indent="0">
              <a:lnSpc>
                <a:spcPct val="100000"/>
              </a:lnSpc>
              <a:buNone/>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746169A4-A79D-A352-C55C-454B12379E4F}"/>
              </a:ext>
            </a:extLst>
          </p:cNvPr>
          <p:cNvSpPr>
            <a:spLocks noGrp="1"/>
          </p:cNvSpPr>
          <p:nvPr>
            <p:ph type="body" sz="quarter" idx="10" hasCustomPrompt="1"/>
          </p:nvPr>
        </p:nvSpPr>
        <p:spPr>
          <a:xfrm>
            <a:off x="425038" y="1051130"/>
            <a:ext cx="11416448"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0" name="Title 1">
            <a:extLst>
              <a:ext uri="{FF2B5EF4-FFF2-40B4-BE49-F238E27FC236}">
                <a16:creationId xmlns:a16="http://schemas.microsoft.com/office/drawing/2014/main" id="{0777CA96-CA32-986F-575E-A03423534F03}"/>
              </a:ext>
            </a:extLst>
          </p:cNvPr>
          <p:cNvSpPr>
            <a:spLocks noGrp="1"/>
          </p:cNvSpPr>
          <p:nvPr>
            <p:ph type="title" hasCustomPrompt="1"/>
          </p:nvPr>
        </p:nvSpPr>
        <p:spPr>
          <a:xfrm>
            <a:off x="425038" y="355015"/>
            <a:ext cx="11424061" cy="638175"/>
          </a:xfrm>
        </p:spPr>
        <p:txBody>
          <a:bodyPr/>
          <a:lstStyle>
            <a:lvl1pPr>
              <a:defRPr/>
            </a:lvl1pPr>
          </a:lstStyle>
          <a:p>
            <a:r>
              <a:rPr lang="en-US" dirty="0"/>
              <a:t>Two-column with subtitle layout</a:t>
            </a:r>
          </a:p>
        </p:txBody>
      </p:sp>
    </p:spTree>
    <p:extLst>
      <p:ext uri="{BB962C8B-B14F-4D97-AF65-F5344CB8AC3E}">
        <p14:creationId xmlns:p14="http://schemas.microsoft.com/office/powerpoint/2010/main" val="1472006914"/>
      </p:ext>
    </p:extLst>
  </p:cSld>
  <p:clrMapOvr>
    <a:masterClrMapping/>
  </p:clrMapOvr>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3117784-3939-47DC-817E-56BA8ACDF9B6}"/>
              </a:ext>
            </a:extLst>
          </p:cNvPr>
          <p:cNvSpPr>
            <a:spLocks noGrp="1"/>
          </p:cNvSpPr>
          <p:nvPr>
            <p:ph sz="quarter" idx="11" hasCustomPrompt="1"/>
          </p:nvPr>
        </p:nvSpPr>
        <p:spPr>
          <a:xfrm>
            <a:off x="420624" y="1714500"/>
            <a:ext cx="5561076"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DD8E906-2D5C-440E-979E-D7FE653CDD23}"/>
              </a:ext>
            </a:extLst>
          </p:cNvPr>
          <p:cNvSpPr>
            <a:spLocks noGrp="1"/>
          </p:cNvSpPr>
          <p:nvPr>
            <p:ph sz="quarter" idx="12" hasCustomPrompt="1"/>
          </p:nvPr>
        </p:nvSpPr>
        <p:spPr>
          <a:xfrm>
            <a:off x="6210300" y="1714500"/>
            <a:ext cx="5638800" cy="215443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8" name="Text Placeholder 3">
            <a:extLst>
              <a:ext uri="{FF2B5EF4-FFF2-40B4-BE49-F238E27FC236}">
                <a16:creationId xmlns:a16="http://schemas.microsoft.com/office/drawing/2014/main" id="{FA801EF7-628F-A649-5DFF-3BD0E55F813E}"/>
              </a:ext>
            </a:extLst>
          </p:cNvPr>
          <p:cNvSpPr>
            <a:spLocks noGrp="1"/>
          </p:cNvSpPr>
          <p:nvPr>
            <p:ph type="body" sz="quarter" idx="10" hasCustomPrompt="1"/>
          </p:nvPr>
        </p:nvSpPr>
        <p:spPr>
          <a:xfrm>
            <a:off x="425038" y="1051130"/>
            <a:ext cx="11416448" cy="338554"/>
          </a:xfrm>
        </p:spPr>
        <p:txBody>
          <a:bodyPr/>
          <a:lstStyle>
            <a:lvl1pPr marL="0" indent="0">
              <a:lnSpc>
                <a:spcPct val="100000"/>
              </a:lnSpc>
              <a:spcAft>
                <a:spcPts val="1200"/>
              </a:spcAft>
              <a:buNone/>
              <a:defRPr sz="1600" b="1" cap="all" spc="400" baseline="0">
                <a:solidFill>
                  <a:schemeClr val="accent1">
                    <a:lumMod val="40000"/>
                    <a:lumOff val="60000"/>
                  </a:schemeClr>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10" name="Title 1">
            <a:extLst>
              <a:ext uri="{FF2B5EF4-FFF2-40B4-BE49-F238E27FC236}">
                <a16:creationId xmlns:a16="http://schemas.microsoft.com/office/drawing/2014/main" id="{049251E6-BE95-4702-8DE8-B00B145CAFA6}"/>
              </a:ext>
            </a:extLst>
          </p:cNvPr>
          <p:cNvSpPr>
            <a:spLocks noGrp="1"/>
          </p:cNvSpPr>
          <p:nvPr>
            <p:ph type="title" hasCustomPrompt="1"/>
          </p:nvPr>
        </p:nvSpPr>
        <p:spPr>
          <a:xfrm>
            <a:off x="425038" y="355015"/>
            <a:ext cx="11424061" cy="638175"/>
          </a:xfrm>
        </p:spPr>
        <p:txBody>
          <a:bodyPr/>
          <a:lstStyle>
            <a:lvl1pPr>
              <a:defRPr/>
            </a:lvl1pPr>
          </a:lstStyle>
          <a:p>
            <a:r>
              <a:rPr lang="en-US" dirty="0"/>
              <a:t>Two-column list with subtitle layout</a:t>
            </a:r>
          </a:p>
        </p:txBody>
      </p:sp>
    </p:spTree>
    <p:extLst>
      <p:ext uri="{BB962C8B-B14F-4D97-AF65-F5344CB8AC3E}">
        <p14:creationId xmlns:p14="http://schemas.microsoft.com/office/powerpoint/2010/main" val="2241817952"/>
      </p:ext>
    </p:extLst>
  </p:cSld>
  <p:clrMapOvr>
    <a:masterClrMapping/>
  </p:clrMapOvr>
  <p:extLst>
    <p:ext uri="{DCECCB84-F9BA-43D5-87BE-67443E8EF086}">
      <p15:sldGuideLst xmlns:p15="http://schemas.microsoft.com/office/powerpoint/2012/main">
        <p15:guide id="5" pos="3768">
          <p15:clr>
            <a:srgbClr val="FBAE40"/>
          </p15:clr>
        </p15:guide>
        <p15:guide id="6" pos="391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with images">
    <p:bg>
      <p:bgPr>
        <a:solidFill>
          <a:schemeClr val="bg1"/>
        </a:solidFill>
        <a:effectLst/>
      </p:bgPr>
    </p:bg>
    <p:spTree>
      <p:nvGrpSpPr>
        <p:cNvPr id="1" name=""/>
        <p:cNvGrpSpPr/>
        <p:nvPr/>
      </p:nvGrpSpPr>
      <p:grpSpPr>
        <a:xfrm>
          <a:off x="0" y="0"/>
          <a:ext cx="0" cy="0"/>
          <a:chOff x="0" y="0"/>
          <a:chExt cx="0" cy="0"/>
        </a:xfrm>
      </p:grpSpPr>
      <p:sp>
        <p:nvSpPr>
          <p:cNvPr id="20" name="Rectangle: Rounded Corners 8">
            <a:extLst>
              <a:ext uri="{FF2B5EF4-FFF2-40B4-BE49-F238E27FC236}">
                <a16:creationId xmlns:a16="http://schemas.microsoft.com/office/drawing/2014/main" id="{52A9D721-E861-5726-ED15-D85B27E33079}"/>
              </a:ext>
            </a:extLst>
          </p:cNvPr>
          <p:cNvSpPr/>
          <p:nvPr userDrawn="1"/>
        </p:nvSpPr>
        <p:spPr>
          <a:xfrm>
            <a:off x="419100" y="1371600"/>
            <a:ext cx="5531138" cy="4724400"/>
          </a:xfrm>
          <a:prstGeom prst="roundRect">
            <a:avLst>
              <a:gd name="adj" fmla="val 297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1" name="Rectangle: Rounded Corners 9">
            <a:extLst>
              <a:ext uri="{FF2B5EF4-FFF2-40B4-BE49-F238E27FC236}">
                <a16:creationId xmlns:a16="http://schemas.microsoft.com/office/drawing/2014/main" id="{EAD1E70E-986D-7358-8938-DF58B1437DC4}"/>
              </a:ext>
            </a:extLst>
          </p:cNvPr>
          <p:cNvSpPr/>
          <p:nvPr userDrawn="1"/>
        </p:nvSpPr>
        <p:spPr>
          <a:xfrm>
            <a:off x="6317962" y="1371600"/>
            <a:ext cx="5531138" cy="4724400"/>
          </a:xfrm>
          <a:prstGeom prst="roundRect">
            <a:avLst>
              <a:gd name="adj" fmla="val 281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2" name="Content Placeholder 2">
            <a:extLst>
              <a:ext uri="{FF2B5EF4-FFF2-40B4-BE49-F238E27FC236}">
                <a16:creationId xmlns:a16="http://schemas.microsoft.com/office/drawing/2014/main" id="{1528BA9E-5164-0A8B-BB33-4098B73E9960}"/>
              </a:ext>
            </a:extLst>
          </p:cNvPr>
          <p:cNvSpPr>
            <a:spLocks noGrp="1"/>
          </p:cNvSpPr>
          <p:nvPr>
            <p:ph sz="half" idx="1" hasCustomPrompt="1"/>
          </p:nvPr>
        </p:nvSpPr>
        <p:spPr>
          <a:xfrm>
            <a:off x="562841" y="4227283"/>
            <a:ext cx="5160818" cy="1687641"/>
          </a:xfrm>
        </p:spPr>
        <p:txBody>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23" name="Content Placeholder 3">
            <a:extLst>
              <a:ext uri="{FF2B5EF4-FFF2-40B4-BE49-F238E27FC236}">
                <a16:creationId xmlns:a16="http://schemas.microsoft.com/office/drawing/2014/main" id="{B3602169-7114-BC70-13CF-6B0B928430A8}"/>
              </a:ext>
            </a:extLst>
          </p:cNvPr>
          <p:cNvSpPr>
            <a:spLocks noGrp="1"/>
          </p:cNvSpPr>
          <p:nvPr>
            <p:ph sz="half" idx="2" hasCustomPrompt="1"/>
          </p:nvPr>
        </p:nvSpPr>
        <p:spPr>
          <a:xfrm>
            <a:off x="6468341" y="4227283"/>
            <a:ext cx="5160818" cy="1687641"/>
          </a:xfrm>
        </p:spPr>
        <p:txBody>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24" name="Picture Placeholder 6">
            <a:extLst>
              <a:ext uri="{FF2B5EF4-FFF2-40B4-BE49-F238E27FC236}">
                <a16:creationId xmlns:a16="http://schemas.microsoft.com/office/drawing/2014/main" id="{057719C2-D02D-5139-3712-7EAE10AD07BC}"/>
              </a:ext>
            </a:extLst>
          </p:cNvPr>
          <p:cNvSpPr>
            <a:spLocks noGrp="1"/>
          </p:cNvSpPr>
          <p:nvPr>
            <p:ph type="pic" sz="quarter" idx="10" hasCustomPrompt="1"/>
          </p:nvPr>
        </p:nvSpPr>
        <p:spPr>
          <a:xfrm>
            <a:off x="419100" y="1371600"/>
            <a:ext cx="5528604" cy="2748116"/>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5" name="Picture Placeholder 6">
            <a:extLst>
              <a:ext uri="{FF2B5EF4-FFF2-40B4-BE49-F238E27FC236}">
                <a16:creationId xmlns:a16="http://schemas.microsoft.com/office/drawing/2014/main" id="{B43301AC-6A90-E344-31FF-1B62EF56090B}"/>
              </a:ext>
            </a:extLst>
          </p:cNvPr>
          <p:cNvSpPr>
            <a:spLocks noGrp="1"/>
          </p:cNvSpPr>
          <p:nvPr>
            <p:ph type="pic" sz="quarter" idx="11" hasCustomPrompt="1"/>
          </p:nvPr>
        </p:nvSpPr>
        <p:spPr>
          <a:xfrm>
            <a:off x="6320496" y="1371600"/>
            <a:ext cx="5528604" cy="2748116"/>
          </a:xfrm>
          <a:prstGeom prst="roundRect">
            <a:avLst>
              <a:gd name="adj" fmla="val 5034"/>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7" name="Title 1">
            <a:extLst>
              <a:ext uri="{FF2B5EF4-FFF2-40B4-BE49-F238E27FC236}">
                <a16:creationId xmlns:a16="http://schemas.microsoft.com/office/drawing/2014/main" id="{02B09DC9-F71B-505C-799E-74C56AC7767B}"/>
              </a:ext>
            </a:extLst>
          </p:cNvPr>
          <p:cNvSpPr>
            <a:spLocks noGrp="1"/>
          </p:cNvSpPr>
          <p:nvPr>
            <p:ph type="title" hasCustomPrompt="1"/>
          </p:nvPr>
        </p:nvSpPr>
        <p:spPr>
          <a:xfrm>
            <a:off x="426562" y="342900"/>
            <a:ext cx="11422538" cy="649159"/>
          </a:xfrm>
        </p:spPr>
        <p:txBody>
          <a:bodyPr/>
          <a:lstStyle>
            <a:lvl1pPr>
              <a:defRPr/>
            </a:lvl1pPr>
          </a:lstStyle>
          <a:p>
            <a:r>
              <a:rPr lang="en-US" dirty="0"/>
              <a:t>Two-column with images layout</a:t>
            </a:r>
          </a:p>
        </p:txBody>
      </p:sp>
    </p:spTree>
    <p:extLst>
      <p:ext uri="{BB962C8B-B14F-4D97-AF65-F5344CB8AC3E}">
        <p14:creationId xmlns:p14="http://schemas.microsoft.com/office/powerpoint/2010/main" val="1864651155"/>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images split">
    <p:bg>
      <p:bgPr>
        <a:solidFill>
          <a:schemeClr val="bg1"/>
        </a:solidFill>
        <a:effectLst/>
      </p:bgPr>
    </p:bg>
    <p:spTree>
      <p:nvGrpSpPr>
        <p:cNvPr id="1" name=""/>
        <p:cNvGrpSpPr/>
        <p:nvPr/>
      </p:nvGrpSpPr>
      <p:grpSpPr>
        <a:xfrm>
          <a:off x="0" y="0"/>
          <a:ext cx="0" cy="0"/>
          <a:chOff x="0" y="0"/>
          <a:chExt cx="0" cy="0"/>
        </a:xfrm>
      </p:grpSpPr>
      <p:sp>
        <p:nvSpPr>
          <p:cNvPr id="12" name="Rectangle: Rounded Corners 8">
            <a:extLst>
              <a:ext uri="{FF2B5EF4-FFF2-40B4-BE49-F238E27FC236}">
                <a16:creationId xmlns:a16="http://schemas.microsoft.com/office/drawing/2014/main" id="{1E2270C4-C33E-1E7D-CD57-F6F5C9565DE6}"/>
              </a:ext>
            </a:extLst>
          </p:cNvPr>
          <p:cNvSpPr/>
          <p:nvPr userDrawn="1"/>
        </p:nvSpPr>
        <p:spPr>
          <a:xfrm>
            <a:off x="411042" y="1371600"/>
            <a:ext cx="11438059"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3" name="Title 1">
            <a:extLst>
              <a:ext uri="{FF2B5EF4-FFF2-40B4-BE49-F238E27FC236}">
                <a16:creationId xmlns:a16="http://schemas.microsoft.com/office/drawing/2014/main" id="{3EF7DF84-B876-2E67-626C-7A3C9B4BEB1D}"/>
              </a:ext>
            </a:extLst>
          </p:cNvPr>
          <p:cNvSpPr>
            <a:spLocks noGrp="1"/>
          </p:cNvSpPr>
          <p:nvPr>
            <p:ph type="title" hasCustomPrompt="1"/>
          </p:nvPr>
        </p:nvSpPr>
        <p:spPr>
          <a:xfrm>
            <a:off x="419100" y="342901"/>
            <a:ext cx="11429999" cy="647176"/>
          </a:xfrm>
        </p:spPr>
        <p:txBody>
          <a:bodyPr vert="horz" lIns="0" tIns="45720" rIns="0" bIns="45720" rtlCol="0" anchor="ctr" anchorCtr="0">
            <a:noAutofit/>
          </a:bodyPr>
          <a:lstStyle>
            <a:lvl1pPr>
              <a:defRPr lang="en-US" dirty="0"/>
            </a:lvl1pPr>
          </a:lstStyle>
          <a:p>
            <a:pPr lvl="0"/>
            <a:r>
              <a:rPr lang="en-US" dirty="0"/>
              <a:t>Two-row with images layout</a:t>
            </a:r>
          </a:p>
        </p:txBody>
      </p:sp>
      <p:sp>
        <p:nvSpPr>
          <p:cNvPr id="14" name="Content Placeholder 2">
            <a:extLst>
              <a:ext uri="{FF2B5EF4-FFF2-40B4-BE49-F238E27FC236}">
                <a16:creationId xmlns:a16="http://schemas.microsoft.com/office/drawing/2014/main" id="{2E03A313-10D1-62E5-3C71-19884C97BE07}"/>
              </a:ext>
            </a:extLst>
          </p:cNvPr>
          <p:cNvSpPr>
            <a:spLocks noGrp="1"/>
          </p:cNvSpPr>
          <p:nvPr>
            <p:ph sz="half" idx="1" hasCustomPrompt="1"/>
          </p:nvPr>
        </p:nvSpPr>
        <p:spPr>
          <a:xfrm>
            <a:off x="4425949" y="1593925"/>
            <a:ext cx="7086600" cy="1612749"/>
          </a:xfrm>
        </p:spPr>
        <p:txBody>
          <a:bodyPr anchor="ctr" anchorCtr="0">
            <a:normAutofit/>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5" name="Picture Placeholder 6">
            <a:extLst>
              <a:ext uri="{FF2B5EF4-FFF2-40B4-BE49-F238E27FC236}">
                <a16:creationId xmlns:a16="http://schemas.microsoft.com/office/drawing/2014/main" id="{A66E6441-C4C4-1249-71FD-25B0A089D4A7}"/>
              </a:ext>
            </a:extLst>
          </p:cNvPr>
          <p:cNvSpPr>
            <a:spLocks noGrp="1"/>
          </p:cNvSpPr>
          <p:nvPr>
            <p:ph type="pic" sz="quarter" idx="10" hasCustomPrompt="1"/>
          </p:nvPr>
        </p:nvSpPr>
        <p:spPr>
          <a:xfrm>
            <a:off x="419100" y="1371600"/>
            <a:ext cx="3543300" cy="2040194"/>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17" name="Rectangle: Rounded Corners 8">
            <a:extLst>
              <a:ext uri="{FF2B5EF4-FFF2-40B4-BE49-F238E27FC236}">
                <a16:creationId xmlns:a16="http://schemas.microsoft.com/office/drawing/2014/main" id="{F3F76BC6-823E-9CC3-7246-B2C206464005}"/>
              </a:ext>
            </a:extLst>
          </p:cNvPr>
          <p:cNvSpPr/>
          <p:nvPr userDrawn="1"/>
        </p:nvSpPr>
        <p:spPr>
          <a:xfrm>
            <a:off x="411042" y="3810000"/>
            <a:ext cx="11438059"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8" name="Content Placeholder 2">
            <a:extLst>
              <a:ext uri="{FF2B5EF4-FFF2-40B4-BE49-F238E27FC236}">
                <a16:creationId xmlns:a16="http://schemas.microsoft.com/office/drawing/2014/main" id="{9E62E40E-E95B-6738-E419-7ED7C1080292}"/>
              </a:ext>
            </a:extLst>
          </p:cNvPr>
          <p:cNvSpPr>
            <a:spLocks noGrp="1"/>
          </p:cNvSpPr>
          <p:nvPr>
            <p:ph sz="half" idx="11" hasCustomPrompt="1"/>
          </p:nvPr>
        </p:nvSpPr>
        <p:spPr>
          <a:xfrm>
            <a:off x="679859" y="4032325"/>
            <a:ext cx="7086600" cy="1612749"/>
          </a:xfrm>
        </p:spPr>
        <p:txBody>
          <a:bodyPr anchor="ctr" anchorCtr="0">
            <a:normAutofit/>
          </a:bodyPr>
          <a:lstStyle>
            <a:lvl1pPr marL="0" indent="0">
              <a:lnSpc>
                <a:spcPct val="100000"/>
              </a:lnSpc>
              <a:spcAft>
                <a:spcPts val="800"/>
              </a:spcAft>
              <a:buNone/>
              <a:defRPr sz="2000"/>
            </a:lvl1pPr>
            <a:lvl2pPr marL="228600" indent="0">
              <a:lnSpc>
                <a:spcPct val="100000"/>
              </a:lnSpc>
              <a:spcAft>
                <a:spcPts val="600"/>
              </a:spcAft>
              <a:buNone/>
              <a:defRPr sz="1800"/>
            </a:lvl2pPr>
            <a:lvl3pPr marL="457200" indent="0">
              <a:lnSpc>
                <a:spcPct val="100000"/>
              </a:lnSpc>
              <a:buNone/>
              <a:defRPr sz="1600"/>
            </a:lvl3pPr>
            <a:lvl4pPr marL="685800" indent="0">
              <a:lnSpc>
                <a:spcPct val="100000"/>
              </a:lnSpc>
              <a:buNone/>
              <a:defRPr sz="1400"/>
            </a:lvl4pPr>
            <a:lvl5pPr marL="685800" indent="0">
              <a:lnSpc>
                <a:spcPct val="100000"/>
              </a:lnSpc>
              <a:buNone/>
              <a:defRPr sz="1400"/>
            </a:lvl5pPr>
          </a:lstStyle>
          <a:p>
            <a:pPr lvl="0"/>
            <a:r>
              <a:rPr lang="en-US"/>
              <a:t>Enter slide content</a:t>
            </a:r>
          </a:p>
          <a:p>
            <a:pPr lvl="1"/>
            <a:r>
              <a:rPr lang="en-US"/>
              <a:t>Second level</a:t>
            </a:r>
          </a:p>
          <a:p>
            <a:pPr lvl="2"/>
            <a:r>
              <a:rPr lang="en-US"/>
              <a:t>Third level</a:t>
            </a:r>
          </a:p>
          <a:p>
            <a:pPr lvl="3"/>
            <a:r>
              <a:rPr lang="en-US"/>
              <a:t>Fourth level</a:t>
            </a:r>
          </a:p>
          <a:p>
            <a:pPr lvl="4"/>
            <a:r>
              <a:rPr lang="en-US"/>
              <a:t>Fifth level</a:t>
            </a:r>
          </a:p>
        </p:txBody>
      </p:sp>
      <p:sp>
        <p:nvSpPr>
          <p:cNvPr id="19" name="Picture Placeholder 6">
            <a:extLst>
              <a:ext uri="{FF2B5EF4-FFF2-40B4-BE49-F238E27FC236}">
                <a16:creationId xmlns:a16="http://schemas.microsoft.com/office/drawing/2014/main" id="{E1C64382-C500-09BE-522A-7DFF8894CAD8}"/>
              </a:ext>
            </a:extLst>
          </p:cNvPr>
          <p:cNvSpPr>
            <a:spLocks noGrp="1"/>
          </p:cNvSpPr>
          <p:nvPr>
            <p:ph type="pic" sz="quarter" idx="12" hasCustomPrompt="1"/>
          </p:nvPr>
        </p:nvSpPr>
        <p:spPr>
          <a:xfrm>
            <a:off x="8305800" y="3810000"/>
            <a:ext cx="3543300" cy="2040194"/>
          </a:xfrm>
          <a:prstGeom prst="roundRect">
            <a:avLst>
              <a:gd name="adj" fmla="val 5983"/>
            </a:avLst>
          </a:prstGeom>
          <a:effectLst/>
        </p:spPr>
        <p:txBody>
          <a:bodyPr anchor="ctr"/>
          <a:lstStyle>
            <a:lvl1pPr marL="0" indent="0" algn="ctr">
              <a:buNone/>
              <a:defRPr/>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221314655"/>
      </p:ext>
    </p:extLst>
  </p:cSld>
  <p:clrMapOvr>
    <a:masterClrMapping/>
  </p:clrMapOvr>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pillars_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lvl1pPr>
              <a:defRPr/>
            </a:lvl1pPr>
          </a:lstStyle>
          <a:p>
            <a:r>
              <a:rPr lang="en-US" dirty="0"/>
              <a:t>Three-column with square images layout</a:t>
            </a:r>
          </a:p>
        </p:txBody>
      </p:sp>
      <p:sp>
        <p:nvSpPr>
          <p:cNvPr id="6" name="Text Placeholder 2">
            <a:extLst>
              <a:ext uri="{FF2B5EF4-FFF2-40B4-BE49-F238E27FC236}">
                <a16:creationId xmlns:a16="http://schemas.microsoft.com/office/drawing/2014/main" id="{10BFD12E-90CE-C652-D318-19A128794C78}"/>
              </a:ext>
            </a:extLst>
          </p:cNvPr>
          <p:cNvSpPr>
            <a:spLocks noGrp="1"/>
          </p:cNvSpPr>
          <p:nvPr>
            <p:ph type="body" idx="1" hasCustomPrompt="1"/>
          </p:nvPr>
        </p:nvSpPr>
        <p:spPr>
          <a:xfrm>
            <a:off x="419101"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06DC1607-DD34-92DA-9340-AF0A334035F1}"/>
              </a:ext>
            </a:extLst>
          </p:cNvPr>
          <p:cNvSpPr>
            <a:spLocks noGrp="1"/>
          </p:cNvSpPr>
          <p:nvPr>
            <p:ph sz="half" idx="2" hasCustomPrompt="1"/>
          </p:nvPr>
        </p:nvSpPr>
        <p:spPr>
          <a:xfrm>
            <a:off x="419100"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33293554-A33B-9D32-3DB3-3828AE7DF76D}"/>
              </a:ext>
            </a:extLst>
          </p:cNvPr>
          <p:cNvSpPr>
            <a:spLocks noGrp="1"/>
          </p:cNvSpPr>
          <p:nvPr>
            <p:ph type="body" sz="quarter" idx="3" hasCustomPrompt="1"/>
          </p:nvPr>
        </p:nvSpPr>
        <p:spPr>
          <a:xfrm>
            <a:off x="4392168"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AA3C4F7F-E583-C292-6FE3-AB2BFFC18C1A}"/>
              </a:ext>
            </a:extLst>
          </p:cNvPr>
          <p:cNvSpPr>
            <a:spLocks noGrp="1"/>
          </p:cNvSpPr>
          <p:nvPr>
            <p:ph sz="quarter" idx="4" hasCustomPrompt="1"/>
          </p:nvPr>
        </p:nvSpPr>
        <p:spPr>
          <a:xfrm>
            <a:off x="4392167"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A0C2E7C7-6272-7C9E-61CC-4BA5EEECCA8E}"/>
              </a:ext>
            </a:extLst>
          </p:cNvPr>
          <p:cNvSpPr>
            <a:spLocks noGrp="1"/>
          </p:cNvSpPr>
          <p:nvPr>
            <p:ph type="body" sz="quarter" idx="13" hasCustomPrompt="1"/>
          </p:nvPr>
        </p:nvSpPr>
        <p:spPr>
          <a:xfrm>
            <a:off x="8365236" y="3429129"/>
            <a:ext cx="3483864" cy="369332"/>
          </a:xfrm>
        </p:spPr>
        <p:txBody>
          <a:bodyPr anchor="t"/>
          <a:lstStyle>
            <a:lvl1pPr marL="0" indent="0" algn="ctr">
              <a:buNone/>
              <a:defRPr sz="2000" b="1">
                <a:solidFill>
                  <a:srgbClr val="42B4F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043B2FDF-2149-9868-48CF-68AF0B50E748}"/>
              </a:ext>
            </a:extLst>
          </p:cNvPr>
          <p:cNvSpPr>
            <a:spLocks noGrp="1"/>
          </p:cNvSpPr>
          <p:nvPr>
            <p:ph sz="quarter" idx="14" hasCustomPrompt="1"/>
          </p:nvPr>
        </p:nvSpPr>
        <p:spPr>
          <a:xfrm>
            <a:off x="8365236" y="3959942"/>
            <a:ext cx="3483864" cy="933589"/>
          </a:xfrm>
        </p:spPr>
        <p:txBody>
          <a:bodyPr/>
          <a:lstStyle>
            <a:lvl1pPr marL="0" indent="0" algn="ctr">
              <a:lnSpc>
                <a:spcPct val="100000"/>
              </a:lnSpc>
              <a:spcAft>
                <a:spcPts val="400"/>
              </a:spcAft>
              <a:buNone/>
              <a:defRPr sz="1800"/>
            </a:lvl1pPr>
            <a:lvl2pPr marL="285750" indent="0" algn="ctr">
              <a:lnSpc>
                <a:spcPct val="100000"/>
              </a:lnSpc>
              <a:spcAft>
                <a:spcPts val="400"/>
              </a:spcAft>
              <a:buNone/>
              <a:defRPr sz="1600"/>
            </a:lvl2pPr>
            <a:lvl3pPr marL="628650" indent="0" algn="ctr">
              <a:lnSpc>
                <a:spcPct val="100000"/>
              </a:lnSpc>
              <a:spcAft>
                <a:spcPts val="4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Picture Placeholder 12">
            <a:extLst>
              <a:ext uri="{FF2B5EF4-FFF2-40B4-BE49-F238E27FC236}">
                <a16:creationId xmlns:a16="http://schemas.microsoft.com/office/drawing/2014/main" id="{1759E99C-9391-1568-8D11-F0380A352E09}"/>
              </a:ext>
            </a:extLst>
          </p:cNvPr>
          <p:cNvSpPr>
            <a:spLocks noGrp="1"/>
          </p:cNvSpPr>
          <p:nvPr>
            <p:ph type="pic" sz="quarter" idx="15" hasCustomPrompt="1"/>
          </p:nvPr>
        </p:nvSpPr>
        <p:spPr>
          <a:xfrm>
            <a:off x="1655950" y="2107943"/>
            <a:ext cx="1010166" cy="954046"/>
          </a:xfrm>
        </p:spPr>
        <p:txBody>
          <a:bodyPr>
            <a:noAutofit/>
          </a:bodyPr>
          <a:lstStyle>
            <a:lvl1pPr marL="0" indent="0">
              <a:buNone/>
              <a:defRPr sz="1800"/>
            </a:lvl1pPr>
          </a:lstStyle>
          <a:p>
            <a:r>
              <a:rPr lang="en-US"/>
              <a:t>Click icon to add image</a:t>
            </a:r>
          </a:p>
        </p:txBody>
      </p:sp>
      <p:sp>
        <p:nvSpPr>
          <p:cNvPr id="13" name="Picture Placeholder 12">
            <a:extLst>
              <a:ext uri="{FF2B5EF4-FFF2-40B4-BE49-F238E27FC236}">
                <a16:creationId xmlns:a16="http://schemas.microsoft.com/office/drawing/2014/main" id="{657E8662-78AD-974B-E4CE-E3BF5371AC9D}"/>
              </a:ext>
            </a:extLst>
          </p:cNvPr>
          <p:cNvSpPr>
            <a:spLocks noGrp="1"/>
          </p:cNvSpPr>
          <p:nvPr>
            <p:ph type="pic" sz="quarter" idx="16" hasCustomPrompt="1"/>
          </p:nvPr>
        </p:nvSpPr>
        <p:spPr>
          <a:xfrm>
            <a:off x="5629017" y="2107943"/>
            <a:ext cx="1010166" cy="954046"/>
          </a:xfrm>
        </p:spPr>
        <p:txBody>
          <a:bodyPr>
            <a:noAutofit/>
          </a:bodyPr>
          <a:lstStyle>
            <a:lvl1pPr marL="0" indent="0">
              <a:buNone/>
              <a:defRPr sz="1800"/>
            </a:lvl1pPr>
          </a:lstStyle>
          <a:p>
            <a:r>
              <a:rPr lang="en-US"/>
              <a:t>Click icon to add image</a:t>
            </a:r>
          </a:p>
        </p:txBody>
      </p:sp>
      <p:sp>
        <p:nvSpPr>
          <p:cNvPr id="14" name="Picture Placeholder 12">
            <a:extLst>
              <a:ext uri="{FF2B5EF4-FFF2-40B4-BE49-F238E27FC236}">
                <a16:creationId xmlns:a16="http://schemas.microsoft.com/office/drawing/2014/main" id="{12123810-DB8B-DEDE-3CC0-864B7B3DE382}"/>
              </a:ext>
            </a:extLst>
          </p:cNvPr>
          <p:cNvSpPr>
            <a:spLocks noGrp="1"/>
          </p:cNvSpPr>
          <p:nvPr>
            <p:ph type="pic" sz="quarter" idx="17" hasCustomPrompt="1"/>
          </p:nvPr>
        </p:nvSpPr>
        <p:spPr>
          <a:xfrm>
            <a:off x="9602085" y="2107943"/>
            <a:ext cx="1010166" cy="954046"/>
          </a:xfrm>
        </p:spPr>
        <p:txBody>
          <a:bodyPr>
            <a:noAutofit/>
          </a:bodyPr>
          <a:lstStyle>
            <a:lvl1pPr marL="0" indent="0">
              <a:buNone/>
              <a:defRPr sz="1800"/>
            </a:lvl1pPr>
          </a:lstStyle>
          <a:p>
            <a:r>
              <a:rPr lang="en-US"/>
              <a:t>Click icon to add image</a:t>
            </a:r>
          </a:p>
        </p:txBody>
      </p:sp>
    </p:spTree>
    <p:extLst>
      <p:ext uri="{BB962C8B-B14F-4D97-AF65-F5344CB8AC3E}">
        <p14:creationId xmlns:p14="http://schemas.microsoft.com/office/powerpoint/2010/main" val="31534317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llars_2">
    <p:bg>
      <p:bgPr>
        <a:solidFill>
          <a:schemeClr val="bg1"/>
        </a:solidFill>
        <a:effectLst/>
      </p:bgPr>
    </p:bg>
    <p:spTree>
      <p:nvGrpSpPr>
        <p:cNvPr id="1" name=""/>
        <p:cNvGrpSpPr/>
        <p:nvPr/>
      </p:nvGrpSpPr>
      <p:grpSpPr>
        <a:xfrm>
          <a:off x="0" y="0"/>
          <a:ext cx="0" cy="0"/>
          <a:chOff x="0" y="0"/>
          <a:chExt cx="0" cy="0"/>
        </a:xfrm>
      </p:grpSpPr>
      <p:sp>
        <p:nvSpPr>
          <p:cNvPr id="16" name="Rectangle: Rounded Corners 14">
            <a:extLst>
              <a:ext uri="{FF2B5EF4-FFF2-40B4-BE49-F238E27FC236}">
                <a16:creationId xmlns:a16="http://schemas.microsoft.com/office/drawing/2014/main" id="{03AC0CE5-EA06-CE55-4FDD-17CBF3749294}"/>
              </a:ext>
            </a:extLst>
          </p:cNvPr>
          <p:cNvSpPr/>
          <p:nvPr userDrawn="1"/>
        </p:nvSpPr>
        <p:spPr>
          <a:xfrm>
            <a:off x="419100"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6" name="Rectangle: Rounded Corners 14">
            <a:extLst>
              <a:ext uri="{FF2B5EF4-FFF2-40B4-BE49-F238E27FC236}">
                <a16:creationId xmlns:a16="http://schemas.microsoft.com/office/drawing/2014/main" id="{EB721D76-2A3B-04BD-C8AD-2C622769B14E}"/>
              </a:ext>
            </a:extLst>
          </p:cNvPr>
          <p:cNvSpPr/>
          <p:nvPr userDrawn="1"/>
        </p:nvSpPr>
        <p:spPr>
          <a:xfrm>
            <a:off x="8292988"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4" name="Rectangle: Rounded Corners 14">
            <a:extLst>
              <a:ext uri="{FF2B5EF4-FFF2-40B4-BE49-F238E27FC236}">
                <a16:creationId xmlns:a16="http://schemas.microsoft.com/office/drawing/2014/main" id="{35159C79-D169-526F-6B2B-00661856BB78}"/>
              </a:ext>
            </a:extLst>
          </p:cNvPr>
          <p:cNvSpPr/>
          <p:nvPr userDrawn="1"/>
        </p:nvSpPr>
        <p:spPr>
          <a:xfrm>
            <a:off x="4356044"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2" name="Oval 21">
            <a:extLst>
              <a:ext uri="{FF2B5EF4-FFF2-40B4-BE49-F238E27FC236}">
                <a16:creationId xmlns:a16="http://schemas.microsoft.com/office/drawing/2014/main" id="{74139584-772E-F4B5-3BA6-29C630CEFB08}"/>
              </a:ext>
            </a:extLst>
          </p:cNvPr>
          <p:cNvSpPr/>
          <p:nvPr userDrawn="1"/>
        </p:nvSpPr>
        <p:spPr>
          <a:xfrm>
            <a:off x="9290573"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3" name="Oval 22">
            <a:extLst>
              <a:ext uri="{FF2B5EF4-FFF2-40B4-BE49-F238E27FC236}">
                <a16:creationId xmlns:a16="http://schemas.microsoft.com/office/drawing/2014/main" id="{09EE79C9-321B-6695-3A01-8B60577F77AE}"/>
              </a:ext>
            </a:extLst>
          </p:cNvPr>
          <p:cNvSpPr/>
          <p:nvPr userDrawn="1"/>
        </p:nvSpPr>
        <p:spPr>
          <a:xfrm>
            <a:off x="5358392"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4" name="Oval 23">
            <a:extLst>
              <a:ext uri="{FF2B5EF4-FFF2-40B4-BE49-F238E27FC236}">
                <a16:creationId xmlns:a16="http://schemas.microsoft.com/office/drawing/2014/main" id="{B7B9492E-B553-986C-DCD6-ABAEC0787099}"/>
              </a:ext>
            </a:extLst>
          </p:cNvPr>
          <p:cNvSpPr/>
          <p:nvPr userDrawn="1"/>
        </p:nvSpPr>
        <p:spPr>
          <a:xfrm>
            <a:off x="1426211" y="1885183"/>
            <a:ext cx="1541891" cy="1541891"/>
          </a:xfrm>
          <a:prstGeom prst="ellipse">
            <a:avLst/>
          </a:prstGeom>
          <a:noFill/>
          <a:ln w="25400">
            <a:gradFill>
              <a:gsLst>
                <a:gs pos="0">
                  <a:schemeClr val="accent6"/>
                </a:gs>
                <a:gs pos="30000">
                  <a:schemeClr val="accent1"/>
                </a:gs>
                <a:gs pos="99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B23BDB79-7DA4-A7DA-FFAA-D970F473BC02}"/>
              </a:ext>
            </a:extLst>
          </p:cNvPr>
          <p:cNvSpPr>
            <a:spLocks noGrp="1"/>
          </p:cNvSpPr>
          <p:nvPr userDrawn="1">
            <p:ph type="title" hasCustomPrompt="1"/>
          </p:nvPr>
        </p:nvSpPr>
        <p:spPr/>
        <p:txBody>
          <a:bodyPr/>
          <a:lstStyle/>
          <a:p>
            <a:r>
              <a:rPr lang="en-US" dirty="0"/>
              <a:t>Three-column with circular icons layout</a:t>
            </a:r>
          </a:p>
        </p:txBody>
      </p:sp>
      <p:cxnSp>
        <p:nvCxnSpPr>
          <p:cNvPr id="11" name="Straight Connector 10">
            <a:extLst>
              <a:ext uri="{FF2B5EF4-FFF2-40B4-BE49-F238E27FC236}">
                <a16:creationId xmlns:a16="http://schemas.microsoft.com/office/drawing/2014/main" id="{6EF3FA1E-28A2-2A44-2C1D-7A1EF81ABD03}"/>
              </a:ext>
            </a:extLst>
          </p:cNvPr>
          <p:cNvCxnSpPr>
            <a:cxnSpLocks/>
          </p:cNvCxnSpPr>
          <p:nvPr userDrawn="1"/>
        </p:nvCxnSpPr>
        <p:spPr>
          <a:xfrm>
            <a:off x="1739956"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B1848BA4-D0B6-9ABC-82C6-933BFFFAE0F2}"/>
              </a:ext>
            </a:extLst>
          </p:cNvPr>
          <p:cNvSpPr>
            <a:spLocks noGrp="1"/>
          </p:cNvSpPr>
          <p:nvPr userDrawn="1">
            <p:ph type="body" sz="quarter" idx="14" hasCustomPrompt="1"/>
          </p:nvPr>
        </p:nvSpPr>
        <p:spPr>
          <a:xfrm>
            <a:off x="733690"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21" name="Text Placeholder 2">
            <a:extLst>
              <a:ext uri="{FF2B5EF4-FFF2-40B4-BE49-F238E27FC236}">
                <a16:creationId xmlns:a16="http://schemas.microsoft.com/office/drawing/2014/main" id="{D3556C88-4E70-B0A6-86D9-2CF5F271DCB5}"/>
              </a:ext>
            </a:extLst>
          </p:cNvPr>
          <p:cNvSpPr>
            <a:spLocks noGrp="1"/>
          </p:cNvSpPr>
          <p:nvPr userDrawn="1">
            <p:ph type="body" idx="1" hasCustomPrompt="1"/>
          </p:nvPr>
        </p:nvSpPr>
        <p:spPr>
          <a:xfrm>
            <a:off x="733690"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cxnSp>
        <p:nvCxnSpPr>
          <p:cNvPr id="8" name="Straight Connector 7">
            <a:extLst>
              <a:ext uri="{FF2B5EF4-FFF2-40B4-BE49-F238E27FC236}">
                <a16:creationId xmlns:a16="http://schemas.microsoft.com/office/drawing/2014/main" id="{1C9073B9-455D-C10B-7B33-B2CA64C32A74}"/>
              </a:ext>
            </a:extLst>
          </p:cNvPr>
          <p:cNvCxnSpPr>
            <a:cxnSpLocks/>
          </p:cNvCxnSpPr>
          <p:nvPr userDrawn="1"/>
        </p:nvCxnSpPr>
        <p:spPr>
          <a:xfrm>
            <a:off x="9613844"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12">
            <a:extLst>
              <a:ext uri="{FF2B5EF4-FFF2-40B4-BE49-F238E27FC236}">
                <a16:creationId xmlns:a16="http://schemas.microsoft.com/office/drawing/2014/main" id="{D54A302D-4223-5925-8CEA-0BEE1E1125ED}"/>
              </a:ext>
            </a:extLst>
          </p:cNvPr>
          <p:cNvSpPr>
            <a:spLocks noGrp="1"/>
          </p:cNvSpPr>
          <p:nvPr userDrawn="1">
            <p:ph type="body" sz="quarter" idx="17" hasCustomPrompt="1"/>
          </p:nvPr>
        </p:nvSpPr>
        <p:spPr>
          <a:xfrm>
            <a:off x="8607578"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13" name="Text Placeholder 2">
            <a:extLst>
              <a:ext uri="{FF2B5EF4-FFF2-40B4-BE49-F238E27FC236}">
                <a16:creationId xmlns:a16="http://schemas.microsoft.com/office/drawing/2014/main" id="{EF16AF30-7B37-1297-47E4-EF0C23B0DBF2}"/>
              </a:ext>
            </a:extLst>
          </p:cNvPr>
          <p:cNvSpPr>
            <a:spLocks noGrp="1"/>
          </p:cNvSpPr>
          <p:nvPr userDrawn="1">
            <p:ph type="body" idx="18" hasCustomPrompt="1"/>
          </p:nvPr>
        </p:nvSpPr>
        <p:spPr>
          <a:xfrm>
            <a:off x="8607578"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cxnSp>
        <p:nvCxnSpPr>
          <p:cNvPr id="17" name="Straight Connector 16">
            <a:extLst>
              <a:ext uri="{FF2B5EF4-FFF2-40B4-BE49-F238E27FC236}">
                <a16:creationId xmlns:a16="http://schemas.microsoft.com/office/drawing/2014/main" id="{F08F87B0-A732-A5D0-3978-C84778E6D744}"/>
              </a:ext>
            </a:extLst>
          </p:cNvPr>
          <p:cNvCxnSpPr>
            <a:cxnSpLocks/>
          </p:cNvCxnSpPr>
          <p:nvPr userDrawn="1"/>
        </p:nvCxnSpPr>
        <p:spPr>
          <a:xfrm>
            <a:off x="5676900" y="4440265"/>
            <a:ext cx="914400"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Text Placeholder 12">
            <a:extLst>
              <a:ext uri="{FF2B5EF4-FFF2-40B4-BE49-F238E27FC236}">
                <a16:creationId xmlns:a16="http://schemas.microsoft.com/office/drawing/2014/main" id="{2C1879FC-3649-DC7B-2874-F383D5CD44C7}"/>
              </a:ext>
            </a:extLst>
          </p:cNvPr>
          <p:cNvSpPr>
            <a:spLocks noGrp="1"/>
          </p:cNvSpPr>
          <p:nvPr userDrawn="1">
            <p:ph type="body" sz="quarter" idx="20" hasCustomPrompt="1"/>
          </p:nvPr>
        </p:nvSpPr>
        <p:spPr>
          <a:xfrm>
            <a:off x="4670634" y="4633436"/>
            <a:ext cx="2926932"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3" name="Text Placeholder 2">
            <a:extLst>
              <a:ext uri="{FF2B5EF4-FFF2-40B4-BE49-F238E27FC236}">
                <a16:creationId xmlns:a16="http://schemas.microsoft.com/office/drawing/2014/main" id="{121D4A74-0C75-63EE-E996-862CBFFE4904}"/>
              </a:ext>
            </a:extLst>
          </p:cNvPr>
          <p:cNvSpPr>
            <a:spLocks noGrp="1"/>
          </p:cNvSpPr>
          <p:nvPr userDrawn="1">
            <p:ph type="body" idx="21" hasCustomPrompt="1"/>
          </p:nvPr>
        </p:nvSpPr>
        <p:spPr>
          <a:xfrm>
            <a:off x="4670634" y="3877761"/>
            <a:ext cx="2926932"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 name="Picture Placeholder 12">
            <a:extLst>
              <a:ext uri="{FF2B5EF4-FFF2-40B4-BE49-F238E27FC236}">
                <a16:creationId xmlns:a16="http://schemas.microsoft.com/office/drawing/2014/main" id="{C707F6A4-4D18-F3BE-1996-FA147CB634D3}"/>
              </a:ext>
            </a:extLst>
          </p:cNvPr>
          <p:cNvSpPr>
            <a:spLocks noGrp="1"/>
          </p:cNvSpPr>
          <p:nvPr>
            <p:ph type="pic" sz="quarter" idx="15" hasCustomPrompt="1"/>
          </p:nvPr>
        </p:nvSpPr>
        <p:spPr>
          <a:xfrm>
            <a:off x="1426211" y="1894831"/>
            <a:ext cx="1541891" cy="1541891"/>
          </a:xfrm>
          <a:prstGeom prst="ellipse">
            <a:avLst/>
          </a:prstGeom>
        </p:spPr>
        <p:txBody>
          <a:bodyPr>
            <a:noAutofit/>
          </a:bodyPr>
          <a:lstStyle>
            <a:lvl1pPr marL="0" indent="0">
              <a:buNone/>
              <a:defRPr sz="1800"/>
            </a:lvl1pPr>
          </a:lstStyle>
          <a:p>
            <a:r>
              <a:rPr lang="en-US" dirty="0"/>
              <a:t>Click icon to add image</a:t>
            </a:r>
          </a:p>
        </p:txBody>
      </p:sp>
      <p:sp>
        <p:nvSpPr>
          <p:cNvPr id="4" name="Picture Placeholder 12">
            <a:extLst>
              <a:ext uri="{FF2B5EF4-FFF2-40B4-BE49-F238E27FC236}">
                <a16:creationId xmlns:a16="http://schemas.microsoft.com/office/drawing/2014/main" id="{FF694DD8-C8F5-07D4-2208-578B44E5F005}"/>
              </a:ext>
            </a:extLst>
          </p:cNvPr>
          <p:cNvSpPr>
            <a:spLocks noGrp="1"/>
          </p:cNvSpPr>
          <p:nvPr>
            <p:ph type="pic" sz="quarter" idx="25" hasCustomPrompt="1"/>
          </p:nvPr>
        </p:nvSpPr>
        <p:spPr>
          <a:xfrm>
            <a:off x="5363155" y="1894831"/>
            <a:ext cx="1541891" cy="1541891"/>
          </a:xfrm>
          <a:prstGeom prst="ellipse">
            <a:avLst/>
          </a:prstGeom>
        </p:spPr>
        <p:txBody>
          <a:bodyPr>
            <a:noAutofit/>
          </a:bodyPr>
          <a:lstStyle>
            <a:lvl1pPr marL="0" indent="0">
              <a:buNone/>
              <a:defRPr sz="1800"/>
            </a:lvl1pPr>
          </a:lstStyle>
          <a:p>
            <a:r>
              <a:rPr lang="en-US"/>
              <a:t>Click icon to add image</a:t>
            </a:r>
          </a:p>
        </p:txBody>
      </p:sp>
      <p:sp>
        <p:nvSpPr>
          <p:cNvPr id="5" name="Picture Placeholder 12">
            <a:extLst>
              <a:ext uri="{FF2B5EF4-FFF2-40B4-BE49-F238E27FC236}">
                <a16:creationId xmlns:a16="http://schemas.microsoft.com/office/drawing/2014/main" id="{8767C8BD-3DD0-49B5-2AF0-B5E3A61BC9AF}"/>
              </a:ext>
            </a:extLst>
          </p:cNvPr>
          <p:cNvSpPr>
            <a:spLocks noGrp="1"/>
          </p:cNvSpPr>
          <p:nvPr>
            <p:ph type="pic" sz="quarter" idx="26" hasCustomPrompt="1"/>
          </p:nvPr>
        </p:nvSpPr>
        <p:spPr>
          <a:xfrm>
            <a:off x="9300099" y="1894831"/>
            <a:ext cx="1541891" cy="1541891"/>
          </a:xfrm>
          <a:prstGeom prst="ellipse">
            <a:avLst/>
          </a:prstGeom>
        </p:spPr>
        <p:txBody>
          <a:bodyPr>
            <a:noAutofit/>
          </a:bodyPr>
          <a:lstStyle>
            <a:lvl1pPr marL="0" indent="0">
              <a:buNone/>
              <a:defRPr sz="1800"/>
            </a:lvl1pPr>
          </a:lstStyle>
          <a:p>
            <a:r>
              <a:rPr lang="en-US"/>
              <a:t>Click icon to add image</a:t>
            </a:r>
          </a:p>
        </p:txBody>
      </p:sp>
    </p:spTree>
    <p:extLst>
      <p:ext uri="{BB962C8B-B14F-4D97-AF65-F5344CB8AC3E}">
        <p14:creationId xmlns:p14="http://schemas.microsoft.com/office/powerpoint/2010/main" val="30245263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pillars_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p>
            <a:r>
              <a:rPr lang="en-US" dirty="0"/>
              <a:t>Three-column with eyebrows layout</a:t>
            </a:r>
          </a:p>
        </p:txBody>
      </p:sp>
      <p:sp>
        <p:nvSpPr>
          <p:cNvPr id="16" name="Rectangle: Rounded Corners 14">
            <a:extLst>
              <a:ext uri="{FF2B5EF4-FFF2-40B4-BE49-F238E27FC236}">
                <a16:creationId xmlns:a16="http://schemas.microsoft.com/office/drawing/2014/main" id="{03AC0CE5-EA06-CE55-4FDD-17CBF3749294}"/>
              </a:ext>
            </a:extLst>
          </p:cNvPr>
          <p:cNvSpPr/>
          <p:nvPr userDrawn="1"/>
        </p:nvSpPr>
        <p:spPr>
          <a:xfrm>
            <a:off x="419100"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5" name="Text Placeholder 2">
            <a:extLst>
              <a:ext uri="{FF2B5EF4-FFF2-40B4-BE49-F238E27FC236}">
                <a16:creationId xmlns:a16="http://schemas.microsoft.com/office/drawing/2014/main" id="{09E632FC-0C0B-A67C-A85C-8206A1A51074}"/>
              </a:ext>
            </a:extLst>
          </p:cNvPr>
          <p:cNvSpPr>
            <a:spLocks noGrp="1"/>
          </p:cNvSpPr>
          <p:nvPr>
            <p:ph type="body" idx="1" hasCustomPrompt="1"/>
          </p:nvPr>
        </p:nvSpPr>
        <p:spPr>
          <a:xfrm>
            <a:off x="733690"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7" name="Rectangle: Rounded Corners 14">
            <a:extLst>
              <a:ext uri="{FF2B5EF4-FFF2-40B4-BE49-F238E27FC236}">
                <a16:creationId xmlns:a16="http://schemas.microsoft.com/office/drawing/2014/main" id="{462E4AA4-1F9A-4B65-017C-81AAB49744B9}"/>
              </a:ext>
            </a:extLst>
          </p:cNvPr>
          <p:cNvSpPr/>
          <p:nvPr userDrawn="1"/>
        </p:nvSpPr>
        <p:spPr>
          <a:xfrm>
            <a:off x="8292988"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9" name="Text Placeholder 2">
            <a:extLst>
              <a:ext uri="{FF2B5EF4-FFF2-40B4-BE49-F238E27FC236}">
                <a16:creationId xmlns:a16="http://schemas.microsoft.com/office/drawing/2014/main" id="{F27B2543-1791-CE3E-5D92-A32148B8B4A6}"/>
              </a:ext>
            </a:extLst>
          </p:cNvPr>
          <p:cNvSpPr>
            <a:spLocks noGrp="1"/>
          </p:cNvSpPr>
          <p:nvPr>
            <p:ph type="body" idx="16" hasCustomPrompt="1"/>
          </p:nvPr>
        </p:nvSpPr>
        <p:spPr>
          <a:xfrm>
            <a:off x="8607578"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1" name="Rectangle: Rounded Corners 14">
            <a:extLst>
              <a:ext uri="{FF2B5EF4-FFF2-40B4-BE49-F238E27FC236}">
                <a16:creationId xmlns:a16="http://schemas.microsoft.com/office/drawing/2014/main" id="{29682F97-F604-3EA6-1614-4AD9EA8EBD33}"/>
              </a:ext>
            </a:extLst>
          </p:cNvPr>
          <p:cNvSpPr/>
          <p:nvPr userDrawn="1"/>
        </p:nvSpPr>
        <p:spPr>
          <a:xfrm>
            <a:off x="4356044" y="1485900"/>
            <a:ext cx="3556113" cy="4724400"/>
          </a:xfrm>
          <a:prstGeom prst="roundRect">
            <a:avLst>
              <a:gd name="adj" fmla="val 456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43" name="Text Placeholder 2">
            <a:extLst>
              <a:ext uri="{FF2B5EF4-FFF2-40B4-BE49-F238E27FC236}">
                <a16:creationId xmlns:a16="http://schemas.microsoft.com/office/drawing/2014/main" id="{AD311DF5-CAB0-119A-BEB3-CD860F0E8E69}"/>
              </a:ext>
            </a:extLst>
          </p:cNvPr>
          <p:cNvSpPr>
            <a:spLocks noGrp="1"/>
          </p:cNvSpPr>
          <p:nvPr>
            <p:ph type="body" idx="19" hasCustomPrompt="1"/>
          </p:nvPr>
        </p:nvSpPr>
        <p:spPr>
          <a:xfrm>
            <a:off x="4670634" y="2900915"/>
            <a:ext cx="2926932" cy="369332"/>
          </a:xfrm>
        </p:spPr>
        <p:txBody>
          <a:bodyPr anchor="t"/>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6" name="Text Placeholder 12">
            <a:extLst>
              <a:ext uri="{FF2B5EF4-FFF2-40B4-BE49-F238E27FC236}">
                <a16:creationId xmlns:a16="http://schemas.microsoft.com/office/drawing/2014/main" id="{B5974954-D39B-EA11-2394-C3638EFE8763}"/>
              </a:ext>
            </a:extLst>
          </p:cNvPr>
          <p:cNvSpPr>
            <a:spLocks noGrp="1"/>
          </p:cNvSpPr>
          <p:nvPr>
            <p:ph type="body" sz="quarter" idx="22" hasCustomPrompt="1"/>
          </p:nvPr>
        </p:nvSpPr>
        <p:spPr>
          <a:xfrm>
            <a:off x="733690" y="2158248"/>
            <a:ext cx="1737360" cy="359474"/>
          </a:xfrm>
          <a:prstGeom prst="roundRect">
            <a:avLst>
              <a:gd name="adj" fmla="val 18151"/>
            </a:avLst>
          </a:prstGeom>
          <a:gradFill flip="none" rotWithShape="1">
            <a:gsLst>
              <a:gs pos="0">
                <a:schemeClr val="accent1"/>
              </a:gs>
              <a:gs pos="100000">
                <a:schemeClr val="accent5"/>
              </a:gs>
            </a:gsLst>
            <a:lin ang="2700000" scaled="1"/>
            <a:tileRect/>
          </a:gradFill>
        </p:spPr>
        <p:txBody>
          <a:bodyPr anchor="ctr"/>
          <a:lstStyle>
            <a:lvl1pPr marL="0" indent="0" algn="ctr">
              <a:buNone/>
              <a:defRPr lang="en-US" sz="1600" b="1" i="0" kern="1200" spc="400" baseline="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47" name="Text Placeholder 12">
            <a:extLst>
              <a:ext uri="{FF2B5EF4-FFF2-40B4-BE49-F238E27FC236}">
                <a16:creationId xmlns:a16="http://schemas.microsoft.com/office/drawing/2014/main" id="{AD9BE854-F816-4000-5D2D-80A4E7C51B72}"/>
              </a:ext>
            </a:extLst>
          </p:cNvPr>
          <p:cNvSpPr>
            <a:spLocks noGrp="1"/>
          </p:cNvSpPr>
          <p:nvPr>
            <p:ph type="body" sz="quarter" idx="23" hasCustomPrompt="1"/>
          </p:nvPr>
        </p:nvSpPr>
        <p:spPr>
          <a:xfrm>
            <a:off x="4670634" y="2158248"/>
            <a:ext cx="1737360" cy="359474"/>
          </a:xfrm>
          <a:prstGeom prst="roundRect">
            <a:avLst>
              <a:gd name="adj" fmla="val 18151"/>
            </a:avLst>
          </a:prstGeom>
          <a:gradFill flip="none" rotWithShape="1">
            <a:gsLst>
              <a:gs pos="0">
                <a:schemeClr val="accent1"/>
              </a:gs>
              <a:gs pos="100000">
                <a:schemeClr val="accent5"/>
              </a:gs>
            </a:gsLst>
            <a:lin ang="2700000" scaled="1"/>
            <a:tileRect/>
          </a:gradFill>
        </p:spPr>
        <p:txBody>
          <a:bodyPr anchor="ctr"/>
          <a:lstStyle>
            <a:lvl1pPr marL="0" indent="0" algn="ctr">
              <a:buNone/>
              <a:defRPr lang="en-US" sz="1600" b="1" i="0" kern="1200" spc="400" baseline="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48" name="Text Placeholder 12">
            <a:extLst>
              <a:ext uri="{FF2B5EF4-FFF2-40B4-BE49-F238E27FC236}">
                <a16:creationId xmlns:a16="http://schemas.microsoft.com/office/drawing/2014/main" id="{51E6FFF8-A8A7-3C71-837B-9C417CC66E39}"/>
              </a:ext>
            </a:extLst>
          </p:cNvPr>
          <p:cNvSpPr>
            <a:spLocks noGrp="1"/>
          </p:cNvSpPr>
          <p:nvPr>
            <p:ph type="body" sz="quarter" idx="24" hasCustomPrompt="1"/>
          </p:nvPr>
        </p:nvSpPr>
        <p:spPr>
          <a:xfrm>
            <a:off x="8607578" y="2158248"/>
            <a:ext cx="1737360" cy="359474"/>
          </a:xfrm>
          <a:prstGeom prst="roundRect">
            <a:avLst>
              <a:gd name="adj" fmla="val 18151"/>
            </a:avLst>
          </a:prstGeom>
          <a:gradFill flip="none" rotWithShape="1">
            <a:gsLst>
              <a:gs pos="0">
                <a:schemeClr val="accent1"/>
              </a:gs>
              <a:gs pos="100000">
                <a:schemeClr val="accent5"/>
              </a:gs>
            </a:gsLst>
            <a:lin ang="2700000" scaled="1"/>
            <a:tileRect/>
          </a:gradFill>
        </p:spPr>
        <p:txBody>
          <a:bodyPr anchor="ctr"/>
          <a:lstStyle>
            <a:lvl1pPr marL="0" indent="0" algn="ctr">
              <a:buNone/>
              <a:defRPr lang="en-US" sz="1600" b="1" i="0" kern="1200" spc="400" baseline="0" dirty="0">
                <a:solidFill>
                  <a:schemeClr val="tx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a:t>EYEBROW</a:t>
            </a:r>
          </a:p>
        </p:txBody>
      </p:sp>
      <p:sp>
        <p:nvSpPr>
          <p:cNvPr id="15" name="Text Placeholder 12">
            <a:extLst>
              <a:ext uri="{FF2B5EF4-FFF2-40B4-BE49-F238E27FC236}">
                <a16:creationId xmlns:a16="http://schemas.microsoft.com/office/drawing/2014/main" id="{568A5C1F-7C14-4797-B9E1-767D9F747284}"/>
              </a:ext>
            </a:extLst>
          </p:cNvPr>
          <p:cNvSpPr>
            <a:spLocks noGrp="1"/>
          </p:cNvSpPr>
          <p:nvPr>
            <p:ph type="body" sz="quarter" idx="14" hasCustomPrompt="1"/>
          </p:nvPr>
        </p:nvSpPr>
        <p:spPr>
          <a:xfrm>
            <a:off x="733690" y="3429000"/>
            <a:ext cx="2926932" cy="2552700"/>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17" name="Text Placeholder 12">
            <a:extLst>
              <a:ext uri="{FF2B5EF4-FFF2-40B4-BE49-F238E27FC236}">
                <a16:creationId xmlns:a16="http://schemas.microsoft.com/office/drawing/2014/main" id="{F162436A-50E0-4592-B569-0BA0BA1322FA}"/>
              </a:ext>
            </a:extLst>
          </p:cNvPr>
          <p:cNvSpPr>
            <a:spLocks noGrp="1"/>
          </p:cNvSpPr>
          <p:nvPr>
            <p:ph type="body" sz="quarter" idx="17" hasCustomPrompt="1"/>
          </p:nvPr>
        </p:nvSpPr>
        <p:spPr>
          <a:xfrm>
            <a:off x="8607578" y="3429000"/>
            <a:ext cx="2926932" cy="2552700"/>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18" name="Text Placeholder 12">
            <a:extLst>
              <a:ext uri="{FF2B5EF4-FFF2-40B4-BE49-F238E27FC236}">
                <a16:creationId xmlns:a16="http://schemas.microsoft.com/office/drawing/2014/main" id="{1F24B680-0C4C-46D9-95A3-865795779CC3}"/>
              </a:ext>
            </a:extLst>
          </p:cNvPr>
          <p:cNvSpPr>
            <a:spLocks noGrp="1"/>
          </p:cNvSpPr>
          <p:nvPr>
            <p:ph type="body" sz="quarter" idx="20" hasCustomPrompt="1"/>
          </p:nvPr>
        </p:nvSpPr>
        <p:spPr>
          <a:xfrm>
            <a:off x="4670634" y="3429000"/>
            <a:ext cx="2926932" cy="2552700"/>
          </a:xfrm>
        </p:spPr>
        <p:txBody>
          <a:bodyPr anchor="t"/>
          <a:lstStyle>
            <a:lvl1pPr marL="0" indent="0" algn="l">
              <a:lnSpc>
                <a:spcPct val="100000"/>
              </a:lnSpc>
              <a:buNone/>
              <a:defRPr lang="en-US" sz="18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Tree>
    <p:extLst>
      <p:ext uri="{BB962C8B-B14F-4D97-AF65-F5344CB8AC3E}">
        <p14:creationId xmlns:p14="http://schemas.microsoft.com/office/powerpoint/2010/main" val="2139839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 with Subheadings">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371600"/>
            <a:ext cx="3621024" cy="4838700"/>
          </a:xfrm>
          <a:prstGeom prst="roundRect">
            <a:avLst>
              <a:gd name="adj" fmla="val 475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Three-column with headings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92836" y="1600200"/>
            <a:ext cx="3273552"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92836" y="2133600"/>
            <a:ext cx="3273552" cy="3943350"/>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30" name="Rectangle: Rounded Corners 14">
            <a:extLst>
              <a:ext uri="{FF2B5EF4-FFF2-40B4-BE49-F238E27FC236}">
                <a16:creationId xmlns:a16="http://schemas.microsoft.com/office/drawing/2014/main" id="{CDA630CA-AC91-9937-3BDE-708242D99EE2}"/>
              </a:ext>
            </a:extLst>
          </p:cNvPr>
          <p:cNvSpPr/>
          <p:nvPr userDrawn="1"/>
        </p:nvSpPr>
        <p:spPr>
          <a:xfrm>
            <a:off x="4319928" y="1371600"/>
            <a:ext cx="3621024" cy="4838700"/>
          </a:xfrm>
          <a:prstGeom prst="roundRect">
            <a:avLst>
              <a:gd name="adj" fmla="val 475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Rectangle: Rounded Corners 14">
            <a:extLst>
              <a:ext uri="{FF2B5EF4-FFF2-40B4-BE49-F238E27FC236}">
                <a16:creationId xmlns:a16="http://schemas.microsoft.com/office/drawing/2014/main" id="{D9FE9A6B-FC2A-9A04-C60A-5FF8E588915F}"/>
              </a:ext>
            </a:extLst>
          </p:cNvPr>
          <p:cNvSpPr/>
          <p:nvPr userDrawn="1"/>
        </p:nvSpPr>
        <p:spPr>
          <a:xfrm>
            <a:off x="8220755" y="1371600"/>
            <a:ext cx="3621024" cy="4838700"/>
          </a:xfrm>
          <a:prstGeom prst="roundRect">
            <a:avLst>
              <a:gd name="adj" fmla="val 475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3" name="Text Placeholder 2">
            <a:extLst>
              <a:ext uri="{FF2B5EF4-FFF2-40B4-BE49-F238E27FC236}">
                <a16:creationId xmlns:a16="http://schemas.microsoft.com/office/drawing/2014/main" id="{8ACFE3EF-31FB-9767-3942-855DA022D2D0}"/>
              </a:ext>
            </a:extLst>
          </p:cNvPr>
          <p:cNvSpPr>
            <a:spLocks noGrp="1"/>
          </p:cNvSpPr>
          <p:nvPr>
            <p:ph type="body" idx="13" hasCustomPrompt="1"/>
          </p:nvPr>
        </p:nvSpPr>
        <p:spPr>
          <a:xfrm>
            <a:off x="4493664" y="1600200"/>
            <a:ext cx="3273552"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34" name="Content Placeholder 3">
            <a:extLst>
              <a:ext uri="{FF2B5EF4-FFF2-40B4-BE49-F238E27FC236}">
                <a16:creationId xmlns:a16="http://schemas.microsoft.com/office/drawing/2014/main" id="{5100FB44-5917-E2FA-F2F6-B9595E8BAE93}"/>
              </a:ext>
            </a:extLst>
          </p:cNvPr>
          <p:cNvSpPr>
            <a:spLocks noGrp="1"/>
          </p:cNvSpPr>
          <p:nvPr>
            <p:ph sz="half" idx="14" hasCustomPrompt="1"/>
          </p:nvPr>
        </p:nvSpPr>
        <p:spPr>
          <a:xfrm>
            <a:off x="4493664" y="2133600"/>
            <a:ext cx="3273552" cy="3943350"/>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5" name="Text Placeholder 2">
            <a:extLst>
              <a:ext uri="{FF2B5EF4-FFF2-40B4-BE49-F238E27FC236}">
                <a16:creationId xmlns:a16="http://schemas.microsoft.com/office/drawing/2014/main" id="{25C4A104-65E1-D9DA-FB3D-FB3069741FD4}"/>
              </a:ext>
            </a:extLst>
          </p:cNvPr>
          <p:cNvSpPr>
            <a:spLocks noGrp="1"/>
          </p:cNvSpPr>
          <p:nvPr>
            <p:ph type="body" idx="15" hasCustomPrompt="1"/>
          </p:nvPr>
        </p:nvSpPr>
        <p:spPr>
          <a:xfrm>
            <a:off x="8394491" y="1600200"/>
            <a:ext cx="3273552"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36" name="Content Placeholder 3">
            <a:extLst>
              <a:ext uri="{FF2B5EF4-FFF2-40B4-BE49-F238E27FC236}">
                <a16:creationId xmlns:a16="http://schemas.microsoft.com/office/drawing/2014/main" id="{83755C07-4451-FB89-D4A0-6F1401349EE7}"/>
              </a:ext>
            </a:extLst>
          </p:cNvPr>
          <p:cNvSpPr>
            <a:spLocks noGrp="1"/>
          </p:cNvSpPr>
          <p:nvPr>
            <p:ph sz="half" idx="16" hasCustomPrompt="1"/>
          </p:nvPr>
        </p:nvSpPr>
        <p:spPr>
          <a:xfrm>
            <a:off x="8394491" y="2133600"/>
            <a:ext cx="3273552" cy="3943350"/>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35353808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bg1"/>
        </a:solidFill>
        <a:effectLst/>
      </p:bgPr>
    </p:bg>
    <p:spTree>
      <p:nvGrpSpPr>
        <p:cNvPr id="1" name=""/>
        <p:cNvGrpSpPr/>
        <p:nvPr/>
      </p:nvGrpSpPr>
      <p:grpSpPr>
        <a:xfrm>
          <a:off x="0" y="0"/>
          <a:ext cx="0" cy="0"/>
          <a:chOff x="0" y="0"/>
          <a:chExt cx="0" cy="0"/>
        </a:xfrm>
      </p:grpSpPr>
      <p:sp>
        <p:nvSpPr>
          <p:cNvPr id="6" name="Rectangle: Rounded Corners 14">
            <a:extLst>
              <a:ext uri="{FF2B5EF4-FFF2-40B4-BE49-F238E27FC236}">
                <a16:creationId xmlns:a16="http://schemas.microsoft.com/office/drawing/2014/main" id="{422327CD-07D1-1CAF-46C3-09EBBAA08919}"/>
              </a:ext>
            </a:extLst>
          </p:cNvPr>
          <p:cNvSpPr/>
          <p:nvPr userDrawn="1"/>
        </p:nvSpPr>
        <p:spPr>
          <a:xfrm>
            <a:off x="419100" y="1371600"/>
            <a:ext cx="3650025" cy="4838699"/>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15">
            <a:extLst>
              <a:ext uri="{FF2B5EF4-FFF2-40B4-BE49-F238E27FC236}">
                <a16:creationId xmlns:a16="http://schemas.microsoft.com/office/drawing/2014/main" id="{64275C19-EB6A-D5A4-A6A1-C8D890AC76C0}"/>
              </a:ext>
            </a:extLst>
          </p:cNvPr>
          <p:cNvSpPr/>
          <p:nvPr userDrawn="1"/>
        </p:nvSpPr>
        <p:spPr>
          <a:xfrm>
            <a:off x="4315092" y="1371600"/>
            <a:ext cx="3650025" cy="4838699"/>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Rectangle: Rounded Corners 16">
            <a:extLst>
              <a:ext uri="{FF2B5EF4-FFF2-40B4-BE49-F238E27FC236}">
                <a16:creationId xmlns:a16="http://schemas.microsoft.com/office/drawing/2014/main" id="{9CAB5F3F-9289-6BA8-3B6A-9D79956FEAC7}"/>
              </a:ext>
            </a:extLst>
          </p:cNvPr>
          <p:cNvSpPr/>
          <p:nvPr userDrawn="1"/>
        </p:nvSpPr>
        <p:spPr>
          <a:xfrm>
            <a:off x="8199075" y="1371601"/>
            <a:ext cx="3650025" cy="4838698"/>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8" name="Title 1">
            <a:extLst>
              <a:ext uri="{FF2B5EF4-FFF2-40B4-BE49-F238E27FC236}">
                <a16:creationId xmlns:a16="http://schemas.microsoft.com/office/drawing/2014/main" id="{91059391-7A3F-14D9-37B8-EE42ACEADC6B}"/>
              </a:ext>
            </a:extLst>
          </p:cNvPr>
          <p:cNvSpPr>
            <a:spLocks noGrp="1"/>
          </p:cNvSpPr>
          <p:nvPr>
            <p:ph type="title" hasCustomPrompt="1"/>
          </p:nvPr>
        </p:nvSpPr>
        <p:spPr>
          <a:xfrm>
            <a:off x="419100" y="342901"/>
            <a:ext cx="11430000" cy="647176"/>
          </a:xfrm>
        </p:spPr>
        <p:txBody>
          <a:bodyPr/>
          <a:lstStyle/>
          <a:p>
            <a:r>
              <a:rPr lang="en-US" dirty="0"/>
              <a:t>Three-column with content and images layout</a:t>
            </a:r>
          </a:p>
        </p:txBody>
      </p:sp>
      <p:sp>
        <p:nvSpPr>
          <p:cNvPr id="20" name="Content Placeholder 3">
            <a:extLst>
              <a:ext uri="{FF2B5EF4-FFF2-40B4-BE49-F238E27FC236}">
                <a16:creationId xmlns:a16="http://schemas.microsoft.com/office/drawing/2014/main" id="{C3F45658-52EB-AE68-7DD2-00BA9C802475}"/>
              </a:ext>
            </a:extLst>
          </p:cNvPr>
          <p:cNvSpPr>
            <a:spLocks noGrp="1"/>
          </p:cNvSpPr>
          <p:nvPr>
            <p:ph sz="half" idx="2" hasCustomPrompt="1"/>
          </p:nvPr>
        </p:nvSpPr>
        <p:spPr>
          <a:xfrm>
            <a:off x="643912"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1" name="Content Placeholder 5">
            <a:extLst>
              <a:ext uri="{FF2B5EF4-FFF2-40B4-BE49-F238E27FC236}">
                <a16:creationId xmlns:a16="http://schemas.microsoft.com/office/drawing/2014/main" id="{FCACC78A-CE4C-D779-A4B8-103E819B2A63}"/>
              </a:ext>
            </a:extLst>
          </p:cNvPr>
          <p:cNvSpPr>
            <a:spLocks noGrp="1"/>
          </p:cNvSpPr>
          <p:nvPr>
            <p:ph sz="quarter" idx="4" hasCustomPrompt="1"/>
          </p:nvPr>
        </p:nvSpPr>
        <p:spPr>
          <a:xfrm>
            <a:off x="4539904"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2" name="Content Placeholder 5">
            <a:extLst>
              <a:ext uri="{FF2B5EF4-FFF2-40B4-BE49-F238E27FC236}">
                <a16:creationId xmlns:a16="http://schemas.microsoft.com/office/drawing/2014/main" id="{3A4D9EEC-CF9D-5FCF-D3D9-BD9838490EB1}"/>
              </a:ext>
            </a:extLst>
          </p:cNvPr>
          <p:cNvSpPr>
            <a:spLocks noGrp="1"/>
          </p:cNvSpPr>
          <p:nvPr>
            <p:ph sz="quarter" idx="14" hasCustomPrompt="1"/>
          </p:nvPr>
        </p:nvSpPr>
        <p:spPr>
          <a:xfrm>
            <a:off x="8423887" y="4197351"/>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3" name="Picture Placeholder 12">
            <a:extLst>
              <a:ext uri="{FF2B5EF4-FFF2-40B4-BE49-F238E27FC236}">
                <a16:creationId xmlns:a16="http://schemas.microsoft.com/office/drawing/2014/main" id="{28961C79-6584-D0B8-F203-96FBC0849D90}"/>
              </a:ext>
            </a:extLst>
          </p:cNvPr>
          <p:cNvSpPr>
            <a:spLocks noGrp="1"/>
          </p:cNvSpPr>
          <p:nvPr>
            <p:ph type="pic" sz="quarter" idx="15" hasCustomPrompt="1"/>
          </p:nvPr>
        </p:nvSpPr>
        <p:spPr>
          <a:xfrm>
            <a:off x="420670" y="1371600"/>
            <a:ext cx="3657600" cy="2560320"/>
          </a:xfrm>
          <a:prstGeom prst="roundRect">
            <a:avLst>
              <a:gd name="adj" fmla="val 9227"/>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4" name="Picture Placeholder 12">
            <a:extLst>
              <a:ext uri="{FF2B5EF4-FFF2-40B4-BE49-F238E27FC236}">
                <a16:creationId xmlns:a16="http://schemas.microsoft.com/office/drawing/2014/main" id="{9E880BFF-C8C8-8B71-84C1-1A87D878B0A2}"/>
              </a:ext>
            </a:extLst>
          </p:cNvPr>
          <p:cNvSpPr>
            <a:spLocks noGrp="1"/>
          </p:cNvSpPr>
          <p:nvPr>
            <p:ph type="pic" sz="quarter" idx="16" hasCustomPrompt="1"/>
          </p:nvPr>
        </p:nvSpPr>
        <p:spPr>
          <a:xfrm>
            <a:off x="4307517" y="1371600"/>
            <a:ext cx="3657600" cy="2560320"/>
          </a:xfrm>
          <a:prstGeom prst="roundRect">
            <a:avLst>
              <a:gd name="adj" fmla="val 8730"/>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5" name="Picture Placeholder 12">
            <a:extLst>
              <a:ext uri="{FF2B5EF4-FFF2-40B4-BE49-F238E27FC236}">
                <a16:creationId xmlns:a16="http://schemas.microsoft.com/office/drawing/2014/main" id="{10BA1E98-6AF5-601E-9289-92A2474496C0}"/>
              </a:ext>
            </a:extLst>
          </p:cNvPr>
          <p:cNvSpPr>
            <a:spLocks noGrp="1"/>
          </p:cNvSpPr>
          <p:nvPr>
            <p:ph type="pic" sz="quarter" idx="17" hasCustomPrompt="1"/>
          </p:nvPr>
        </p:nvSpPr>
        <p:spPr>
          <a:xfrm>
            <a:off x="8191500" y="1371600"/>
            <a:ext cx="3657600" cy="2560320"/>
          </a:xfrm>
          <a:prstGeom prst="roundRect">
            <a:avLst>
              <a:gd name="adj" fmla="val 6746"/>
            </a:avLst>
          </a:prstGeom>
          <a:effectLst/>
        </p:spPr>
        <p:txBody>
          <a:bodyPr anchor="ctr">
            <a:noAutofit/>
          </a:bodyPr>
          <a:lstStyle>
            <a:lvl1pPr marL="0" indent="0" algn="ctr">
              <a:buNone/>
              <a:defRPr sz="1800"/>
            </a:lvl1pPr>
          </a:lstStyle>
          <a:p>
            <a:r>
              <a:rPr lang="en-US" dirty="0"/>
              <a:t>Click icon to add image</a:t>
            </a:r>
          </a:p>
          <a:p>
            <a:endParaRPr lang="en-US" dirty="0"/>
          </a:p>
        </p:txBody>
      </p:sp>
    </p:spTree>
    <p:extLst>
      <p:ext uri="{BB962C8B-B14F-4D97-AF65-F5344CB8AC3E}">
        <p14:creationId xmlns:p14="http://schemas.microsoft.com/office/powerpoint/2010/main" val="2837918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ain point + 2 supporting">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B7109FBF-A551-0E73-F8F7-CC7C0D3CAB0F}"/>
              </a:ext>
            </a:extLst>
          </p:cNvPr>
          <p:cNvSpPr/>
          <p:nvPr userDrawn="1"/>
        </p:nvSpPr>
        <p:spPr>
          <a:xfrm>
            <a:off x="419100" y="1371600"/>
            <a:ext cx="3650025" cy="4838700"/>
          </a:xfrm>
          <a:prstGeom prst="roundRect">
            <a:avLst>
              <a:gd name="adj" fmla="val 595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lvl1pPr>
              <a:defRPr/>
            </a:lvl1pPr>
          </a:lstStyle>
          <a:p>
            <a:r>
              <a:rPr lang="en-US" dirty="0"/>
              <a:t>Three-box content layout</a:t>
            </a:r>
          </a:p>
        </p:txBody>
      </p:sp>
      <p:sp>
        <p:nvSpPr>
          <p:cNvPr id="7" name="Content Placeholder 3">
            <a:extLst>
              <a:ext uri="{FF2B5EF4-FFF2-40B4-BE49-F238E27FC236}">
                <a16:creationId xmlns:a16="http://schemas.microsoft.com/office/drawing/2014/main" id="{06DC1607-DD34-92DA-9340-AF0A334035F1}"/>
              </a:ext>
            </a:extLst>
          </p:cNvPr>
          <p:cNvSpPr>
            <a:spLocks noGrp="1"/>
          </p:cNvSpPr>
          <p:nvPr>
            <p:ph sz="half" idx="2" hasCustomPrompt="1"/>
          </p:nvPr>
        </p:nvSpPr>
        <p:spPr>
          <a:xfrm>
            <a:off x="789385" y="3340268"/>
            <a:ext cx="2909455" cy="1015663"/>
          </a:xfrm>
          <a:noFill/>
        </p:spPr>
        <p:txBody>
          <a:bodyPr tIns="0" bIns="0" anchor="ctr">
            <a:spAutoFit/>
          </a:bodyPr>
          <a:lstStyle>
            <a:lvl1pPr marL="0" indent="0">
              <a:lnSpc>
                <a:spcPct val="110000"/>
              </a:lnSpc>
              <a:spcAft>
                <a:spcPts val="600"/>
              </a:spcAft>
              <a:buNone/>
              <a:defRPr sz="2000"/>
            </a:lvl1pPr>
            <a:lvl2pPr marL="285750" indent="0">
              <a:lnSpc>
                <a:spcPct val="100000"/>
              </a:lnSpc>
              <a:spcAft>
                <a:spcPts val="600"/>
              </a:spcAft>
              <a:buNone/>
              <a:defRPr sz="1800"/>
            </a:lvl2pPr>
            <a:lvl3pPr marL="628650" indent="0">
              <a:lnSpc>
                <a:spcPct val="100000"/>
              </a:lnSpc>
              <a:spcAft>
                <a:spcPts val="600"/>
              </a:spcAft>
              <a:buNone/>
              <a:defRPr sz="16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6" name="Rectangle: Rounded Corners 5">
            <a:extLst>
              <a:ext uri="{FF2B5EF4-FFF2-40B4-BE49-F238E27FC236}">
                <a16:creationId xmlns:a16="http://schemas.microsoft.com/office/drawing/2014/main" id="{92F6DF51-03DE-037A-36FA-57CE810E7F5F}"/>
              </a:ext>
            </a:extLst>
          </p:cNvPr>
          <p:cNvSpPr/>
          <p:nvPr userDrawn="1"/>
        </p:nvSpPr>
        <p:spPr>
          <a:xfrm>
            <a:off x="4439410" y="3962400"/>
            <a:ext cx="7409690" cy="2247900"/>
          </a:xfrm>
          <a:prstGeom prst="roundRect">
            <a:avLst>
              <a:gd name="adj" fmla="val 6866"/>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7">
            <a:extLst>
              <a:ext uri="{FF2B5EF4-FFF2-40B4-BE49-F238E27FC236}">
                <a16:creationId xmlns:a16="http://schemas.microsoft.com/office/drawing/2014/main" id="{0F2FF4F5-7447-221A-7628-D02970A35BC7}"/>
              </a:ext>
            </a:extLst>
          </p:cNvPr>
          <p:cNvSpPr/>
          <p:nvPr userDrawn="1"/>
        </p:nvSpPr>
        <p:spPr>
          <a:xfrm>
            <a:off x="4439410" y="13716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Content Placeholder 3">
            <a:extLst>
              <a:ext uri="{FF2B5EF4-FFF2-40B4-BE49-F238E27FC236}">
                <a16:creationId xmlns:a16="http://schemas.microsoft.com/office/drawing/2014/main" id="{1A27D050-2858-D049-1607-455C9592B65A}"/>
              </a:ext>
            </a:extLst>
          </p:cNvPr>
          <p:cNvSpPr>
            <a:spLocks noGrp="1"/>
          </p:cNvSpPr>
          <p:nvPr>
            <p:ph sz="half" idx="18" hasCustomPrompt="1"/>
          </p:nvPr>
        </p:nvSpPr>
        <p:spPr>
          <a:xfrm>
            <a:off x="4960187" y="1994800"/>
            <a:ext cx="6393613" cy="987621"/>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746297EF-AFF3-48F7-A407-E3274CA69538}"/>
              </a:ext>
            </a:extLst>
          </p:cNvPr>
          <p:cNvSpPr>
            <a:spLocks noGrp="1"/>
          </p:cNvSpPr>
          <p:nvPr>
            <p:ph sz="half" idx="21" hasCustomPrompt="1"/>
          </p:nvPr>
        </p:nvSpPr>
        <p:spPr>
          <a:xfrm>
            <a:off x="4960187" y="4585600"/>
            <a:ext cx="6393613" cy="987621"/>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Tree>
    <p:extLst>
      <p:ext uri="{BB962C8B-B14F-4D97-AF65-F5344CB8AC3E}">
        <p14:creationId xmlns:p14="http://schemas.microsoft.com/office/powerpoint/2010/main" val="9249147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ain point + 2 supporting images">
    <p:bg>
      <p:bgPr>
        <a:solidFill>
          <a:schemeClr val="bg1"/>
        </a:solidFill>
        <a:effectLst/>
      </p:bgPr>
    </p:bg>
    <p:spTree>
      <p:nvGrpSpPr>
        <p:cNvPr id="1" name=""/>
        <p:cNvGrpSpPr/>
        <p:nvPr/>
      </p:nvGrpSpPr>
      <p:grpSpPr>
        <a:xfrm>
          <a:off x="0" y="0"/>
          <a:ext cx="0" cy="0"/>
          <a:chOff x="0" y="0"/>
          <a:chExt cx="0" cy="0"/>
        </a:xfrm>
      </p:grpSpPr>
      <p:sp>
        <p:nvSpPr>
          <p:cNvPr id="6" name="Rectangle: Rounded Corners 14">
            <a:extLst>
              <a:ext uri="{FF2B5EF4-FFF2-40B4-BE49-F238E27FC236}">
                <a16:creationId xmlns:a16="http://schemas.microsoft.com/office/drawing/2014/main" id="{ABFB6408-920D-1E6F-B461-73461F93CAA7}"/>
              </a:ext>
            </a:extLst>
          </p:cNvPr>
          <p:cNvSpPr/>
          <p:nvPr userDrawn="1"/>
        </p:nvSpPr>
        <p:spPr>
          <a:xfrm>
            <a:off x="419100" y="1371600"/>
            <a:ext cx="3650025" cy="4838700"/>
          </a:xfrm>
          <a:prstGeom prst="roundRect">
            <a:avLst>
              <a:gd name="adj" fmla="val 335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8" name="Rectangle: Rounded Corners 7">
            <a:extLst>
              <a:ext uri="{FF2B5EF4-FFF2-40B4-BE49-F238E27FC236}">
                <a16:creationId xmlns:a16="http://schemas.microsoft.com/office/drawing/2014/main" id="{20B19ADC-8D74-4951-A056-93F593F4359A}"/>
              </a:ext>
            </a:extLst>
          </p:cNvPr>
          <p:cNvSpPr/>
          <p:nvPr userDrawn="1"/>
        </p:nvSpPr>
        <p:spPr>
          <a:xfrm>
            <a:off x="4439410" y="13716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4" name="Title 1">
            <a:extLst>
              <a:ext uri="{FF2B5EF4-FFF2-40B4-BE49-F238E27FC236}">
                <a16:creationId xmlns:a16="http://schemas.microsoft.com/office/drawing/2014/main" id="{B47B450E-3B8F-B9BB-23ED-77B2B602D98D}"/>
              </a:ext>
            </a:extLst>
          </p:cNvPr>
          <p:cNvSpPr>
            <a:spLocks noGrp="1"/>
          </p:cNvSpPr>
          <p:nvPr>
            <p:ph type="title" hasCustomPrompt="1"/>
          </p:nvPr>
        </p:nvSpPr>
        <p:spPr>
          <a:xfrm>
            <a:off x="419100" y="342901"/>
            <a:ext cx="11429999" cy="647176"/>
          </a:xfrm>
        </p:spPr>
        <p:txBody>
          <a:bodyPr/>
          <a:lstStyle/>
          <a:p>
            <a:r>
              <a:rPr lang="en-US" dirty="0"/>
              <a:t>Three-box content with images layout</a:t>
            </a:r>
          </a:p>
        </p:txBody>
      </p:sp>
      <p:sp>
        <p:nvSpPr>
          <p:cNvPr id="16" name="Content Placeholder 3">
            <a:extLst>
              <a:ext uri="{FF2B5EF4-FFF2-40B4-BE49-F238E27FC236}">
                <a16:creationId xmlns:a16="http://schemas.microsoft.com/office/drawing/2014/main" id="{8E3CD08A-F4CD-7075-B39F-26A7E7D6B9B9}"/>
              </a:ext>
            </a:extLst>
          </p:cNvPr>
          <p:cNvSpPr>
            <a:spLocks noGrp="1"/>
          </p:cNvSpPr>
          <p:nvPr>
            <p:ph sz="half" idx="2" hasCustomPrompt="1"/>
          </p:nvPr>
        </p:nvSpPr>
        <p:spPr>
          <a:xfrm>
            <a:off x="643912" y="4311650"/>
            <a:ext cx="3200400" cy="1645920"/>
          </a:xfrm>
          <a:noFill/>
        </p:spPr>
        <p:txBody>
          <a:bodyPr tIns="0" bIns="0">
            <a:normAutofit/>
          </a:bodyPr>
          <a:lstStyle>
            <a:lvl1pPr marL="0" indent="0">
              <a:lnSpc>
                <a:spcPct val="100000"/>
              </a:lnSpc>
              <a:spcAft>
                <a:spcPts val="600"/>
              </a:spcAft>
              <a:buNone/>
              <a:defRPr sz="1800"/>
            </a:lvl1pPr>
            <a:lvl2pPr marL="285750" indent="0">
              <a:lnSpc>
                <a:spcPct val="100000"/>
              </a:lnSpc>
              <a:spcAft>
                <a:spcPts val="600"/>
              </a:spcAft>
              <a:buNone/>
              <a:defRPr sz="1600"/>
            </a:lvl2pPr>
            <a:lvl3pPr marL="628650" indent="0">
              <a:lnSpc>
                <a:spcPct val="100000"/>
              </a:lnSpc>
              <a:spcAft>
                <a:spcPts val="600"/>
              </a:spcAft>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7" name="Picture Placeholder 12">
            <a:extLst>
              <a:ext uri="{FF2B5EF4-FFF2-40B4-BE49-F238E27FC236}">
                <a16:creationId xmlns:a16="http://schemas.microsoft.com/office/drawing/2014/main" id="{18D1C323-2D58-E984-9769-0CF93BF35014}"/>
              </a:ext>
            </a:extLst>
          </p:cNvPr>
          <p:cNvSpPr>
            <a:spLocks noGrp="1"/>
          </p:cNvSpPr>
          <p:nvPr>
            <p:ph type="pic" sz="quarter" idx="15" hasCustomPrompt="1"/>
          </p:nvPr>
        </p:nvSpPr>
        <p:spPr>
          <a:xfrm>
            <a:off x="419101" y="1371600"/>
            <a:ext cx="3650024" cy="2622263"/>
          </a:xfrm>
          <a:prstGeom prst="roundRect">
            <a:avLst>
              <a:gd name="adj" fmla="val 5525"/>
            </a:avLst>
          </a:prstGeom>
          <a:effectLst/>
        </p:spPr>
        <p:txBody>
          <a:bodyPr anchor="ctr">
            <a:noAutofit/>
          </a:bodyPr>
          <a:lstStyle>
            <a:lvl1pPr marL="0" indent="0" algn="ctr">
              <a:buNone/>
              <a:defRPr sz="1800"/>
            </a:lvl1pPr>
          </a:lstStyle>
          <a:p>
            <a:r>
              <a:rPr lang="en-US" dirty="0"/>
              <a:t>Click icon to add image</a:t>
            </a:r>
          </a:p>
          <a:p>
            <a:endParaRPr lang="en-US" dirty="0"/>
          </a:p>
        </p:txBody>
      </p:sp>
      <p:sp>
        <p:nvSpPr>
          <p:cNvPr id="21" name="Content Placeholder 3">
            <a:extLst>
              <a:ext uri="{FF2B5EF4-FFF2-40B4-BE49-F238E27FC236}">
                <a16:creationId xmlns:a16="http://schemas.microsoft.com/office/drawing/2014/main" id="{F2AFFA86-EF61-AE52-5912-1F28DB9B6C35}"/>
              </a:ext>
            </a:extLst>
          </p:cNvPr>
          <p:cNvSpPr>
            <a:spLocks noGrp="1"/>
          </p:cNvSpPr>
          <p:nvPr>
            <p:ph sz="half" idx="18" hasCustomPrompt="1"/>
          </p:nvPr>
        </p:nvSpPr>
        <p:spPr>
          <a:xfrm>
            <a:off x="7351386" y="2049275"/>
            <a:ext cx="4002413"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2" name="Picture Placeholder 19">
            <a:extLst>
              <a:ext uri="{FF2B5EF4-FFF2-40B4-BE49-F238E27FC236}">
                <a16:creationId xmlns:a16="http://schemas.microsoft.com/office/drawing/2014/main" id="{B37E5854-0024-2BA6-0A11-936EDB91894D}"/>
              </a:ext>
            </a:extLst>
          </p:cNvPr>
          <p:cNvSpPr>
            <a:spLocks noGrp="1"/>
          </p:cNvSpPr>
          <p:nvPr>
            <p:ph type="pic" sz="quarter" idx="19" hasCustomPrompt="1"/>
          </p:nvPr>
        </p:nvSpPr>
        <p:spPr>
          <a:xfrm>
            <a:off x="4448554" y="1371600"/>
            <a:ext cx="2431217" cy="2236839"/>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3" name="Rectangle: Rounded Corners 7">
            <a:extLst>
              <a:ext uri="{FF2B5EF4-FFF2-40B4-BE49-F238E27FC236}">
                <a16:creationId xmlns:a16="http://schemas.microsoft.com/office/drawing/2014/main" id="{4B1D0688-BD48-5879-E9D2-8DF70D6B56DF}"/>
              </a:ext>
            </a:extLst>
          </p:cNvPr>
          <p:cNvSpPr/>
          <p:nvPr userDrawn="1"/>
        </p:nvSpPr>
        <p:spPr>
          <a:xfrm>
            <a:off x="4439410" y="3962400"/>
            <a:ext cx="7409690" cy="2247900"/>
          </a:xfrm>
          <a:prstGeom prst="roundRect">
            <a:avLst>
              <a:gd name="adj" fmla="val 4677"/>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4" name="Content Placeholder 3">
            <a:extLst>
              <a:ext uri="{FF2B5EF4-FFF2-40B4-BE49-F238E27FC236}">
                <a16:creationId xmlns:a16="http://schemas.microsoft.com/office/drawing/2014/main" id="{8A001B6D-E4D2-2B03-93FF-DE67C05CDF13}"/>
              </a:ext>
            </a:extLst>
          </p:cNvPr>
          <p:cNvSpPr>
            <a:spLocks noGrp="1"/>
          </p:cNvSpPr>
          <p:nvPr>
            <p:ph sz="half" idx="20" hasCustomPrompt="1"/>
          </p:nvPr>
        </p:nvSpPr>
        <p:spPr>
          <a:xfrm>
            <a:off x="7351386" y="4640075"/>
            <a:ext cx="4002413"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5" name="Picture Placeholder 19">
            <a:extLst>
              <a:ext uri="{FF2B5EF4-FFF2-40B4-BE49-F238E27FC236}">
                <a16:creationId xmlns:a16="http://schemas.microsoft.com/office/drawing/2014/main" id="{145F96AB-F97D-57A2-35EA-DA15CB79E5F8}"/>
              </a:ext>
            </a:extLst>
          </p:cNvPr>
          <p:cNvSpPr>
            <a:spLocks noGrp="1"/>
          </p:cNvSpPr>
          <p:nvPr>
            <p:ph type="pic" sz="quarter" idx="21" hasCustomPrompt="1"/>
          </p:nvPr>
        </p:nvSpPr>
        <p:spPr>
          <a:xfrm>
            <a:off x="4448554" y="3962400"/>
            <a:ext cx="2431217" cy="2236839"/>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11694765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ain point + 3 supportin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DB79-7DA4-A7DA-FFAA-D970F473BC02}"/>
              </a:ext>
            </a:extLst>
          </p:cNvPr>
          <p:cNvSpPr>
            <a:spLocks noGrp="1"/>
          </p:cNvSpPr>
          <p:nvPr>
            <p:ph type="title" hasCustomPrompt="1"/>
          </p:nvPr>
        </p:nvSpPr>
        <p:spPr/>
        <p:txBody>
          <a:bodyPr/>
          <a:lstStyle/>
          <a:p>
            <a:r>
              <a:rPr lang="en-US" dirty="0"/>
              <a:t>Title, content, and three-column layout</a:t>
            </a:r>
          </a:p>
        </p:txBody>
      </p:sp>
      <p:sp>
        <p:nvSpPr>
          <p:cNvPr id="8" name="Rectangle: Rounded Corners 7">
            <a:extLst>
              <a:ext uri="{FF2B5EF4-FFF2-40B4-BE49-F238E27FC236}">
                <a16:creationId xmlns:a16="http://schemas.microsoft.com/office/drawing/2014/main" id="{0F2FF4F5-7447-221A-7628-D02970A35BC7}"/>
              </a:ext>
            </a:extLst>
          </p:cNvPr>
          <p:cNvSpPr/>
          <p:nvPr userDrawn="1"/>
        </p:nvSpPr>
        <p:spPr>
          <a:xfrm>
            <a:off x="419100" y="1485900"/>
            <a:ext cx="11430000" cy="1828798"/>
          </a:xfrm>
          <a:prstGeom prst="roundRect">
            <a:avLst>
              <a:gd name="adj" fmla="val 10291"/>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Content Placeholder 3">
            <a:extLst>
              <a:ext uri="{FF2B5EF4-FFF2-40B4-BE49-F238E27FC236}">
                <a16:creationId xmlns:a16="http://schemas.microsoft.com/office/drawing/2014/main" id="{1A27D050-2858-D049-1607-455C9592B65A}"/>
              </a:ext>
            </a:extLst>
          </p:cNvPr>
          <p:cNvSpPr>
            <a:spLocks noGrp="1"/>
          </p:cNvSpPr>
          <p:nvPr>
            <p:ph sz="half" idx="18" hasCustomPrompt="1"/>
          </p:nvPr>
        </p:nvSpPr>
        <p:spPr>
          <a:xfrm>
            <a:off x="744232" y="1907857"/>
            <a:ext cx="10775280" cy="984885"/>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Rectangle: Rounded Corners 8">
            <a:extLst>
              <a:ext uri="{FF2B5EF4-FFF2-40B4-BE49-F238E27FC236}">
                <a16:creationId xmlns:a16="http://schemas.microsoft.com/office/drawing/2014/main" id="{6377A2A5-F4FE-67F7-ADE6-5A4C45C46636}"/>
              </a:ext>
            </a:extLst>
          </p:cNvPr>
          <p:cNvSpPr/>
          <p:nvPr userDrawn="1"/>
        </p:nvSpPr>
        <p:spPr>
          <a:xfrm>
            <a:off x="419100"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4" name="Text Placeholder 2">
            <a:extLst>
              <a:ext uri="{FF2B5EF4-FFF2-40B4-BE49-F238E27FC236}">
                <a16:creationId xmlns:a16="http://schemas.microsoft.com/office/drawing/2014/main" id="{B7155E0E-FE90-30B4-29B2-5095FF7F7DFF}"/>
              </a:ext>
            </a:extLst>
          </p:cNvPr>
          <p:cNvSpPr>
            <a:spLocks noGrp="1"/>
          </p:cNvSpPr>
          <p:nvPr userDrawn="1">
            <p:ph type="body" idx="1" hasCustomPrompt="1"/>
          </p:nvPr>
        </p:nvSpPr>
        <p:spPr>
          <a:xfrm>
            <a:off x="746593"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6" name="Content Placeholder 3">
            <a:extLst>
              <a:ext uri="{FF2B5EF4-FFF2-40B4-BE49-F238E27FC236}">
                <a16:creationId xmlns:a16="http://schemas.microsoft.com/office/drawing/2014/main" id="{542C1789-5BCE-3857-98C9-2C699654BC1E}"/>
              </a:ext>
            </a:extLst>
          </p:cNvPr>
          <p:cNvSpPr>
            <a:spLocks noGrp="1"/>
          </p:cNvSpPr>
          <p:nvPr userDrawn="1">
            <p:ph sz="half" idx="2" hasCustomPrompt="1"/>
          </p:nvPr>
        </p:nvSpPr>
        <p:spPr>
          <a:xfrm>
            <a:off x="746593"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6" name="Rectangle: Rounded Corners 8">
            <a:extLst>
              <a:ext uri="{FF2B5EF4-FFF2-40B4-BE49-F238E27FC236}">
                <a16:creationId xmlns:a16="http://schemas.microsoft.com/office/drawing/2014/main" id="{B0BFE81F-8456-AC39-1679-18D4E426E6AF}"/>
              </a:ext>
            </a:extLst>
          </p:cNvPr>
          <p:cNvSpPr/>
          <p:nvPr userDrawn="1"/>
        </p:nvSpPr>
        <p:spPr>
          <a:xfrm>
            <a:off x="8170431"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7" name="Text Placeholder 2">
            <a:extLst>
              <a:ext uri="{FF2B5EF4-FFF2-40B4-BE49-F238E27FC236}">
                <a16:creationId xmlns:a16="http://schemas.microsoft.com/office/drawing/2014/main" id="{607609F0-4D50-9330-513F-4BCA6409BF89}"/>
              </a:ext>
            </a:extLst>
          </p:cNvPr>
          <p:cNvSpPr>
            <a:spLocks noGrp="1"/>
          </p:cNvSpPr>
          <p:nvPr>
            <p:ph type="body" idx="19" hasCustomPrompt="1"/>
          </p:nvPr>
        </p:nvSpPr>
        <p:spPr>
          <a:xfrm>
            <a:off x="8497924"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3" name="Content Placeholder 3">
            <a:extLst>
              <a:ext uri="{FF2B5EF4-FFF2-40B4-BE49-F238E27FC236}">
                <a16:creationId xmlns:a16="http://schemas.microsoft.com/office/drawing/2014/main" id="{7E659CCA-1997-5805-AE7F-FC2CBA8438F0}"/>
              </a:ext>
            </a:extLst>
          </p:cNvPr>
          <p:cNvSpPr>
            <a:spLocks noGrp="1"/>
          </p:cNvSpPr>
          <p:nvPr>
            <p:ph sz="half" idx="20" hasCustomPrompt="1"/>
          </p:nvPr>
        </p:nvSpPr>
        <p:spPr>
          <a:xfrm>
            <a:off x="8497924"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5" name="Rectangle: Rounded Corners 8">
            <a:extLst>
              <a:ext uri="{FF2B5EF4-FFF2-40B4-BE49-F238E27FC236}">
                <a16:creationId xmlns:a16="http://schemas.microsoft.com/office/drawing/2014/main" id="{291BB76D-D157-C126-D16B-F05861C573FC}"/>
              </a:ext>
            </a:extLst>
          </p:cNvPr>
          <p:cNvSpPr/>
          <p:nvPr userDrawn="1"/>
        </p:nvSpPr>
        <p:spPr>
          <a:xfrm>
            <a:off x="4294765" y="3543302"/>
            <a:ext cx="3678669"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0" name="Text Placeholder 2">
            <a:extLst>
              <a:ext uri="{FF2B5EF4-FFF2-40B4-BE49-F238E27FC236}">
                <a16:creationId xmlns:a16="http://schemas.microsoft.com/office/drawing/2014/main" id="{BAD33963-AB69-FE2A-ECBE-D6DDEC9E474F}"/>
              </a:ext>
            </a:extLst>
          </p:cNvPr>
          <p:cNvSpPr>
            <a:spLocks noGrp="1"/>
          </p:cNvSpPr>
          <p:nvPr>
            <p:ph type="body" idx="21" hasCustomPrompt="1"/>
          </p:nvPr>
        </p:nvSpPr>
        <p:spPr>
          <a:xfrm>
            <a:off x="4622258" y="3857623"/>
            <a:ext cx="3023683"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2" name="Content Placeholder 3">
            <a:extLst>
              <a:ext uri="{FF2B5EF4-FFF2-40B4-BE49-F238E27FC236}">
                <a16:creationId xmlns:a16="http://schemas.microsoft.com/office/drawing/2014/main" id="{1B379EDC-66F5-D1E6-79F5-D2E991C68823}"/>
              </a:ext>
            </a:extLst>
          </p:cNvPr>
          <p:cNvSpPr>
            <a:spLocks noGrp="1"/>
          </p:cNvSpPr>
          <p:nvPr>
            <p:ph sz="half" idx="22" hasCustomPrompt="1"/>
          </p:nvPr>
        </p:nvSpPr>
        <p:spPr>
          <a:xfrm>
            <a:off x="4622258" y="4255530"/>
            <a:ext cx="3023683"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20357351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ain point w photo + 3 supporting">
    <p:bg>
      <p:bgPr>
        <a:solidFill>
          <a:schemeClr val="bg1"/>
        </a:solidFill>
        <a:effectLst/>
      </p:bgPr>
    </p:bg>
    <p:spTree>
      <p:nvGrpSpPr>
        <p:cNvPr id="1" name=""/>
        <p:cNvGrpSpPr/>
        <p:nvPr/>
      </p:nvGrpSpPr>
      <p:grpSpPr>
        <a:xfrm>
          <a:off x="0" y="0"/>
          <a:ext cx="0" cy="0"/>
          <a:chOff x="0" y="0"/>
          <a:chExt cx="0" cy="0"/>
        </a:xfrm>
      </p:grpSpPr>
      <p:sp>
        <p:nvSpPr>
          <p:cNvPr id="6" name="Rectangle: Rounded Corners 10">
            <a:extLst>
              <a:ext uri="{FF2B5EF4-FFF2-40B4-BE49-F238E27FC236}">
                <a16:creationId xmlns:a16="http://schemas.microsoft.com/office/drawing/2014/main" id="{A477AA5C-159F-62CD-6AB3-B00F2A3A514F}"/>
              </a:ext>
            </a:extLst>
          </p:cNvPr>
          <p:cNvSpPr/>
          <p:nvPr userDrawn="1"/>
        </p:nvSpPr>
        <p:spPr>
          <a:xfrm>
            <a:off x="8460853" y="3543302"/>
            <a:ext cx="3388247" cy="2666998"/>
          </a:xfrm>
          <a:prstGeom prst="roundRect">
            <a:avLst>
              <a:gd name="adj" fmla="val 5020"/>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3" name="Title 1">
            <a:extLst>
              <a:ext uri="{FF2B5EF4-FFF2-40B4-BE49-F238E27FC236}">
                <a16:creationId xmlns:a16="http://schemas.microsoft.com/office/drawing/2014/main" id="{3557FA9E-9D5B-C34C-8303-2319FBA56496}"/>
              </a:ext>
            </a:extLst>
          </p:cNvPr>
          <p:cNvSpPr>
            <a:spLocks noGrp="1"/>
          </p:cNvSpPr>
          <p:nvPr>
            <p:ph type="title" hasCustomPrompt="1"/>
          </p:nvPr>
        </p:nvSpPr>
        <p:spPr>
          <a:xfrm>
            <a:off x="419100" y="342901"/>
            <a:ext cx="11429999" cy="647176"/>
          </a:xfrm>
        </p:spPr>
        <p:txBody>
          <a:bodyPr/>
          <a:lstStyle/>
          <a:p>
            <a:r>
              <a:rPr lang="en-US" dirty="0"/>
              <a:t>Title, content, icon, and three-column layout</a:t>
            </a:r>
          </a:p>
        </p:txBody>
      </p:sp>
      <p:sp>
        <p:nvSpPr>
          <p:cNvPr id="22" name="Rectangle: Rounded Corners 7">
            <a:extLst>
              <a:ext uri="{FF2B5EF4-FFF2-40B4-BE49-F238E27FC236}">
                <a16:creationId xmlns:a16="http://schemas.microsoft.com/office/drawing/2014/main" id="{B0C1D41D-BAB7-A7EA-8053-4899AA956B42}"/>
              </a:ext>
            </a:extLst>
          </p:cNvPr>
          <p:cNvSpPr/>
          <p:nvPr userDrawn="1"/>
        </p:nvSpPr>
        <p:spPr>
          <a:xfrm>
            <a:off x="1162246" y="1485900"/>
            <a:ext cx="10686854" cy="1828798"/>
          </a:xfrm>
          <a:prstGeom prst="roundRect">
            <a:avLst>
              <a:gd name="adj" fmla="val 7369"/>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3" name="Content Placeholder 3">
            <a:extLst>
              <a:ext uri="{FF2B5EF4-FFF2-40B4-BE49-F238E27FC236}">
                <a16:creationId xmlns:a16="http://schemas.microsoft.com/office/drawing/2014/main" id="{D7BCFF0A-3A35-DC91-3F6F-0D3629185D0A}"/>
              </a:ext>
            </a:extLst>
          </p:cNvPr>
          <p:cNvSpPr>
            <a:spLocks noGrp="1"/>
          </p:cNvSpPr>
          <p:nvPr>
            <p:ph sz="half" idx="18" hasCustomPrompt="1"/>
          </p:nvPr>
        </p:nvSpPr>
        <p:spPr>
          <a:xfrm>
            <a:off x="2668577" y="1907857"/>
            <a:ext cx="8756566" cy="984885"/>
          </a:xfrm>
        </p:spPr>
        <p:txBody>
          <a:bodyPr anchor="ctr"/>
          <a:lstStyle>
            <a:lvl1pPr marL="0" indent="0">
              <a:lnSpc>
                <a:spcPct val="100000"/>
              </a:lnSpc>
              <a:spcAft>
                <a:spcPts val="600"/>
              </a:spcAft>
              <a:buNone/>
              <a:defRPr sz="1800" b="1">
                <a:solidFill>
                  <a:schemeClr val="accent1">
                    <a:lumMod val="40000"/>
                    <a:lumOff val="60000"/>
                  </a:schemeClr>
                </a:solidFill>
              </a:defRPr>
            </a:lvl1pPr>
            <a:lvl2pPr marL="285750" indent="-285750">
              <a:lnSpc>
                <a:spcPct val="100000"/>
              </a:lnSpc>
              <a:spcAft>
                <a:spcPts val="600"/>
              </a:spcAft>
              <a:buFont typeface="Arial" panose="020B0604020202020204" pitchFamily="34" charset="0"/>
              <a:buChar char="•"/>
              <a:defRPr sz="1600"/>
            </a:lvl2pPr>
            <a:lvl3pPr marL="287338" indent="0">
              <a:lnSpc>
                <a:spcPct val="100000"/>
              </a:lnSpc>
              <a:spcAft>
                <a:spcPts val="600"/>
              </a:spcAft>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4" name="Rectangle: Rounded Corners 8">
            <a:extLst>
              <a:ext uri="{FF2B5EF4-FFF2-40B4-BE49-F238E27FC236}">
                <a16:creationId xmlns:a16="http://schemas.microsoft.com/office/drawing/2014/main" id="{EF5EA3BB-10E0-B04C-60DD-6EE5C33E8C75}"/>
              </a:ext>
            </a:extLst>
          </p:cNvPr>
          <p:cNvSpPr/>
          <p:nvPr userDrawn="1"/>
        </p:nvSpPr>
        <p:spPr>
          <a:xfrm>
            <a:off x="1181103" y="3543302"/>
            <a:ext cx="3388247"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5" name="Rectangle: Rounded Corners 10">
            <a:extLst>
              <a:ext uri="{FF2B5EF4-FFF2-40B4-BE49-F238E27FC236}">
                <a16:creationId xmlns:a16="http://schemas.microsoft.com/office/drawing/2014/main" id="{57351171-1DA9-AF08-C3C2-96B12F0DDDDD}"/>
              </a:ext>
            </a:extLst>
          </p:cNvPr>
          <p:cNvSpPr/>
          <p:nvPr userDrawn="1"/>
        </p:nvSpPr>
        <p:spPr>
          <a:xfrm>
            <a:off x="4820978" y="3543302"/>
            <a:ext cx="3388247" cy="2666998"/>
          </a:xfrm>
          <a:prstGeom prst="roundRect">
            <a:avLst>
              <a:gd name="adj" fmla="val 5020"/>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6" name="Text Placeholder 2">
            <a:extLst>
              <a:ext uri="{FF2B5EF4-FFF2-40B4-BE49-F238E27FC236}">
                <a16:creationId xmlns:a16="http://schemas.microsoft.com/office/drawing/2014/main" id="{69C43166-2DA6-A0B7-21E8-CEE047D8E016}"/>
              </a:ext>
            </a:extLst>
          </p:cNvPr>
          <p:cNvSpPr>
            <a:spLocks noGrp="1"/>
          </p:cNvSpPr>
          <p:nvPr>
            <p:ph type="body" idx="1" hasCustomPrompt="1"/>
          </p:nvPr>
        </p:nvSpPr>
        <p:spPr>
          <a:xfrm>
            <a:off x="1423748"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7" name="Content Placeholder 3">
            <a:extLst>
              <a:ext uri="{FF2B5EF4-FFF2-40B4-BE49-F238E27FC236}">
                <a16:creationId xmlns:a16="http://schemas.microsoft.com/office/drawing/2014/main" id="{EB3E3EA0-DF42-5351-E520-1805467D5978}"/>
              </a:ext>
            </a:extLst>
          </p:cNvPr>
          <p:cNvSpPr>
            <a:spLocks noGrp="1"/>
          </p:cNvSpPr>
          <p:nvPr>
            <p:ph sz="half" idx="2" hasCustomPrompt="1"/>
          </p:nvPr>
        </p:nvSpPr>
        <p:spPr>
          <a:xfrm>
            <a:off x="1423748"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28" name="Text Placeholder 4">
            <a:extLst>
              <a:ext uri="{FF2B5EF4-FFF2-40B4-BE49-F238E27FC236}">
                <a16:creationId xmlns:a16="http://schemas.microsoft.com/office/drawing/2014/main" id="{74A0013E-F300-BF10-DCDB-6396B184E1F9}"/>
              </a:ext>
            </a:extLst>
          </p:cNvPr>
          <p:cNvSpPr>
            <a:spLocks noGrp="1"/>
          </p:cNvSpPr>
          <p:nvPr>
            <p:ph type="body" sz="quarter" idx="3" hasCustomPrompt="1"/>
          </p:nvPr>
        </p:nvSpPr>
        <p:spPr>
          <a:xfrm>
            <a:off x="5063624"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9" name="Content Placeholder 5">
            <a:extLst>
              <a:ext uri="{FF2B5EF4-FFF2-40B4-BE49-F238E27FC236}">
                <a16:creationId xmlns:a16="http://schemas.microsoft.com/office/drawing/2014/main" id="{BC47406E-2043-1985-F7B5-1AFF4F45BE03}"/>
              </a:ext>
            </a:extLst>
          </p:cNvPr>
          <p:cNvSpPr>
            <a:spLocks noGrp="1"/>
          </p:cNvSpPr>
          <p:nvPr>
            <p:ph sz="quarter" idx="4" hasCustomPrompt="1"/>
          </p:nvPr>
        </p:nvSpPr>
        <p:spPr>
          <a:xfrm>
            <a:off x="5063624"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Text Placeholder 4">
            <a:extLst>
              <a:ext uri="{FF2B5EF4-FFF2-40B4-BE49-F238E27FC236}">
                <a16:creationId xmlns:a16="http://schemas.microsoft.com/office/drawing/2014/main" id="{6446EF66-AF34-1E0F-856E-C8F8ECD4CEAC}"/>
              </a:ext>
            </a:extLst>
          </p:cNvPr>
          <p:cNvSpPr>
            <a:spLocks noGrp="1"/>
          </p:cNvSpPr>
          <p:nvPr>
            <p:ph type="body" sz="quarter" idx="13" hasCustomPrompt="1"/>
          </p:nvPr>
        </p:nvSpPr>
        <p:spPr>
          <a:xfrm>
            <a:off x="8703497" y="3857623"/>
            <a:ext cx="2902956"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1" name="Content Placeholder 5">
            <a:extLst>
              <a:ext uri="{FF2B5EF4-FFF2-40B4-BE49-F238E27FC236}">
                <a16:creationId xmlns:a16="http://schemas.microsoft.com/office/drawing/2014/main" id="{DC2F462B-F2F2-F5C6-1406-F3F64BAE7ED3}"/>
              </a:ext>
            </a:extLst>
          </p:cNvPr>
          <p:cNvSpPr>
            <a:spLocks noGrp="1"/>
          </p:cNvSpPr>
          <p:nvPr>
            <p:ph sz="quarter" idx="14" hasCustomPrompt="1"/>
          </p:nvPr>
        </p:nvSpPr>
        <p:spPr>
          <a:xfrm>
            <a:off x="8703497" y="4255530"/>
            <a:ext cx="2902956"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2" name="Oval 31">
            <a:extLst>
              <a:ext uri="{FF2B5EF4-FFF2-40B4-BE49-F238E27FC236}">
                <a16:creationId xmlns:a16="http://schemas.microsoft.com/office/drawing/2014/main" id="{CE5E9E0D-CFE5-2AE4-9E60-BAB0447A8A70}"/>
              </a:ext>
            </a:extLst>
          </p:cNvPr>
          <p:cNvSpPr/>
          <p:nvPr userDrawn="1"/>
        </p:nvSpPr>
        <p:spPr>
          <a:xfrm>
            <a:off x="430976" y="1476253"/>
            <a:ext cx="1852328" cy="1852328"/>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3" name="Picture Placeholder 12">
            <a:extLst>
              <a:ext uri="{FF2B5EF4-FFF2-40B4-BE49-F238E27FC236}">
                <a16:creationId xmlns:a16="http://schemas.microsoft.com/office/drawing/2014/main" id="{EC412EF2-03F2-40B9-0D02-EB4F8F46A538}"/>
              </a:ext>
            </a:extLst>
          </p:cNvPr>
          <p:cNvSpPr>
            <a:spLocks noGrp="1"/>
          </p:cNvSpPr>
          <p:nvPr>
            <p:ph type="pic" sz="quarter" idx="15" hasCustomPrompt="1"/>
          </p:nvPr>
        </p:nvSpPr>
        <p:spPr>
          <a:xfrm>
            <a:off x="430976" y="1485900"/>
            <a:ext cx="1852328" cy="1852328"/>
          </a:xfrm>
          <a:prstGeom prst="ellipse">
            <a:avLst/>
          </a:prstGeom>
        </p:spPr>
        <p:txBody>
          <a:bodyPr>
            <a:noAutofit/>
          </a:bodyPr>
          <a:lstStyle>
            <a:lvl1pPr marL="0" indent="0">
              <a:buNone/>
              <a:defRPr sz="1800"/>
            </a:lvl1pPr>
          </a:lstStyle>
          <a:p>
            <a:r>
              <a:rPr lang="en-US" dirty="0"/>
              <a:t>Click icon to add image</a:t>
            </a:r>
          </a:p>
        </p:txBody>
      </p:sp>
    </p:spTree>
    <p:extLst>
      <p:ext uri="{BB962C8B-B14F-4D97-AF65-F5344CB8AC3E}">
        <p14:creationId xmlns:p14="http://schemas.microsoft.com/office/powerpoint/2010/main" val="34332293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pillar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7A7BC55-834F-35C9-7A9C-F351FE4ECF2E}"/>
              </a:ext>
            </a:extLst>
          </p:cNvPr>
          <p:cNvSpPr>
            <a:spLocks noGrp="1"/>
          </p:cNvSpPr>
          <p:nvPr>
            <p:ph type="title" hasCustomPrompt="1"/>
          </p:nvPr>
        </p:nvSpPr>
        <p:spPr>
          <a:xfrm>
            <a:off x="419100" y="342901"/>
            <a:ext cx="11429999" cy="647176"/>
          </a:xfrm>
        </p:spPr>
        <p:txBody>
          <a:bodyPr/>
          <a:lstStyle/>
          <a:p>
            <a:r>
              <a:rPr lang="en-US" dirty="0"/>
              <a:t>Four-column content and icon layout</a:t>
            </a:r>
          </a:p>
        </p:txBody>
      </p:sp>
      <p:sp>
        <p:nvSpPr>
          <p:cNvPr id="14" name="Rectangle: Rounded Corners 14">
            <a:extLst>
              <a:ext uri="{FF2B5EF4-FFF2-40B4-BE49-F238E27FC236}">
                <a16:creationId xmlns:a16="http://schemas.microsoft.com/office/drawing/2014/main" id="{8BC3FC6D-2BA5-FEEC-EDCC-688A872C0FA3}"/>
              </a:ext>
            </a:extLst>
          </p:cNvPr>
          <p:cNvSpPr/>
          <p:nvPr userDrawn="1"/>
        </p:nvSpPr>
        <p:spPr>
          <a:xfrm>
            <a:off x="419100" y="2060812"/>
            <a:ext cx="11430000" cy="4149488"/>
          </a:xfrm>
          <a:prstGeom prst="roundRect">
            <a:avLst>
              <a:gd name="adj" fmla="val 313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8" name="Oval 17">
            <a:extLst>
              <a:ext uri="{FF2B5EF4-FFF2-40B4-BE49-F238E27FC236}">
                <a16:creationId xmlns:a16="http://schemas.microsoft.com/office/drawing/2014/main" id="{B1A7F1E9-13EA-7BD9-34BF-D5753914E19D}"/>
              </a:ext>
            </a:extLst>
          </p:cNvPr>
          <p:cNvSpPr/>
          <p:nvPr userDrawn="1"/>
        </p:nvSpPr>
        <p:spPr>
          <a:xfrm>
            <a:off x="1035007"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19" name="Straight Connector 18">
            <a:extLst>
              <a:ext uri="{FF2B5EF4-FFF2-40B4-BE49-F238E27FC236}">
                <a16:creationId xmlns:a16="http://schemas.microsoft.com/office/drawing/2014/main" id="{9BC335E8-287B-2524-150D-033C483514FE}"/>
              </a:ext>
            </a:extLst>
          </p:cNvPr>
          <p:cNvCxnSpPr>
            <a:cxnSpLocks/>
          </p:cNvCxnSpPr>
          <p:nvPr userDrawn="1"/>
        </p:nvCxnSpPr>
        <p:spPr>
          <a:xfrm>
            <a:off x="1278605"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 name="Picture Placeholder 12">
            <a:extLst>
              <a:ext uri="{FF2B5EF4-FFF2-40B4-BE49-F238E27FC236}">
                <a16:creationId xmlns:a16="http://schemas.microsoft.com/office/drawing/2014/main" id="{4EDBDAE7-8B58-8891-7327-E4ABE61D6F14}"/>
              </a:ext>
            </a:extLst>
          </p:cNvPr>
          <p:cNvSpPr>
            <a:spLocks noGrp="1"/>
          </p:cNvSpPr>
          <p:nvPr>
            <p:ph type="pic" sz="quarter" idx="15" hasCustomPrompt="1"/>
          </p:nvPr>
        </p:nvSpPr>
        <p:spPr>
          <a:xfrm>
            <a:off x="1044532" y="149542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28" name="Text Placeholder 2">
            <a:extLst>
              <a:ext uri="{FF2B5EF4-FFF2-40B4-BE49-F238E27FC236}">
                <a16:creationId xmlns:a16="http://schemas.microsoft.com/office/drawing/2014/main" id="{549748C2-5A9E-2CC4-DDB7-9C25E95F7A4E}"/>
              </a:ext>
            </a:extLst>
          </p:cNvPr>
          <p:cNvSpPr>
            <a:spLocks noGrp="1"/>
          </p:cNvSpPr>
          <p:nvPr>
            <p:ph type="body" idx="1" hasCustomPrompt="1"/>
          </p:nvPr>
        </p:nvSpPr>
        <p:spPr>
          <a:xfrm>
            <a:off x="619390"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9" name="Oval 28">
            <a:extLst>
              <a:ext uri="{FF2B5EF4-FFF2-40B4-BE49-F238E27FC236}">
                <a16:creationId xmlns:a16="http://schemas.microsoft.com/office/drawing/2014/main" id="{71484C2E-741E-425F-80B2-476B27E37934}"/>
              </a:ext>
            </a:extLst>
          </p:cNvPr>
          <p:cNvSpPr/>
          <p:nvPr userDrawn="1"/>
        </p:nvSpPr>
        <p:spPr>
          <a:xfrm>
            <a:off x="3907187"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30" name="Straight Connector 29">
            <a:extLst>
              <a:ext uri="{FF2B5EF4-FFF2-40B4-BE49-F238E27FC236}">
                <a16:creationId xmlns:a16="http://schemas.microsoft.com/office/drawing/2014/main" id="{E6A0E0EC-CE34-DAAD-5377-9E2F5CE887E1}"/>
              </a:ext>
            </a:extLst>
          </p:cNvPr>
          <p:cNvCxnSpPr>
            <a:cxnSpLocks/>
          </p:cNvCxnSpPr>
          <p:nvPr userDrawn="1"/>
        </p:nvCxnSpPr>
        <p:spPr>
          <a:xfrm>
            <a:off x="4150046"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Picture Placeholder 12">
            <a:extLst>
              <a:ext uri="{FF2B5EF4-FFF2-40B4-BE49-F238E27FC236}">
                <a16:creationId xmlns:a16="http://schemas.microsoft.com/office/drawing/2014/main" id="{DF8B5B29-D300-9F69-E0B7-56BDB2FEF6D3}"/>
              </a:ext>
            </a:extLst>
          </p:cNvPr>
          <p:cNvSpPr>
            <a:spLocks noGrp="1"/>
          </p:cNvSpPr>
          <p:nvPr>
            <p:ph type="pic" sz="quarter" idx="16" hasCustomPrompt="1"/>
          </p:nvPr>
        </p:nvSpPr>
        <p:spPr>
          <a:xfrm>
            <a:off x="3916712"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36" name="Text Placeholder 2">
            <a:extLst>
              <a:ext uri="{FF2B5EF4-FFF2-40B4-BE49-F238E27FC236}">
                <a16:creationId xmlns:a16="http://schemas.microsoft.com/office/drawing/2014/main" id="{4B69EA51-E832-1E2D-4F0C-82C9115D3ECB}"/>
              </a:ext>
            </a:extLst>
          </p:cNvPr>
          <p:cNvSpPr>
            <a:spLocks noGrp="1"/>
          </p:cNvSpPr>
          <p:nvPr>
            <p:ph type="body" idx="18" hasCustomPrompt="1"/>
          </p:nvPr>
        </p:nvSpPr>
        <p:spPr>
          <a:xfrm>
            <a:off x="3490831"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7" name="Oval 36">
            <a:extLst>
              <a:ext uri="{FF2B5EF4-FFF2-40B4-BE49-F238E27FC236}">
                <a16:creationId xmlns:a16="http://schemas.microsoft.com/office/drawing/2014/main" id="{1D260014-AEF1-7AE3-57DD-F0BD3AD7647D}"/>
              </a:ext>
            </a:extLst>
          </p:cNvPr>
          <p:cNvSpPr/>
          <p:nvPr userDrawn="1"/>
        </p:nvSpPr>
        <p:spPr>
          <a:xfrm>
            <a:off x="9653762"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39" name="Straight Connector 38">
            <a:extLst>
              <a:ext uri="{FF2B5EF4-FFF2-40B4-BE49-F238E27FC236}">
                <a16:creationId xmlns:a16="http://schemas.microsoft.com/office/drawing/2014/main" id="{24AE0500-65AD-FF0D-254A-17E030003051}"/>
              </a:ext>
            </a:extLst>
          </p:cNvPr>
          <p:cNvCxnSpPr>
            <a:cxnSpLocks/>
          </p:cNvCxnSpPr>
          <p:nvPr userDrawn="1"/>
        </p:nvCxnSpPr>
        <p:spPr>
          <a:xfrm>
            <a:off x="9897360"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1" name="Picture Placeholder 12">
            <a:extLst>
              <a:ext uri="{FF2B5EF4-FFF2-40B4-BE49-F238E27FC236}">
                <a16:creationId xmlns:a16="http://schemas.microsoft.com/office/drawing/2014/main" id="{B640880A-7973-008F-432F-8B123939CD01}"/>
              </a:ext>
            </a:extLst>
          </p:cNvPr>
          <p:cNvSpPr>
            <a:spLocks noGrp="1"/>
          </p:cNvSpPr>
          <p:nvPr>
            <p:ph type="pic" sz="quarter" idx="19" hasCustomPrompt="1"/>
          </p:nvPr>
        </p:nvSpPr>
        <p:spPr>
          <a:xfrm>
            <a:off x="9663287"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44" name="Text Placeholder 2">
            <a:extLst>
              <a:ext uri="{FF2B5EF4-FFF2-40B4-BE49-F238E27FC236}">
                <a16:creationId xmlns:a16="http://schemas.microsoft.com/office/drawing/2014/main" id="{25C21C7E-82D5-470C-2DF8-E789D36F8E26}"/>
              </a:ext>
            </a:extLst>
          </p:cNvPr>
          <p:cNvSpPr>
            <a:spLocks noGrp="1"/>
          </p:cNvSpPr>
          <p:nvPr>
            <p:ph type="body" idx="21" hasCustomPrompt="1"/>
          </p:nvPr>
        </p:nvSpPr>
        <p:spPr>
          <a:xfrm>
            <a:off x="9238145"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5" name="Oval 44">
            <a:extLst>
              <a:ext uri="{FF2B5EF4-FFF2-40B4-BE49-F238E27FC236}">
                <a16:creationId xmlns:a16="http://schemas.microsoft.com/office/drawing/2014/main" id="{7D97B6E0-585B-449B-320B-4687159A7D9A}"/>
              </a:ext>
            </a:extLst>
          </p:cNvPr>
          <p:cNvSpPr/>
          <p:nvPr userDrawn="1"/>
        </p:nvSpPr>
        <p:spPr>
          <a:xfrm>
            <a:off x="6780474" y="148590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cxnSp>
        <p:nvCxnSpPr>
          <p:cNvPr id="46" name="Straight Connector 45">
            <a:extLst>
              <a:ext uri="{FF2B5EF4-FFF2-40B4-BE49-F238E27FC236}">
                <a16:creationId xmlns:a16="http://schemas.microsoft.com/office/drawing/2014/main" id="{5C22E0AE-DAB3-BF17-69BF-39D436D975C1}"/>
              </a:ext>
            </a:extLst>
          </p:cNvPr>
          <p:cNvCxnSpPr>
            <a:cxnSpLocks/>
          </p:cNvCxnSpPr>
          <p:nvPr userDrawn="1"/>
        </p:nvCxnSpPr>
        <p:spPr>
          <a:xfrm>
            <a:off x="7023702" y="4046545"/>
            <a:ext cx="1016035" cy="0"/>
          </a:xfrm>
          <a:prstGeom prst="line">
            <a:avLst/>
          </a:prstGeom>
          <a:ln w="1270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7" name="Picture Placeholder 12">
            <a:extLst>
              <a:ext uri="{FF2B5EF4-FFF2-40B4-BE49-F238E27FC236}">
                <a16:creationId xmlns:a16="http://schemas.microsoft.com/office/drawing/2014/main" id="{51D0E8A9-2F1B-524B-6392-9D00F738F8FC}"/>
              </a:ext>
            </a:extLst>
          </p:cNvPr>
          <p:cNvSpPr>
            <a:spLocks noGrp="1"/>
          </p:cNvSpPr>
          <p:nvPr>
            <p:ph type="pic" sz="quarter" idx="22" hasCustomPrompt="1"/>
          </p:nvPr>
        </p:nvSpPr>
        <p:spPr>
          <a:xfrm>
            <a:off x="6789999" y="1495425"/>
            <a:ext cx="1480566" cy="1480566"/>
          </a:xfrm>
          <a:prstGeom prst="ellipse">
            <a:avLst/>
          </a:prstGeom>
        </p:spPr>
        <p:txBody>
          <a:bodyPr>
            <a:noAutofit/>
          </a:bodyPr>
          <a:lstStyle>
            <a:lvl1pPr marL="0" indent="0">
              <a:buNone/>
              <a:defRPr sz="1400"/>
            </a:lvl1pPr>
          </a:lstStyle>
          <a:p>
            <a:r>
              <a:rPr lang="en-US"/>
              <a:t>Click icon to add image</a:t>
            </a:r>
          </a:p>
        </p:txBody>
      </p:sp>
      <p:sp>
        <p:nvSpPr>
          <p:cNvPr id="49" name="Text Placeholder 2">
            <a:extLst>
              <a:ext uri="{FF2B5EF4-FFF2-40B4-BE49-F238E27FC236}">
                <a16:creationId xmlns:a16="http://schemas.microsoft.com/office/drawing/2014/main" id="{F1075A04-6C45-3D86-8929-00EBC25E1E6A}"/>
              </a:ext>
            </a:extLst>
          </p:cNvPr>
          <p:cNvSpPr>
            <a:spLocks noGrp="1"/>
          </p:cNvSpPr>
          <p:nvPr>
            <p:ph type="body" idx="24" hasCustomPrompt="1"/>
          </p:nvPr>
        </p:nvSpPr>
        <p:spPr>
          <a:xfrm>
            <a:off x="6364487" y="3524536"/>
            <a:ext cx="2334464"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24" name="Text Placeholder 12">
            <a:extLst>
              <a:ext uri="{FF2B5EF4-FFF2-40B4-BE49-F238E27FC236}">
                <a16:creationId xmlns:a16="http://schemas.microsoft.com/office/drawing/2014/main" id="{58854D2F-6CCC-4DF7-999B-BAA1DE47DAC6}"/>
              </a:ext>
            </a:extLst>
          </p:cNvPr>
          <p:cNvSpPr>
            <a:spLocks noGrp="1"/>
          </p:cNvSpPr>
          <p:nvPr>
            <p:ph type="body" sz="quarter" idx="14" hasCustomPrompt="1"/>
          </p:nvPr>
        </p:nvSpPr>
        <p:spPr>
          <a:xfrm>
            <a:off x="619391"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25" name="Text Placeholder 12">
            <a:extLst>
              <a:ext uri="{FF2B5EF4-FFF2-40B4-BE49-F238E27FC236}">
                <a16:creationId xmlns:a16="http://schemas.microsoft.com/office/drawing/2014/main" id="{1D47C67D-F3C1-4698-B501-2DD6E172F678}"/>
              </a:ext>
            </a:extLst>
          </p:cNvPr>
          <p:cNvSpPr>
            <a:spLocks noGrp="1"/>
          </p:cNvSpPr>
          <p:nvPr>
            <p:ph type="body" sz="quarter" idx="17" hasCustomPrompt="1"/>
          </p:nvPr>
        </p:nvSpPr>
        <p:spPr>
          <a:xfrm>
            <a:off x="3490832"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2" name="Text Placeholder 12">
            <a:extLst>
              <a:ext uri="{FF2B5EF4-FFF2-40B4-BE49-F238E27FC236}">
                <a16:creationId xmlns:a16="http://schemas.microsoft.com/office/drawing/2014/main" id="{FABC4204-B552-4C7B-A853-025870FBF217}"/>
              </a:ext>
            </a:extLst>
          </p:cNvPr>
          <p:cNvSpPr>
            <a:spLocks noGrp="1"/>
          </p:cNvSpPr>
          <p:nvPr>
            <p:ph type="body" sz="quarter" idx="20" hasCustomPrompt="1"/>
          </p:nvPr>
        </p:nvSpPr>
        <p:spPr>
          <a:xfrm>
            <a:off x="9238146"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4" name="Text Placeholder 12">
            <a:extLst>
              <a:ext uri="{FF2B5EF4-FFF2-40B4-BE49-F238E27FC236}">
                <a16:creationId xmlns:a16="http://schemas.microsoft.com/office/drawing/2014/main" id="{073F2B04-7AD2-48D2-99EB-8F67491FC09F}"/>
              </a:ext>
            </a:extLst>
          </p:cNvPr>
          <p:cNvSpPr>
            <a:spLocks noGrp="1"/>
          </p:cNvSpPr>
          <p:nvPr>
            <p:ph type="body" sz="quarter" idx="23" hasCustomPrompt="1"/>
          </p:nvPr>
        </p:nvSpPr>
        <p:spPr>
          <a:xfrm>
            <a:off x="6364488" y="4273981"/>
            <a:ext cx="2334463" cy="338554"/>
          </a:xfrm>
        </p:spPr>
        <p:txBody>
          <a:bodyPr anchor="t"/>
          <a:lstStyle>
            <a:lvl1pPr marL="0" indent="0" algn="ctr">
              <a:lnSpc>
                <a:spcPct val="100000"/>
              </a:lnSpc>
              <a:buNone/>
              <a:defRPr lang="en-US" sz="16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Tree>
    <p:extLst>
      <p:ext uri="{BB962C8B-B14F-4D97-AF65-F5344CB8AC3E}">
        <p14:creationId xmlns:p14="http://schemas.microsoft.com/office/powerpoint/2010/main" val="32838241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column">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Four-column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601980"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601980"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Rectangle: Rounded Corners 14">
            <a:extLst>
              <a:ext uri="{FF2B5EF4-FFF2-40B4-BE49-F238E27FC236}">
                <a16:creationId xmlns:a16="http://schemas.microsoft.com/office/drawing/2014/main" id="{CDA630CA-AC91-9937-3BDE-708242D99EE2}"/>
              </a:ext>
            </a:extLst>
          </p:cNvPr>
          <p:cNvSpPr/>
          <p:nvPr userDrawn="1"/>
        </p:nvSpPr>
        <p:spPr>
          <a:xfrm>
            <a:off x="3344333"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Rectangle: Rounded Corners 14">
            <a:extLst>
              <a:ext uri="{FF2B5EF4-FFF2-40B4-BE49-F238E27FC236}">
                <a16:creationId xmlns:a16="http://schemas.microsoft.com/office/drawing/2014/main" id="{D9FE9A6B-FC2A-9A04-C60A-5FF8E588915F}"/>
              </a:ext>
            </a:extLst>
          </p:cNvPr>
          <p:cNvSpPr/>
          <p:nvPr userDrawn="1"/>
        </p:nvSpPr>
        <p:spPr>
          <a:xfrm>
            <a:off x="6269566"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2" name="Rectangle: Rounded Corners 14">
            <a:extLst>
              <a:ext uri="{FF2B5EF4-FFF2-40B4-BE49-F238E27FC236}">
                <a16:creationId xmlns:a16="http://schemas.microsoft.com/office/drawing/2014/main" id="{5132F6C4-259F-A485-6FEB-B51E68939AC4}"/>
              </a:ext>
            </a:extLst>
          </p:cNvPr>
          <p:cNvSpPr/>
          <p:nvPr userDrawn="1"/>
        </p:nvSpPr>
        <p:spPr>
          <a:xfrm>
            <a:off x="9194800" y="1371600"/>
            <a:ext cx="2654300" cy="483870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3" name="Text Placeholder 2">
            <a:extLst>
              <a:ext uri="{FF2B5EF4-FFF2-40B4-BE49-F238E27FC236}">
                <a16:creationId xmlns:a16="http://schemas.microsoft.com/office/drawing/2014/main" id="{8ACFE3EF-31FB-9767-3942-855DA022D2D0}"/>
              </a:ext>
            </a:extLst>
          </p:cNvPr>
          <p:cNvSpPr>
            <a:spLocks noGrp="1"/>
          </p:cNvSpPr>
          <p:nvPr>
            <p:ph type="body" idx="13" hasCustomPrompt="1"/>
          </p:nvPr>
        </p:nvSpPr>
        <p:spPr>
          <a:xfrm>
            <a:off x="3521287"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4" name="Content Placeholder 3">
            <a:extLst>
              <a:ext uri="{FF2B5EF4-FFF2-40B4-BE49-F238E27FC236}">
                <a16:creationId xmlns:a16="http://schemas.microsoft.com/office/drawing/2014/main" id="{5100FB44-5917-E2FA-F2F6-B9595E8BAE93}"/>
              </a:ext>
            </a:extLst>
          </p:cNvPr>
          <p:cNvSpPr>
            <a:spLocks noGrp="1"/>
          </p:cNvSpPr>
          <p:nvPr>
            <p:ph sz="half" idx="14" hasCustomPrompt="1"/>
          </p:nvPr>
        </p:nvSpPr>
        <p:spPr>
          <a:xfrm>
            <a:off x="3521287"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5" name="Text Placeholder 2">
            <a:extLst>
              <a:ext uri="{FF2B5EF4-FFF2-40B4-BE49-F238E27FC236}">
                <a16:creationId xmlns:a16="http://schemas.microsoft.com/office/drawing/2014/main" id="{25C4A104-65E1-D9DA-FB3D-FB3069741FD4}"/>
              </a:ext>
            </a:extLst>
          </p:cNvPr>
          <p:cNvSpPr>
            <a:spLocks noGrp="1"/>
          </p:cNvSpPr>
          <p:nvPr>
            <p:ph type="body" idx="15" hasCustomPrompt="1"/>
          </p:nvPr>
        </p:nvSpPr>
        <p:spPr>
          <a:xfrm>
            <a:off x="6446520"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6" name="Content Placeholder 3">
            <a:extLst>
              <a:ext uri="{FF2B5EF4-FFF2-40B4-BE49-F238E27FC236}">
                <a16:creationId xmlns:a16="http://schemas.microsoft.com/office/drawing/2014/main" id="{83755C07-4451-FB89-D4A0-6F1401349EE7}"/>
              </a:ext>
            </a:extLst>
          </p:cNvPr>
          <p:cNvSpPr>
            <a:spLocks noGrp="1"/>
          </p:cNvSpPr>
          <p:nvPr>
            <p:ph sz="half" idx="16" hasCustomPrompt="1"/>
          </p:nvPr>
        </p:nvSpPr>
        <p:spPr>
          <a:xfrm>
            <a:off x="6446520"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7" name="Text Placeholder 2">
            <a:extLst>
              <a:ext uri="{FF2B5EF4-FFF2-40B4-BE49-F238E27FC236}">
                <a16:creationId xmlns:a16="http://schemas.microsoft.com/office/drawing/2014/main" id="{1102334C-C71A-030B-D4A9-CDCB5F6F07DC}"/>
              </a:ext>
            </a:extLst>
          </p:cNvPr>
          <p:cNvSpPr>
            <a:spLocks noGrp="1"/>
          </p:cNvSpPr>
          <p:nvPr>
            <p:ph type="body" idx="17" hasCustomPrompt="1"/>
          </p:nvPr>
        </p:nvSpPr>
        <p:spPr>
          <a:xfrm>
            <a:off x="9371754" y="1600200"/>
            <a:ext cx="2300393" cy="400110"/>
          </a:xfrm>
        </p:spPr>
        <p:txBody>
          <a:bodyPr anchor="t"/>
          <a:lstStyle>
            <a:lvl1pPr marL="0" indent="0">
              <a:lnSpc>
                <a:spcPct val="100000"/>
              </a:lnSpc>
              <a:spcAft>
                <a:spcPts val="0"/>
              </a:spcAft>
              <a:buNone/>
              <a:defRPr sz="20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8" name="Content Placeholder 3">
            <a:extLst>
              <a:ext uri="{FF2B5EF4-FFF2-40B4-BE49-F238E27FC236}">
                <a16:creationId xmlns:a16="http://schemas.microsoft.com/office/drawing/2014/main" id="{6231D22F-202B-F7CC-05D0-9F1736CCBE05}"/>
              </a:ext>
            </a:extLst>
          </p:cNvPr>
          <p:cNvSpPr>
            <a:spLocks noGrp="1"/>
          </p:cNvSpPr>
          <p:nvPr>
            <p:ph sz="half" idx="18" hasCustomPrompt="1"/>
          </p:nvPr>
        </p:nvSpPr>
        <p:spPr>
          <a:xfrm>
            <a:off x="9371754" y="2133600"/>
            <a:ext cx="2300393" cy="1077218"/>
          </a:xfrm>
        </p:spPr>
        <p:txBody>
          <a:bodyPr/>
          <a:lstStyle>
            <a:lvl1pPr marL="0" indent="0">
              <a:lnSpc>
                <a:spcPct val="100000"/>
              </a:lnSpc>
              <a:buNone/>
              <a:defRPr sz="1600"/>
            </a:lvl1pPr>
            <a:lvl2pPr marL="285750" indent="0">
              <a:lnSpc>
                <a:spcPct val="100000"/>
              </a:lnSpc>
              <a:buNone/>
              <a:defRPr sz="1400"/>
            </a:lvl2pPr>
            <a:lvl3pPr marL="628650" indent="0">
              <a:lnSpc>
                <a:spcPct val="100000"/>
              </a:lnSpc>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39624656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column w circle pictures">
    <p:bg>
      <p:bgPr>
        <a:solidFill>
          <a:schemeClr val="bg1"/>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DFB76CAA-3D89-ABF8-57CF-7B6E9C42494A}"/>
              </a:ext>
            </a:extLst>
          </p:cNvPr>
          <p:cNvSpPr/>
          <p:nvPr userDrawn="1"/>
        </p:nvSpPr>
        <p:spPr>
          <a:xfrm>
            <a:off x="419100"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Four-column round icon,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41244"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41244"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4" name="Rectangle: Rounded Corners 24">
            <a:extLst>
              <a:ext uri="{FF2B5EF4-FFF2-40B4-BE49-F238E27FC236}">
                <a16:creationId xmlns:a16="http://schemas.microsoft.com/office/drawing/2014/main" id="{19F444B6-6CD6-C89C-4E82-9FB04446FE2A}"/>
              </a:ext>
            </a:extLst>
          </p:cNvPr>
          <p:cNvSpPr/>
          <p:nvPr userDrawn="1"/>
        </p:nvSpPr>
        <p:spPr>
          <a:xfrm>
            <a:off x="9105901"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5" name="Text Placeholder 2">
            <a:extLst>
              <a:ext uri="{FF2B5EF4-FFF2-40B4-BE49-F238E27FC236}">
                <a16:creationId xmlns:a16="http://schemas.microsoft.com/office/drawing/2014/main" id="{AD1D5D2D-E4DB-925B-41D5-4B7F6BB4D843}"/>
              </a:ext>
            </a:extLst>
          </p:cNvPr>
          <p:cNvSpPr>
            <a:spLocks noGrp="1"/>
          </p:cNvSpPr>
          <p:nvPr>
            <p:ph type="body" idx="18" hasCustomPrompt="1"/>
          </p:nvPr>
        </p:nvSpPr>
        <p:spPr>
          <a:xfrm>
            <a:off x="9228045"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6" name="Content Placeholder 3">
            <a:extLst>
              <a:ext uri="{FF2B5EF4-FFF2-40B4-BE49-F238E27FC236}">
                <a16:creationId xmlns:a16="http://schemas.microsoft.com/office/drawing/2014/main" id="{D7169697-B47B-6FBD-A28E-24F4EC79745B}"/>
              </a:ext>
            </a:extLst>
          </p:cNvPr>
          <p:cNvSpPr>
            <a:spLocks noGrp="1"/>
          </p:cNvSpPr>
          <p:nvPr>
            <p:ph sz="half" idx="19" hasCustomPrompt="1"/>
          </p:nvPr>
        </p:nvSpPr>
        <p:spPr>
          <a:xfrm>
            <a:off x="9228045"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8" name="Rectangle: Rounded Corners 24">
            <a:extLst>
              <a:ext uri="{FF2B5EF4-FFF2-40B4-BE49-F238E27FC236}">
                <a16:creationId xmlns:a16="http://schemas.microsoft.com/office/drawing/2014/main" id="{CC78F6CD-DF44-3BDE-EEC0-0680C981E94B}"/>
              </a:ext>
            </a:extLst>
          </p:cNvPr>
          <p:cNvSpPr/>
          <p:nvPr userDrawn="1"/>
        </p:nvSpPr>
        <p:spPr>
          <a:xfrm>
            <a:off x="3318622"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9" name="Text Placeholder 2">
            <a:extLst>
              <a:ext uri="{FF2B5EF4-FFF2-40B4-BE49-F238E27FC236}">
                <a16:creationId xmlns:a16="http://schemas.microsoft.com/office/drawing/2014/main" id="{C443F3C4-5019-2196-B304-29FD5CD37334}"/>
              </a:ext>
            </a:extLst>
          </p:cNvPr>
          <p:cNvSpPr>
            <a:spLocks noGrp="1"/>
          </p:cNvSpPr>
          <p:nvPr>
            <p:ph type="body" idx="21" hasCustomPrompt="1"/>
          </p:nvPr>
        </p:nvSpPr>
        <p:spPr>
          <a:xfrm>
            <a:off x="3440766"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24" name="Content Placeholder 3">
            <a:extLst>
              <a:ext uri="{FF2B5EF4-FFF2-40B4-BE49-F238E27FC236}">
                <a16:creationId xmlns:a16="http://schemas.microsoft.com/office/drawing/2014/main" id="{3618E3E1-A19B-D1C4-3671-0FEF46CC521E}"/>
              </a:ext>
            </a:extLst>
          </p:cNvPr>
          <p:cNvSpPr>
            <a:spLocks noGrp="1"/>
          </p:cNvSpPr>
          <p:nvPr>
            <p:ph sz="half" idx="22" hasCustomPrompt="1"/>
          </p:nvPr>
        </p:nvSpPr>
        <p:spPr>
          <a:xfrm>
            <a:off x="3440766"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0" name="Rectangle: Rounded Corners 24">
            <a:extLst>
              <a:ext uri="{FF2B5EF4-FFF2-40B4-BE49-F238E27FC236}">
                <a16:creationId xmlns:a16="http://schemas.microsoft.com/office/drawing/2014/main" id="{E4457818-9CE9-D759-7421-54D0BDA29DD3}"/>
              </a:ext>
            </a:extLst>
          </p:cNvPr>
          <p:cNvSpPr/>
          <p:nvPr userDrawn="1"/>
        </p:nvSpPr>
        <p:spPr>
          <a:xfrm>
            <a:off x="6205444" y="3543302"/>
            <a:ext cx="2743200" cy="2666998"/>
          </a:xfrm>
          <a:prstGeom prst="roundRect">
            <a:avLst>
              <a:gd name="adj" fmla="val 3753"/>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31" name="Text Placeholder 2">
            <a:extLst>
              <a:ext uri="{FF2B5EF4-FFF2-40B4-BE49-F238E27FC236}">
                <a16:creationId xmlns:a16="http://schemas.microsoft.com/office/drawing/2014/main" id="{DFFCA4D1-963F-089F-8EE7-7A03ADA1AD07}"/>
              </a:ext>
            </a:extLst>
          </p:cNvPr>
          <p:cNvSpPr>
            <a:spLocks noGrp="1"/>
          </p:cNvSpPr>
          <p:nvPr>
            <p:ph type="body" idx="24" hasCustomPrompt="1"/>
          </p:nvPr>
        </p:nvSpPr>
        <p:spPr>
          <a:xfrm>
            <a:off x="6327588" y="3663950"/>
            <a:ext cx="2498912"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2" name="Content Placeholder 3">
            <a:extLst>
              <a:ext uri="{FF2B5EF4-FFF2-40B4-BE49-F238E27FC236}">
                <a16:creationId xmlns:a16="http://schemas.microsoft.com/office/drawing/2014/main" id="{A89CB49B-6C6A-E53F-2301-B5149145828C}"/>
              </a:ext>
            </a:extLst>
          </p:cNvPr>
          <p:cNvSpPr>
            <a:spLocks noGrp="1"/>
          </p:cNvSpPr>
          <p:nvPr>
            <p:ph sz="half" idx="25" hasCustomPrompt="1"/>
          </p:nvPr>
        </p:nvSpPr>
        <p:spPr>
          <a:xfrm>
            <a:off x="6327588" y="4061857"/>
            <a:ext cx="2498912"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Picture Placeholder 12">
            <a:extLst>
              <a:ext uri="{FF2B5EF4-FFF2-40B4-BE49-F238E27FC236}">
                <a16:creationId xmlns:a16="http://schemas.microsoft.com/office/drawing/2014/main" id="{B2E8B191-B556-8C76-26F8-D0240238D314}"/>
              </a:ext>
            </a:extLst>
          </p:cNvPr>
          <p:cNvSpPr>
            <a:spLocks noGrp="1"/>
          </p:cNvSpPr>
          <p:nvPr>
            <p:ph type="pic" sz="quarter" idx="15" hasCustomPrompt="1"/>
          </p:nvPr>
        </p:nvSpPr>
        <p:spPr>
          <a:xfrm>
            <a:off x="877456"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9" name="Picture Placeholder 12">
            <a:extLst>
              <a:ext uri="{FF2B5EF4-FFF2-40B4-BE49-F238E27FC236}">
                <a16:creationId xmlns:a16="http://schemas.microsoft.com/office/drawing/2014/main" id="{6F8B59B9-F0AE-AA2C-52E1-A725A2CDB6E2}"/>
              </a:ext>
            </a:extLst>
          </p:cNvPr>
          <p:cNvSpPr>
            <a:spLocks noGrp="1"/>
          </p:cNvSpPr>
          <p:nvPr>
            <p:ph type="pic" sz="quarter" idx="26" hasCustomPrompt="1"/>
          </p:nvPr>
        </p:nvSpPr>
        <p:spPr>
          <a:xfrm>
            <a:off x="3776978"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10" name="Picture Placeholder 12">
            <a:extLst>
              <a:ext uri="{FF2B5EF4-FFF2-40B4-BE49-F238E27FC236}">
                <a16:creationId xmlns:a16="http://schemas.microsoft.com/office/drawing/2014/main" id="{77ADBE82-6854-A647-3FC6-792F112BCF0E}"/>
              </a:ext>
            </a:extLst>
          </p:cNvPr>
          <p:cNvSpPr>
            <a:spLocks noGrp="1"/>
          </p:cNvSpPr>
          <p:nvPr>
            <p:ph type="pic" sz="quarter" idx="27" hasCustomPrompt="1"/>
          </p:nvPr>
        </p:nvSpPr>
        <p:spPr>
          <a:xfrm>
            <a:off x="6663800" y="1371600"/>
            <a:ext cx="1826488" cy="1826488"/>
          </a:xfrm>
          <a:prstGeom prst="ellipse">
            <a:avLst/>
          </a:prstGeom>
        </p:spPr>
        <p:txBody>
          <a:bodyPr>
            <a:noAutofit/>
          </a:bodyPr>
          <a:lstStyle>
            <a:lvl1pPr marL="0" indent="0">
              <a:buNone/>
              <a:defRPr sz="1400"/>
            </a:lvl1pPr>
          </a:lstStyle>
          <a:p>
            <a:r>
              <a:rPr lang="en-US" dirty="0"/>
              <a:t>Click icon to add image</a:t>
            </a:r>
          </a:p>
        </p:txBody>
      </p:sp>
      <p:sp>
        <p:nvSpPr>
          <p:cNvPr id="11" name="Picture Placeholder 12">
            <a:extLst>
              <a:ext uri="{FF2B5EF4-FFF2-40B4-BE49-F238E27FC236}">
                <a16:creationId xmlns:a16="http://schemas.microsoft.com/office/drawing/2014/main" id="{7E9D9400-4361-4D96-03C1-61BC77089885}"/>
              </a:ext>
            </a:extLst>
          </p:cNvPr>
          <p:cNvSpPr>
            <a:spLocks noGrp="1"/>
          </p:cNvSpPr>
          <p:nvPr>
            <p:ph type="pic" sz="quarter" idx="28" hasCustomPrompt="1"/>
          </p:nvPr>
        </p:nvSpPr>
        <p:spPr>
          <a:xfrm>
            <a:off x="9564257" y="1371600"/>
            <a:ext cx="1826488" cy="1826488"/>
          </a:xfrm>
          <a:prstGeom prst="ellipse">
            <a:avLst/>
          </a:prstGeom>
        </p:spPr>
        <p:txBody>
          <a:bodyPr>
            <a:noAutofit/>
          </a:bodyPr>
          <a:lstStyle>
            <a:lvl1pPr marL="0" indent="0">
              <a:buNone/>
              <a:defRPr sz="1400"/>
            </a:lvl1pPr>
          </a:lstStyle>
          <a:p>
            <a:r>
              <a:rPr lang="en-US" dirty="0"/>
              <a:t>Click icon to add image</a:t>
            </a:r>
          </a:p>
        </p:txBody>
      </p:sp>
    </p:spTree>
    <p:extLst>
      <p:ext uri="{BB962C8B-B14F-4D97-AF65-F5344CB8AC3E}">
        <p14:creationId xmlns:p14="http://schemas.microsoft.com/office/powerpoint/2010/main" val="1573766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rectangular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Four-column square icon,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41910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41910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D0D0FC32-9F03-894B-68E2-7CF5CF353C28}"/>
              </a:ext>
            </a:extLst>
          </p:cNvPr>
          <p:cNvSpPr>
            <a:spLocks noGrp="1"/>
          </p:cNvSpPr>
          <p:nvPr>
            <p:ph type="body" sz="quarter" idx="3" hasCustomPrompt="1"/>
          </p:nvPr>
        </p:nvSpPr>
        <p:spPr>
          <a:xfrm>
            <a:off x="337566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E4526E34-C7D8-D509-A201-9E997DE2D906}"/>
              </a:ext>
            </a:extLst>
          </p:cNvPr>
          <p:cNvSpPr>
            <a:spLocks noGrp="1"/>
          </p:cNvSpPr>
          <p:nvPr>
            <p:ph sz="quarter" idx="4" hasCustomPrompt="1"/>
          </p:nvPr>
        </p:nvSpPr>
        <p:spPr>
          <a:xfrm>
            <a:off x="337566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727260A6-1D2B-1B04-0EF4-AB8C63D83409}"/>
              </a:ext>
            </a:extLst>
          </p:cNvPr>
          <p:cNvSpPr>
            <a:spLocks noGrp="1"/>
          </p:cNvSpPr>
          <p:nvPr>
            <p:ph type="body" sz="quarter" idx="13" hasCustomPrompt="1"/>
          </p:nvPr>
        </p:nvSpPr>
        <p:spPr>
          <a:xfrm>
            <a:off x="633222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ABA15F6B-C3A4-9F6E-51D4-6670B9E8047A}"/>
              </a:ext>
            </a:extLst>
          </p:cNvPr>
          <p:cNvSpPr>
            <a:spLocks noGrp="1"/>
          </p:cNvSpPr>
          <p:nvPr>
            <p:ph sz="quarter" idx="14" hasCustomPrompt="1"/>
          </p:nvPr>
        </p:nvSpPr>
        <p:spPr>
          <a:xfrm>
            <a:off x="633222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40DE6576-FA6B-D29B-D71B-0E6A37656387}"/>
              </a:ext>
            </a:extLst>
          </p:cNvPr>
          <p:cNvSpPr>
            <a:spLocks noGrp="1"/>
          </p:cNvSpPr>
          <p:nvPr>
            <p:ph type="body" sz="quarter" idx="15" hasCustomPrompt="1"/>
          </p:nvPr>
        </p:nvSpPr>
        <p:spPr>
          <a:xfrm>
            <a:off x="9288780" y="3663950"/>
            <a:ext cx="2560320" cy="341632"/>
          </a:xfrm>
        </p:spPr>
        <p:txBody>
          <a:bodyPr anchor="t"/>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3" name="Content Placeholder 5">
            <a:extLst>
              <a:ext uri="{FF2B5EF4-FFF2-40B4-BE49-F238E27FC236}">
                <a16:creationId xmlns:a16="http://schemas.microsoft.com/office/drawing/2014/main" id="{E1C17393-3DDF-97D6-975E-2D841FD65DD6}"/>
              </a:ext>
            </a:extLst>
          </p:cNvPr>
          <p:cNvSpPr>
            <a:spLocks noGrp="1"/>
          </p:cNvSpPr>
          <p:nvPr>
            <p:ph sz="quarter" idx="16" hasCustomPrompt="1"/>
          </p:nvPr>
        </p:nvSpPr>
        <p:spPr>
          <a:xfrm>
            <a:off x="9288780" y="4061857"/>
            <a:ext cx="2560320" cy="892552"/>
          </a:xfrm>
        </p:spPr>
        <p:txBody>
          <a:bodyPr/>
          <a:lstStyle>
            <a:lvl1pPr marL="0" indent="0">
              <a:lnSpc>
                <a:spcPct val="100000"/>
              </a:lnSpc>
              <a:spcAft>
                <a:spcPts val="600"/>
              </a:spcAft>
              <a:buNone/>
              <a:defRPr sz="1600"/>
            </a:lvl1pPr>
            <a:lvl2pPr marL="285750" indent="0">
              <a:lnSpc>
                <a:spcPct val="100000"/>
              </a:lnSpc>
              <a:spcAft>
                <a:spcPts val="600"/>
              </a:spcAft>
              <a:buNone/>
              <a:defRPr sz="1400"/>
            </a:lvl2pPr>
            <a:lvl3pPr marL="628650" indent="0">
              <a:lnSpc>
                <a:spcPct val="100000"/>
              </a:lnSpc>
              <a:spcAft>
                <a:spcPts val="6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4" name="Picture Placeholder 19">
            <a:extLst>
              <a:ext uri="{FF2B5EF4-FFF2-40B4-BE49-F238E27FC236}">
                <a16:creationId xmlns:a16="http://schemas.microsoft.com/office/drawing/2014/main" id="{731A5005-0DB1-2A1C-F866-F29978F637DC}"/>
              </a:ext>
            </a:extLst>
          </p:cNvPr>
          <p:cNvSpPr>
            <a:spLocks noGrp="1"/>
          </p:cNvSpPr>
          <p:nvPr>
            <p:ph type="pic" sz="quarter" idx="17" hasCustomPrompt="1"/>
          </p:nvPr>
        </p:nvSpPr>
        <p:spPr>
          <a:xfrm>
            <a:off x="41910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5" name="Picture Placeholder 19">
            <a:extLst>
              <a:ext uri="{FF2B5EF4-FFF2-40B4-BE49-F238E27FC236}">
                <a16:creationId xmlns:a16="http://schemas.microsoft.com/office/drawing/2014/main" id="{A13C9686-CD96-65CC-2668-E24BF4AB9CC2}"/>
              </a:ext>
            </a:extLst>
          </p:cNvPr>
          <p:cNvSpPr>
            <a:spLocks noGrp="1"/>
          </p:cNvSpPr>
          <p:nvPr>
            <p:ph type="pic" sz="quarter" idx="18" hasCustomPrompt="1"/>
          </p:nvPr>
        </p:nvSpPr>
        <p:spPr>
          <a:xfrm>
            <a:off x="337566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6" name="Picture Placeholder 19">
            <a:extLst>
              <a:ext uri="{FF2B5EF4-FFF2-40B4-BE49-F238E27FC236}">
                <a16:creationId xmlns:a16="http://schemas.microsoft.com/office/drawing/2014/main" id="{71FDDBDC-1DD5-3C49-10B7-23BCE22AABD9}"/>
              </a:ext>
            </a:extLst>
          </p:cNvPr>
          <p:cNvSpPr>
            <a:spLocks noGrp="1"/>
          </p:cNvSpPr>
          <p:nvPr>
            <p:ph type="pic" sz="quarter" idx="19" hasCustomPrompt="1"/>
          </p:nvPr>
        </p:nvSpPr>
        <p:spPr>
          <a:xfrm>
            <a:off x="633222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
        <p:nvSpPr>
          <p:cNvPr id="17" name="Picture Placeholder 19">
            <a:extLst>
              <a:ext uri="{FF2B5EF4-FFF2-40B4-BE49-F238E27FC236}">
                <a16:creationId xmlns:a16="http://schemas.microsoft.com/office/drawing/2014/main" id="{A3349B17-AA97-9018-7F50-07C82A4CBA32}"/>
              </a:ext>
            </a:extLst>
          </p:cNvPr>
          <p:cNvSpPr>
            <a:spLocks noGrp="1"/>
          </p:cNvSpPr>
          <p:nvPr>
            <p:ph type="pic" sz="quarter" idx="20" hasCustomPrompt="1"/>
          </p:nvPr>
        </p:nvSpPr>
        <p:spPr>
          <a:xfrm>
            <a:off x="9288780" y="1371600"/>
            <a:ext cx="2560320" cy="1971368"/>
          </a:xfrm>
          <a:prstGeom prst="roundRect">
            <a:avLst>
              <a:gd name="adj" fmla="val 4167"/>
            </a:avLst>
          </a:prstGeom>
        </p:spPr>
        <p:txBody>
          <a:bodyPr anchor="ctr"/>
          <a:lstStyle>
            <a:lvl1pPr marL="0" indent="0" algn="ctr">
              <a:buNone/>
              <a:defRPr sz="18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2722198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blocks">
    <p:bg>
      <p:bgPr>
        <a:solidFill>
          <a:schemeClr val="bg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0C8F3CA-E2BE-1C64-14B5-F889B194D036}"/>
              </a:ext>
            </a:extLst>
          </p:cNvPr>
          <p:cNvSpPr>
            <a:spLocks noGrp="1"/>
          </p:cNvSpPr>
          <p:nvPr>
            <p:ph type="title" hasCustomPrompt="1"/>
          </p:nvPr>
        </p:nvSpPr>
        <p:spPr>
          <a:xfrm>
            <a:off x="419100" y="356258"/>
            <a:ext cx="11430001" cy="638175"/>
          </a:xfrm>
        </p:spPr>
        <p:txBody>
          <a:bodyPr/>
          <a:lstStyle/>
          <a:p>
            <a:r>
              <a:rPr lang="en-US" dirty="0"/>
              <a:t>Four-block icon and content layout</a:t>
            </a:r>
          </a:p>
        </p:txBody>
      </p:sp>
      <p:sp>
        <p:nvSpPr>
          <p:cNvPr id="2" name="Rectangle: Rounded Corners 14">
            <a:extLst>
              <a:ext uri="{FF2B5EF4-FFF2-40B4-BE49-F238E27FC236}">
                <a16:creationId xmlns:a16="http://schemas.microsoft.com/office/drawing/2014/main" id="{2631E0E3-66B9-656E-9237-366B85405449}"/>
              </a:ext>
            </a:extLst>
          </p:cNvPr>
          <p:cNvSpPr/>
          <p:nvPr userDrawn="1"/>
        </p:nvSpPr>
        <p:spPr>
          <a:xfrm>
            <a:off x="419100" y="1371600"/>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7" name="Content Placeholder 3">
            <a:extLst>
              <a:ext uri="{FF2B5EF4-FFF2-40B4-BE49-F238E27FC236}">
                <a16:creationId xmlns:a16="http://schemas.microsoft.com/office/drawing/2014/main" id="{DB28F420-F872-DF05-77F2-829896EC5830}"/>
              </a:ext>
            </a:extLst>
          </p:cNvPr>
          <p:cNvSpPr>
            <a:spLocks noGrp="1"/>
          </p:cNvSpPr>
          <p:nvPr>
            <p:ph sz="half" idx="2" hasCustomPrompt="1"/>
          </p:nvPr>
        </p:nvSpPr>
        <p:spPr>
          <a:xfrm>
            <a:off x="3062415" y="1954025"/>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8" name="Picture Placeholder 19">
            <a:extLst>
              <a:ext uri="{FF2B5EF4-FFF2-40B4-BE49-F238E27FC236}">
                <a16:creationId xmlns:a16="http://schemas.microsoft.com/office/drawing/2014/main" id="{3DD2BA4C-DA8E-A3EC-22C5-EC20E62D086B}"/>
              </a:ext>
            </a:extLst>
          </p:cNvPr>
          <p:cNvSpPr>
            <a:spLocks noGrp="1"/>
          </p:cNvSpPr>
          <p:nvPr>
            <p:ph type="pic" sz="quarter" idx="17" hasCustomPrompt="1"/>
          </p:nvPr>
        </p:nvSpPr>
        <p:spPr>
          <a:xfrm>
            <a:off x="419100" y="1371600"/>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1" name="Rectangle: Rounded Corners 14">
            <a:extLst>
              <a:ext uri="{FF2B5EF4-FFF2-40B4-BE49-F238E27FC236}">
                <a16:creationId xmlns:a16="http://schemas.microsoft.com/office/drawing/2014/main" id="{9B81CC61-A4B5-04FC-4164-D3C7CB42B9C1}"/>
              </a:ext>
            </a:extLst>
          </p:cNvPr>
          <p:cNvSpPr/>
          <p:nvPr userDrawn="1"/>
        </p:nvSpPr>
        <p:spPr>
          <a:xfrm>
            <a:off x="6385560" y="1371600"/>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2" name="Content Placeholder 3">
            <a:extLst>
              <a:ext uri="{FF2B5EF4-FFF2-40B4-BE49-F238E27FC236}">
                <a16:creationId xmlns:a16="http://schemas.microsoft.com/office/drawing/2014/main" id="{44BF3E90-5C33-71AB-5C99-7C1D76D7FABA}"/>
              </a:ext>
            </a:extLst>
          </p:cNvPr>
          <p:cNvSpPr>
            <a:spLocks noGrp="1"/>
          </p:cNvSpPr>
          <p:nvPr>
            <p:ph sz="half" idx="18" hasCustomPrompt="1"/>
          </p:nvPr>
        </p:nvSpPr>
        <p:spPr>
          <a:xfrm>
            <a:off x="9028875" y="1954025"/>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3" name="Picture Placeholder 19">
            <a:extLst>
              <a:ext uri="{FF2B5EF4-FFF2-40B4-BE49-F238E27FC236}">
                <a16:creationId xmlns:a16="http://schemas.microsoft.com/office/drawing/2014/main" id="{0546A675-E1C1-95C8-49A2-6D1028A3C1AB}"/>
              </a:ext>
            </a:extLst>
          </p:cNvPr>
          <p:cNvSpPr>
            <a:spLocks noGrp="1"/>
          </p:cNvSpPr>
          <p:nvPr>
            <p:ph type="pic" sz="quarter" idx="19" hasCustomPrompt="1"/>
          </p:nvPr>
        </p:nvSpPr>
        <p:spPr>
          <a:xfrm>
            <a:off x="6385560" y="1371600"/>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4" name="Rectangle: Rounded Corners 14">
            <a:extLst>
              <a:ext uri="{FF2B5EF4-FFF2-40B4-BE49-F238E27FC236}">
                <a16:creationId xmlns:a16="http://schemas.microsoft.com/office/drawing/2014/main" id="{71EBE055-2A0A-B5BA-FA53-28C981F6D136}"/>
              </a:ext>
            </a:extLst>
          </p:cNvPr>
          <p:cNvSpPr/>
          <p:nvPr userDrawn="1"/>
        </p:nvSpPr>
        <p:spPr>
          <a:xfrm>
            <a:off x="419100" y="3849328"/>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5" name="Content Placeholder 3">
            <a:extLst>
              <a:ext uri="{FF2B5EF4-FFF2-40B4-BE49-F238E27FC236}">
                <a16:creationId xmlns:a16="http://schemas.microsoft.com/office/drawing/2014/main" id="{F9417FD1-7603-092A-724B-2A4FF45C893A}"/>
              </a:ext>
            </a:extLst>
          </p:cNvPr>
          <p:cNvSpPr>
            <a:spLocks noGrp="1"/>
          </p:cNvSpPr>
          <p:nvPr>
            <p:ph sz="half" idx="20" hasCustomPrompt="1"/>
          </p:nvPr>
        </p:nvSpPr>
        <p:spPr>
          <a:xfrm>
            <a:off x="3062415" y="4431753"/>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6" name="Picture Placeholder 19">
            <a:extLst>
              <a:ext uri="{FF2B5EF4-FFF2-40B4-BE49-F238E27FC236}">
                <a16:creationId xmlns:a16="http://schemas.microsoft.com/office/drawing/2014/main" id="{3B4DD86D-9F31-E558-834A-F68784EC8B1C}"/>
              </a:ext>
            </a:extLst>
          </p:cNvPr>
          <p:cNvSpPr>
            <a:spLocks noGrp="1"/>
          </p:cNvSpPr>
          <p:nvPr>
            <p:ph type="pic" sz="quarter" idx="21" hasCustomPrompt="1"/>
          </p:nvPr>
        </p:nvSpPr>
        <p:spPr>
          <a:xfrm>
            <a:off x="419100" y="3849328"/>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
        <p:nvSpPr>
          <p:cNvPr id="27" name="Rectangle: Rounded Corners 14">
            <a:extLst>
              <a:ext uri="{FF2B5EF4-FFF2-40B4-BE49-F238E27FC236}">
                <a16:creationId xmlns:a16="http://schemas.microsoft.com/office/drawing/2014/main" id="{06DC2354-1F0E-BBDF-276C-E89428D65BA8}"/>
              </a:ext>
            </a:extLst>
          </p:cNvPr>
          <p:cNvSpPr/>
          <p:nvPr userDrawn="1"/>
        </p:nvSpPr>
        <p:spPr>
          <a:xfrm>
            <a:off x="6385560" y="3849328"/>
            <a:ext cx="5463540" cy="2057400"/>
          </a:xfrm>
          <a:prstGeom prst="roundRect">
            <a:avLst>
              <a:gd name="adj" fmla="val 4735"/>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8" name="Content Placeholder 3">
            <a:extLst>
              <a:ext uri="{FF2B5EF4-FFF2-40B4-BE49-F238E27FC236}">
                <a16:creationId xmlns:a16="http://schemas.microsoft.com/office/drawing/2014/main" id="{6FE0428A-B521-5C48-80FD-EC699EEB4AB1}"/>
              </a:ext>
            </a:extLst>
          </p:cNvPr>
          <p:cNvSpPr>
            <a:spLocks noGrp="1"/>
          </p:cNvSpPr>
          <p:nvPr>
            <p:ph sz="half" idx="22" hasCustomPrompt="1"/>
          </p:nvPr>
        </p:nvSpPr>
        <p:spPr>
          <a:xfrm>
            <a:off x="9028875" y="4431753"/>
            <a:ext cx="2441448" cy="892552"/>
          </a:xfrm>
        </p:spPr>
        <p:txBody>
          <a:bodyPr anchor="ctr"/>
          <a:lstStyle>
            <a:lvl1pPr marL="0" indent="0">
              <a:lnSpc>
                <a:spcPct val="100000"/>
              </a:lnSpc>
              <a:spcAft>
                <a:spcPts val="600"/>
              </a:spcAft>
              <a:buNone/>
              <a:defRPr sz="1600" b="1">
                <a:solidFill>
                  <a:schemeClr val="accent1">
                    <a:lumMod val="40000"/>
                    <a:lumOff val="60000"/>
                  </a:schemeClr>
                </a:solidFill>
              </a:defRPr>
            </a:lvl1pPr>
            <a:lvl2pPr marL="0" indent="0">
              <a:lnSpc>
                <a:spcPct val="100000"/>
              </a:lnSpc>
              <a:spcAft>
                <a:spcPts val="600"/>
              </a:spcAft>
              <a:buNone/>
              <a:defRPr sz="1400"/>
            </a:lvl2pPr>
            <a:lvl3pPr marL="287338" indent="0">
              <a:lnSpc>
                <a:spcPct val="100000"/>
              </a:lnSpc>
              <a:spcAft>
                <a:spcPts val="600"/>
              </a:spcAft>
              <a:buNone/>
              <a:defRPr sz="12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29" name="Picture Placeholder 19">
            <a:extLst>
              <a:ext uri="{FF2B5EF4-FFF2-40B4-BE49-F238E27FC236}">
                <a16:creationId xmlns:a16="http://schemas.microsoft.com/office/drawing/2014/main" id="{896EC479-0271-8EBF-CAFE-84C5EC068355}"/>
              </a:ext>
            </a:extLst>
          </p:cNvPr>
          <p:cNvSpPr>
            <a:spLocks noGrp="1"/>
          </p:cNvSpPr>
          <p:nvPr>
            <p:ph type="pic" sz="quarter" idx="23" hasCustomPrompt="1"/>
          </p:nvPr>
        </p:nvSpPr>
        <p:spPr>
          <a:xfrm>
            <a:off x="6385560" y="3849328"/>
            <a:ext cx="2286000" cy="2050026"/>
          </a:xfrm>
          <a:prstGeom prst="roundRect">
            <a:avLst>
              <a:gd name="adj" fmla="val 4167"/>
            </a:avLst>
          </a:prstGeom>
          <a:effectLst/>
        </p:spPr>
        <p:txBody>
          <a:bodyPr anchor="ctr"/>
          <a:lstStyle>
            <a:lvl1pPr marL="0" indent="0" algn="ctr">
              <a:buNone/>
              <a:defRPr sz="16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5398250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images">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08E77B2-C610-3A31-5110-91FDF1F6528B}"/>
              </a:ext>
            </a:extLst>
          </p:cNvPr>
          <p:cNvSpPr>
            <a:spLocks noGrp="1"/>
          </p:cNvSpPr>
          <p:nvPr>
            <p:ph type="title" hasCustomPrompt="1"/>
          </p:nvPr>
        </p:nvSpPr>
        <p:spPr>
          <a:xfrm>
            <a:off x="419100" y="342901"/>
            <a:ext cx="11429999" cy="647176"/>
          </a:xfrm>
        </p:spPr>
        <p:txBody>
          <a:bodyPr/>
          <a:lstStyle>
            <a:lvl1pPr>
              <a:defRPr/>
            </a:lvl1pPr>
          </a:lstStyle>
          <a:p>
            <a:r>
              <a:rPr lang="en-US" dirty="0"/>
              <a:t>Four images with content layout</a:t>
            </a:r>
          </a:p>
        </p:txBody>
      </p:sp>
      <p:sp>
        <p:nvSpPr>
          <p:cNvPr id="10" name="Content Placeholder 3">
            <a:extLst>
              <a:ext uri="{FF2B5EF4-FFF2-40B4-BE49-F238E27FC236}">
                <a16:creationId xmlns:a16="http://schemas.microsoft.com/office/drawing/2014/main" id="{AC9F0527-42A6-B350-36A0-D16816263F6B}"/>
              </a:ext>
            </a:extLst>
          </p:cNvPr>
          <p:cNvSpPr>
            <a:spLocks noGrp="1"/>
          </p:cNvSpPr>
          <p:nvPr>
            <p:ph sz="half" idx="2" hasCustomPrompt="1"/>
          </p:nvPr>
        </p:nvSpPr>
        <p:spPr>
          <a:xfrm>
            <a:off x="425038" y="2754691"/>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Picture Placeholder 19">
            <a:extLst>
              <a:ext uri="{FF2B5EF4-FFF2-40B4-BE49-F238E27FC236}">
                <a16:creationId xmlns:a16="http://schemas.microsoft.com/office/drawing/2014/main" id="{A6942D81-7F37-FA5F-0C3C-3946830772E0}"/>
              </a:ext>
            </a:extLst>
          </p:cNvPr>
          <p:cNvSpPr>
            <a:spLocks noGrp="1"/>
          </p:cNvSpPr>
          <p:nvPr>
            <p:ph type="pic" sz="quarter" idx="17" hasCustomPrompt="1"/>
          </p:nvPr>
        </p:nvSpPr>
        <p:spPr>
          <a:xfrm>
            <a:off x="425038" y="1371600"/>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4" name="Content Placeholder 3">
            <a:extLst>
              <a:ext uri="{FF2B5EF4-FFF2-40B4-BE49-F238E27FC236}">
                <a16:creationId xmlns:a16="http://schemas.microsoft.com/office/drawing/2014/main" id="{9D99C2E9-3945-C255-51EB-673657FC25F9}"/>
              </a:ext>
            </a:extLst>
          </p:cNvPr>
          <p:cNvSpPr>
            <a:spLocks noGrp="1"/>
          </p:cNvSpPr>
          <p:nvPr>
            <p:ph sz="half" idx="21" hasCustomPrompt="1"/>
          </p:nvPr>
        </p:nvSpPr>
        <p:spPr>
          <a:xfrm>
            <a:off x="425038" y="5247968"/>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5" name="Picture Placeholder 19">
            <a:extLst>
              <a:ext uri="{FF2B5EF4-FFF2-40B4-BE49-F238E27FC236}">
                <a16:creationId xmlns:a16="http://schemas.microsoft.com/office/drawing/2014/main" id="{CAF12E28-EF60-2E0D-85D2-B9B9948CB350}"/>
              </a:ext>
            </a:extLst>
          </p:cNvPr>
          <p:cNvSpPr>
            <a:spLocks noGrp="1"/>
          </p:cNvSpPr>
          <p:nvPr>
            <p:ph type="pic" sz="quarter" idx="22" hasCustomPrompt="1"/>
          </p:nvPr>
        </p:nvSpPr>
        <p:spPr>
          <a:xfrm>
            <a:off x="425038" y="3864877"/>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6" name="Content Placeholder 3">
            <a:extLst>
              <a:ext uri="{FF2B5EF4-FFF2-40B4-BE49-F238E27FC236}">
                <a16:creationId xmlns:a16="http://schemas.microsoft.com/office/drawing/2014/main" id="{038E210B-61D4-AE12-F876-40FC4584F778}"/>
              </a:ext>
            </a:extLst>
          </p:cNvPr>
          <p:cNvSpPr>
            <a:spLocks noGrp="1"/>
          </p:cNvSpPr>
          <p:nvPr>
            <p:ph sz="half" idx="23" hasCustomPrompt="1"/>
          </p:nvPr>
        </p:nvSpPr>
        <p:spPr>
          <a:xfrm>
            <a:off x="6381136" y="2754691"/>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7" name="Picture Placeholder 19">
            <a:extLst>
              <a:ext uri="{FF2B5EF4-FFF2-40B4-BE49-F238E27FC236}">
                <a16:creationId xmlns:a16="http://schemas.microsoft.com/office/drawing/2014/main" id="{CF120748-2F30-F2BF-E77A-CE99DF45AA5D}"/>
              </a:ext>
            </a:extLst>
          </p:cNvPr>
          <p:cNvSpPr>
            <a:spLocks noGrp="1"/>
          </p:cNvSpPr>
          <p:nvPr>
            <p:ph type="pic" sz="quarter" idx="24" hasCustomPrompt="1"/>
          </p:nvPr>
        </p:nvSpPr>
        <p:spPr>
          <a:xfrm>
            <a:off x="6381136" y="1371600"/>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
        <p:nvSpPr>
          <p:cNvPr id="18" name="Content Placeholder 3">
            <a:extLst>
              <a:ext uri="{FF2B5EF4-FFF2-40B4-BE49-F238E27FC236}">
                <a16:creationId xmlns:a16="http://schemas.microsoft.com/office/drawing/2014/main" id="{E843953F-106C-1435-BE0E-989AFF97FC80}"/>
              </a:ext>
            </a:extLst>
          </p:cNvPr>
          <p:cNvSpPr>
            <a:spLocks noGrp="1"/>
          </p:cNvSpPr>
          <p:nvPr>
            <p:ph sz="half" idx="25" hasCustomPrompt="1"/>
          </p:nvPr>
        </p:nvSpPr>
        <p:spPr>
          <a:xfrm>
            <a:off x="6381136" y="5247968"/>
            <a:ext cx="4754880" cy="838199"/>
          </a:xfrm>
        </p:spPr>
        <p:txBody>
          <a:bodyPr bIns="0">
            <a:normAutofit/>
          </a:bodyPr>
          <a:lstStyle>
            <a:lvl1pPr marL="0" indent="0">
              <a:lnSpc>
                <a:spcPct val="100000"/>
              </a:lnSpc>
              <a:spcAft>
                <a:spcPts val="300"/>
              </a:spcAft>
              <a:buNone/>
              <a:defRPr sz="1600"/>
            </a:lvl1pPr>
            <a:lvl2pPr marL="285750" indent="0">
              <a:lnSpc>
                <a:spcPct val="100000"/>
              </a:lnSpc>
              <a:spcAft>
                <a:spcPts val="300"/>
              </a:spcAft>
              <a:buNone/>
              <a:defRPr sz="1400"/>
            </a:lvl2pPr>
            <a:lvl3pPr marL="628650" indent="0">
              <a:lnSpc>
                <a:spcPct val="100000"/>
              </a:lnSpc>
              <a:spcAft>
                <a:spcPts val="3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9" name="Picture Placeholder 19">
            <a:extLst>
              <a:ext uri="{FF2B5EF4-FFF2-40B4-BE49-F238E27FC236}">
                <a16:creationId xmlns:a16="http://schemas.microsoft.com/office/drawing/2014/main" id="{54C99E8E-8200-9FFB-1497-61AB330C06E6}"/>
              </a:ext>
            </a:extLst>
          </p:cNvPr>
          <p:cNvSpPr>
            <a:spLocks noGrp="1"/>
          </p:cNvSpPr>
          <p:nvPr>
            <p:ph type="pic" sz="quarter" idx="26" hasCustomPrompt="1"/>
          </p:nvPr>
        </p:nvSpPr>
        <p:spPr>
          <a:xfrm>
            <a:off x="6381136" y="3864877"/>
            <a:ext cx="2194560" cy="1233948"/>
          </a:xfrm>
          <a:prstGeom prst="roundRect">
            <a:avLst>
              <a:gd name="adj" fmla="val 4167"/>
            </a:avLst>
          </a:prstGeom>
        </p:spPr>
        <p:txBody>
          <a:bodyPr anchor="ctr"/>
          <a:lstStyle>
            <a:lvl1pPr marL="0" indent="0" algn="ctr">
              <a:buNone/>
              <a:defRPr sz="1400"/>
            </a:lvl1pPr>
          </a:lstStyle>
          <a:p>
            <a:r>
              <a:rPr lang="en-US" dirty="0"/>
              <a:t>Click icon to add image</a:t>
            </a:r>
            <a:br>
              <a:rPr lang="en-US" dirty="0"/>
            </a:br>
            <a:br>
              <a:rPr lang="en-US" dirty="0"/>
            </a:br>
            <a:endParaRPr lang="en-US" dirty="0"/>
          </a:p>
        </p:txBody>
      </p:sp>
    </p:spTree>
    <p:extLst>
      <p:ext uri="{BB962C8B-B14F-4D97-AF65-F5344CB8AC3E}">
        <p14:creationId xmlns:p14="http://schemas.microsoft.com/office/powerpoint/2010/main" val="32111360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row">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25148" y="137160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9" name="Rectangle: Rounded Corners 18">
            <a:extLst>
              <a:ext uri="{FF2B5EF4-FFF2-40B4-BE49-F238E27FC236}">
                <a16:creationId xmlns:a16="http://schemas.microsoft.com/office/drawing/2014/main" id="{9E9A3ED9-F60A-9365-FF36-8388F8154325}"/>
              </a:ext>
            </a:extLst>
          </p:cNvPr>
          <p:cNvSpPr/>
          <p:nvPr userDrawn="1"/>
        </p:nvSpPr>
        <p:spPr>
          <a:xfrm>
            <a:off x="425148" y="263398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0" name="Rectangle: Rounded Corners 19">
            <a:extLst>
              <a:ext uri="{FF2B5EF4-FFF2-40B4-BE49-F238E27FC236}">
                <a16:creationId xmlns:a16="http://schemas.microsoft.com/office/drawing/2014/main" id="{31B6BB6B-7499-34A7-4AF7-AF464F8CD184}"/>
              </a:ext>
            </a:extLst>
          </p:cNvPr>
          <p:cNvSpPr/>
          <p:nvPr userDrawn="1"/>
        </p:nvSpPr>
        <p:spPr>
          <a:xfrm>
            <a:off x="425148" y="389636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1" name="Rectangle: Rounded Corners 20">
            <a:extLst>
              <a:ext uri="{FF2B5EF4-FFF2-40B4-BE49-F238E27FC236}">
                <a16:creationId xmlns:a16="http://schemas.microsoft.com/office/drawing/2014/main" id="{4F960DB5-B53A-2F34-0B13-41BF56B70BC9}"/>
              </a:ext>
            </a:extLst>
          </p:cNvPr>
          <p:cNvSpPr/>
          <p:nvPr userDrawn="1"/>
        </p:nvSpPr>
        <p:spPr>
          <a:xfrm>
            <a:off x="425148" y="5158740"/>
            <a:ext cx="11430001" cy="1051560"/>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Four-row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639313" y="155799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3481395" y="150240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D0D0FC32-9F03-894B-68E2-7CF5CF353C28}"/>
              </a:ext>
            </a:extLst>
          </p:cNvPr>
          <p:cNvSpPr>
            <a:spLocks noGrp="1"/>
          </p:cNvSpPr>
          <p:nvPr>
            <p:ph type="body" sz="quarter" idx="3" hasCustomPrompt="1"/>
          </p:nvPr>
        </p:nvSpPr>
        <p:spPr>
          <a:xfrm>
            <a:off x="639313" y="282037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9" name="Content Placeholder 5">
            <a:extLst>
              <a:ext uri="{FF2B5EF4-FFF2-40B4-BE49-F238E27FC236}">
                <a16:creationId xmlns:a16="http://schemas.microsoft.com/office/drawing/2014/main" id="{E4526E34-C7D8-D509-A201-9E997DE2D906}"/>
              </a:ext>
            </a:extLst>
          </p:cNvPr>
          <p:cNvSpPr>
            <a:spLocks noGrp="1"/>
          </p:cNvSpPr>
          <p:nvPr>
            <p:ph sz="quarter" idx="4" hasCustomPrompt="1"/>
          </p:nvPr>
        </p:nvSpPr>
        <p:spPr>
          <a:xfrm>
            <a:off x="3481395" y="276478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0" name="Text Placeholder 4">
            <a:extLst>
              <a:ext uri="{FF2B5EF4-FFF2-40B4-BE49-F238E27FC236}">
                <a16:creationId xmlns:a16="http://schemas.microsoft.com/office/drawing/2014/main" id="{727260A6-1D2B-1B04-0EF4-AB8C63D83409}"/>
              </a:ext>
            </a:extLst>
          </p:cNvPr>
          <p:cNvSpPr>
            <a:spLocks noGrp="1"/>
          </p:cNvSpPr>
          <p:nvPr>
            <p:ph type="body" sz="quarter" idx="13" hasCustomPrompt="1"/>
          </p:nvPr>
        </p:nvSpPr>
        <p:spPr>
          <a:xfrm>
            <a:off x="639313" y="408275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1" name="Content Placeholder 5">
            <a:extLst>
              <a:ext uri="{FF2B5EF4-FFF2-40B4-BE49-F238E27FC236}">
                <a16:creationId xmlns:a16="http://schemas.microsoft.com/office/drawing/2014/main" id="{ABA15F6B-C3A4-9F6E-51D4-6670B9E8047A}"/>
              </a:ext>
            </a:extLst>
          </p:cNvPr>
          <p:cNvSpPr>
            <a:spLocks noGrp="1"/>
          </p:cNvSpPr>
          <p:nvPr>
            <p:ph sz="quarter" idx="14" hasCustomPrompt="1"/>
          </p:nvPr>
        </p:nvSpPr>
        <p:spPr>
          <a:xfrm>
            <a:off x="3481395" y="402716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2" name="Text Placeholder 4">
            <a:extLst>
              <a:ext uri="{FF2B5EF4-FFF2-40B4-BE49-F238E27FC236}">
                <a16:creationId xmlns:a16="http://schemas.microsoft.com/office/drawing/2014/main" id="{40DE6576-FA6B-D29B-D71B-0E6A37656387}"/>
              </a:ext>
            </a:extLst>
          </p:cNvPr>
          <p:cNvSpPr>
            <a:spLocks noGrp="1"/>
          </p:cNvSpPr>
          <p:nvPr>
            <p:ph type="body" sz="quarter" idx="15" hasCustomPrompt="1"/>
          </p:nvPr>
        </p:nvSpPr>
        <p:spPr>
          <a:xfrm>
            <a:off x="639313" y="5345134"/>
            <a:ext cx="2346158" cy="678773"/>
          </a:xfrm>
        </p:spPr>
        <p:txBody>
          <a:bodyPr tIns="0" bIns="0" anchor="ctr">
            <a:normAutofit/>
          </a:bodyPr>
          <a:lstStyle>
            <a:lvl1pPr marL="0" indent="0">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3" name="Content Placeholder 5">
            <a:extLst>
              <a:ext uri="{FF2B5EF4-FFF2-40B4-BE49-F238E27FC236}">
                <a16:creationId xmlns:a16="http://schemas.microsoft.com/office/drawing/2014/main" id="{E1C17393-3DDF-97D6-975E-2D841FD65DD6}"/>
              </a:ext>
            </a:extLst>
          </p:cNvPr>
          <p:cNvSpPr>
            <a:spLocks noGrp="1"/>
          </p:cNvSpPr>
          <p:nvPr>
            <p:ph sz="quarter" idx="16" hasCustomPrompt="1"/>
          </p:nvPr>
        </p:nvSpPr>
        <p:spPr>
          <a:xfrm>
            <a:off x="3481395" y="5289540"/>
            <a:ext cx="8194014" cy="789960"/>
          </a:xfrm>
        </p:spPr>
        <p:txBody>
          <a:bodyPr anchor="ctr"/>
          <a:lstStyle>
            <a:lvl1pPr marL="0" indent="0">
              <a:lnSpc>
                <a:spcPct val="100000"/>
              </a:lnSpc>
              <a:spcAft>
                <a:spcPts val="200"/>
              </a:spcAft>
              <a:buNone/>
              <a:defRPr sz="1600"/>
            </a:lvl1pPr>
            <a:lvl2pPr marL="285750" indent="0">
              <a:lnSpc>
                <a:spcPct val="100000"/>
              </a:lnSpc>
              <a:spcAft>
                <a:spcPts val="200"/>
              </a:spcAft>
              <a:buNone/>
              <a:defRPr sz="1400"/>
            </a:lvl2pPr>
            <a:lvl3pPr marL="628650" indent="0">
              <a:lnSpc>
                <a:spcPct val="100000"/>
              </a:lnSpc>
              <a:spcAft>
                <a:spcPts val="200"/>
              </a:spcAft>
              <a:buNone/>
              <a:defRPr sz="12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33695936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ive gray pillars">
    <p:bg>
      <p:bgPr>
        <a:solidFill>
          <a:schemeClr val="bg1"/>
        </a:solidFill>
        <a:effectLst/>
      </p:bgPr>
    </p:bg>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4ABEDB22-927C-681B-8336-3520375F64EF}"/>
              </a:ext>
            </a:extLst>
          </p:cNvPr>
          <p:cNvSpPr/>
          <p:nvPr userDrawn="1"/>
        </p:nvSpPr>
        <p:spPr>
          <a:xfrm>
            <a:off x="419100"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p:txBody>
          <a:bodyPr/>
          <a:lstStyle/>
          <a:p>
            <a:r>
              <a:rPr lang="en-US" dirty="0"/>
              <a:t>Five-column heading and content layout</a:t>
            </a:r>
          </a:p>
        </p:txBody>
      </p:sp>
      <p:sp>
        <p:nvSpPr>
          <p:cNvPr id="6" name="Text Placeholder 2">
            <a:extLst>
              <a:ext uri="{FF2B5EF4-FFF2-40B4-BE49-F238E27FC236}">
                <a16:creationId xmlns:a16="http://schemas.microsoft.com/office/drawing/2014/main" id="{7D3ED9C0-7057-5BD1-B3CB-9531237D4E9B}"/>
              </a:ext>
            </a:extLst>
          </p:cNvPr>
          <p:cNvSpPr>
            <a:spLocks noGrp="1"/>
          </p:cNvSpPr>
          <p:nvPr>
            <p:ph type="body" idx="1" hasCustomPrompt="1"/>
          </p:nvPr>
        </p:nvSpPr>
        <p:spPr>
          <a:xfrm>
            <a:off x="575323"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7" name="Content Placeholder 3">
            <a:extLst>
              <a:ext uri="{FF2B5EF4-FFF2-40B4-BE49-F238E27FC236}">
                <a16:creationId xmlns:a16="http://schemas.microsoft.com/office/drawing/2014/main" id="{4ECB66F4-9950-EDA4-6C4A-507161342B59}"/>
              </a:ext>
            </a:extLst>
          </p:cNvPr>
          <p:cNvSpPr>
            <a:spLocks noGrp="1"/>
          </p:cNvSpPr>
          <p:nvPr>
            <p:ph sz="half" idx="2" hasCustomPrompt="1"/>
          </p:nvPr>
        </p:nvSpPr>
        <p:spPr>
          <a:xfrm>
            <a:off x="575323"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39" name="Rectangle: Rounded Corners 14">
            <a:extLst>
              <a:ext uri="{FF2B5EF4-FFF2-40B4-BE49-F238E27FC236}">
                <a16:creationId xmlns:a16="http://schemas.microsoft.com/office/drawing/2014/main" id="{8CC344CF-9F34-4255-C1D1-485AA925D274}"/>
              </a:ext>
            </a:extLst>
          </p:cNvPr>
          <p:cNvSpPr/>
          <p:nvPr userDrawn="1"/>
        </p:nvSpPr>
        <p:spPr>
          <a:xfrm>
            <a:off x="9820161"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0" name="Text Placeholder 2">
            <a:extLst>
              <a:ext uri="{FF2B5EF4-FFF2-40B4-BE49-F238E27FC236}">
                <a16:creationId xmlns:a16="http://schemas.microsoft.com/office/drawing/2014/main" id="{046C11E2-5EA5-6D87-9B16-19C349843022}"/>
              </a:ext>
            </a:extLst>
          </p:cNvPr>
          <p:cNvSpPr>
            <a:spLocks noGrp="1"/>
          </p:cNvSpPr>
          <p:nvPr>
            <p:ph type="body" idx="13" hasCustomPrompt="1"/>
          </p:nvPr>
        </p:nvSpPr>
        <p:spPr>
          <a:xfrm>
            <a:off x="9976384"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1" name="Content Placeholder 3">
            <a:extLst>
              <a:ext uri="{FF2B5EF4-FFF2-40B4-BE49-F238E27FC236}">
                <a16:creationId xmlns:a16="http://schemas.microsoft.com/office/drawing/2014/main" id="{D1FC3F53-1623-1501-A88C-393F90744E7A}"/>
              </a:ext>
            </a:extLst>
          </p:cNvPr>
          <p:cNvSpPr>
            <a:spLocks noGrp="1"/>
          </p:cNvSpPr>
          <p:nvPr>
            <p:ph sz="half" idx="14" hasCustomPrompt="1"/>
          </p:nvPr>
        </p:nvSpPr>
        <p:spPr>
          <a:xfrm>
            <a:off x="9976384"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2" name="Rectangle: Rounded Corners 14">
            <a:extLst>
              <a:ext uri="{FF2B5EF4-FFF2-40B4-BE49-F238E27FC236}">
                <a16:creationId xmlns:a16="http://schemas.microsoft.com/office/drawing/2014/main" id="{642EFA99-0CC2-5C0D-F347-C7AF408144AB}"/>
              </a:ext>
            </a:extLst>
          </p:cNvPr>
          <p:cNvSpPr/>
          <p:nvPr userDrawn="1"/>
        </p:nvSpPr>
        <p:spPr>
          <a:xfrm>
            <a:off x="2769365"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3" name="Text Placeholder 2">
            <a:extLst>
              <a:ext uri="{FF2B5EF4-FFF2-40B4-BE49-F238E27FC236}">
                <a16:creationId xmlns:a16="http://schemas.microsoft.com/office/drawing/2014/main" id="{30F172A8-C3C2-BD4A-7CE4-964169DED1BA}"/>
              </a:ext>
            </a:extLst>
          </p:cNvPr>
          <p:cNvSpPr>
            <a:spLocks noGrp="1"/>
          </p:cNvSpPr>
          <p:nvPr>
            <p:ph type="body" idx="15" hasCustomPrompt="1"/>
          </p:nvPr>
        </p:nvSpPr>
        <p:spPr>
          <a:xfrm>
            <a:off x="2925588"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4" name="Content Placeholder 3">
            <a:extLst>
              <a:ext uri="{FF2B5EF4-FFF2-40B4-BE49-F238E27FC236}">
                <a16:creationId xmlns:a16="http://schemas.microsoft.com/office/drawing/2014/main" id="{8606C336-516C-32FA-0769-C71D2F0E48D7}"/>
              </a:ext>
            </a:extLst>
          </p:cNvPr>
          <p:cNvSpPr>
            <a:spLocks noGrp="1"/>
          </p:cNvSpPr>
          <p:nvPr>
            <p:ph sz="half" idx="16" hasCustomPrompt="1"/>
          </p:nvPr>
        </p:nvSpPr>
        <p:spPr>
          <a:xfrm>
            <a:off x="2925588"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5" name="Rectangle: Rounded Corners 14">
            <a:extLst>
              <a:ext uri="{FF2B5EF4-FFF2-40B4-BE49-F238E27FC236}">
                <a16:creationId xmlns:a16="http://schemas.microsoft.com/office/drawing/2014/main" id="{6B8B3E43-F8BC-23C0-CF83-012744622F99}"/>
              </a:ext>
            </a:extLst>
          </p:cNvPr>
          <p:cNvSpPr/>
          <p:nvPr userDrawn="1"/>
        </p:nvSpPr>
        <p:spPr>
          <a:xfrm>
            <a:off x="7469895"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6" name="Text Placeholder 2">
            <a:extLst>
              <a:ext uri="{FF2B5EF4-FFF2-40B4-BE49-F238E27FC236}">
                <a16:creationId xmlns:a16="http://schemas.microsoft.com/office/drawing/2014/main" id="{C576C61F-EF66-C44E-3E7A-C6DD64EA6AEF}"/>
              </a:ext>
            </a:extLst>
          </p:cNvPr>
          <p:cNvSpPr>
            <a:spLocks noGrp="1"/>
          </p:cNvSpPr>
          <p:nvPr>
            <p:ph type="body" idx="17" hasCustomPrompt="1"/>
          </p:nvPr>
        </p:nvSpPr>
        <p:spPr>
          <a:xfrm>
            <a:off x="7626118"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7" name="Content Placeholder 3">
            <a:extLst>
              <a:ext uri="{FF2B5EF4-FFF2-40B4-BE49-F238E27FC236}">
                <a16:creationId xmlns:a16="http://schemas.microsoft.com/office/drawing/2014/main" id="{EE6A360E-3E2D-63BA-610C-462D2E45A3BE}"/>
              </a:ext>
            </a:extLst>
          </p:cNvPr>
          <p:cNvSpPr>
            <a:spLocks noGrp="1"/>
          </p:cNvSpPr>
          <p:nvPr>
            <p:ph sz="half" idx="18" hasCustomPrompt="1"/>
          </p:nvPr>
        </p:nvSpPr>
        <p:spPr>
          <a:xfrm>
            <a:off x="7626118"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48" name="Rectangle: Rounded Corners 14">
            <a:extLst>
              <a:ext uri="{FF2B5EF4-FFF2-40B4-BE49-F238E27FC236}">
                <a16:creationId xmlns:a16="http://schemas.microsoft.com/office/drawing/2014/main" id="{B735E1DD-0BEA-CCF6-0B52-A1883FAA94EE}"/>
              </a:ext>
            </a:extLst>
          </p:cNvPr>
          <p:cNvSpPr/>
          <p:nvPr userDrawn="1"/>
        </p:nvSpPr>
        <p:spPr>
          <a:xfrm>
            <a:off x="5119630" y="1243013"/>
            <a:ext cx="2068606" cy="4967287"/>
          </a:xfrm>
          <a:prstGeom prst="roundRect">
            <a:avLst>
              <a:gd name="adj" fmla="val 648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9" name="Text Placeholder 2">
            <a:extLst>
              <a:ext uri="{FF2B5EF4-FFF2-40B4-BE49-F238E27FC236}">
                <a16:creationId xmlns:a16="http://schemas.microsoft.com/office/drawing/2014/main" id="{DB5206F8-8307-A73A-CE56-CA2FD0EA39D4}"/>
              </a:ext>
            </a:extLst>
          </p:cNvPr>
          <p:cNvSpPr>
            <a:spLocks noGrp="1"/>
          </p:cNvSpPr>
          <p:nvPr>
            <p:ph type="body" idx="19" hasCustomPrompt="1"/>
          </p:nvPr>
        </p:nvSpPr>
        <p:spPr>
          <a:xfrm>
            <a:off x="5275853" y="1485900"/>
            <a:ext cx="1737622" cy="646331"/>
          </a:xfrm>
        </p:spPr>
        <p:txBody>
          <a:bodyPr anchor="t"/>
          <a:lstStyle>
            <a:lvl1pPr marL="0" indent="0" algn="ctr">
              <a:lnSpc>
                <a:spcPct val="100000"/>
              </a:lnSpc>
              <a:spcAft>
                <a:spcPts val="0"/>
              </a:spcAft>
              <a:buNone/>
              <a:defRPr sz="1800" b="1">
                <a:solidFill>
                  <a:schemeClr val="accent1">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50" name="Content Placeholder 3">
            <a:extLst>
              <a:ext uri="{FF2B5EF4-FFF2-40B4-BE49-F238E27FC236}">
                <a16:creationId xmlns:a16="http://schemas.microsoft.com/office/drawing/2014/main" id="{DC6D66F0-02D3-2ADC-1C08-571FA4466C3F}"/>
              </a:ext>
            </a:extLst>
          </p:cNvPr>
          <p:cNvSpPr>
            <a:spLocks noGrp="1"/>
          </p:cNvSpPr>
          <p:nvPr>
            <p:ph sz="half" idx="20" hasCustomPrompt="1"/>
          </p:nvPr>
        </p:nvSpPr>
        <p:spPr>
          <a:xfrm>
            <a:off x="5275853" y="2351314"/>
            <a:ext cx="1737622" cy="1138773"/>
          </a:xfrm>
        </p:spPr>
        <p:txBody>
          <a:bodyPr/>
          <a:lstStyle>
            <a:lvl1pPr marL="0" indent="0">
              <a:lnSpc>
                <a:spcPct val="100000"/>
              </a:lnSpc>
              <a:buNone/>
              <a:defRPr sz="1800"/>
            </a:lvl1pPr>
            <a:lvl2pPr marL="285750" indent="0">
              <a:lnSpc>
                <a:spcPct val="100000"/>
              </a:lnSpc>
              <a:buNone/>
              <a:defRPr sz="1600"/>
            </a:lvl2pPr>
            <a:lvl3pPr marL="628650" indent="0">
              <a:lnSpc>
                <a:spcPct val="100000"/>
              </a:lnSpc>
              <a:buNone/>
              <a:defRPr sz="1400"/>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Tree>
    <p:extLst>
      <p:ext uri="{BB962C8B-B14F-4D97-AF65-F5344CB8AC3E}">
        <p14:creationId xmlns:p14="http://schemas.microsoft.com/office/powerpoint/2010/main" val="4404414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ive pillar w cicle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C956-3E02-F312-E193-87E518E75B42}"/>
              </a:ext>
            </a:extLst>
          </p:cNvPr>
          <p:cNvSpPr>
            <a:spLocks noGrp="1"/>
          </p:cNvSpPr>
          <p:nvPr>
            <p:ph type="title" hasCustomPrompt="1"/>
          </p:nvPr>
        </p:nvSpPr>
        <p:spPr>
          <a:xfrm>
            <a:off x="419100" y="345625"/>
            <a:ext cx="11430000" cy="638175"/>
          </a:xfrm>
        </p:spPr>
        <p:txBody>
          <a:bodyPr/>
          <a:lstStyle/>
          <a:p>
            <a:r>
              <a:rPr lang="en-US" dirty="0"/>
              <a:t>Five-column circular icon, heading, and content layout</a:t>
            </a:r>
          </a:p>
        </p:txBody>
      </p:sp>
      <p:cxnSp>
        <p:nvCxnSpPr>
          <p:cNvPr id="46" name="Straight Connector 45">
            <a:extLst>
              <a:ext uri="{FF2B5EF4-FFF2-40B4-BE49-F238E27FC236}">
                <a16:creationId xmlns:a16="http://schemas.microsoft.com/office/drawing/2014/main" id="{392505C8-3896-8478-1235-5A420A519E93}"/>
              </a:ext>
            </a:extLst>
          </p:cNvPr>
          <p:cNvCxnSpPr>
            <a:cxnSpLocks/>
          </p:cNvCxnSpPr>
          <p:nvPr userDrawn="1"/>
        </p:nvCxnSpPr>
        <p:spPr>
          <a:xfrm>
            <a:off x="381000" y="3541503"/>
            <a:ext cx="11430000" cy="0"/>
          </a:xfrm>
          <a:prstGeom prst="line">
            <a:avLst/>
          </a:prstGeom>
          <a:ln w="19050" cap="rnd">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91210B6-BA45-E02E-5EDA-A5720EB468A7}"/>
              </a:ext>
            </a:extLst>
          </p:cNvPr>
          <p:cNvSpPr/>
          <p:nvPr userDrawn="1"/>
        </p:nvSpPr>
        <p:spPr>
          <a:xfrm>
            <a:off x="680641"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18" name="Picture Placeholder 12">
            <a:extLst>
              <a:ext uri="{FF2B5EF4-FFF2-40B4-BE49-F238E27FC236}">
                <a16:creationId xmlns:a16="http://schemas.microsoft.com/office/drawing/2014/main" id="{0C272F88-F183-6492-2FC6-B544D29E2BA8}"/>
              </a:ext>
            </a:extLst>
          </p:cNvPr>
          <p:cNvSpPr>
            <a:spLocks noGrp="1"/>
          </p:cNvSpPr>
          <p:nvPr>
            <p:ph type="pic" sz="quarter" idx="33" hasCustomPrompt="1"/>
          </p:nvPr>
        </p:nvSpPr>
        <p:spPr>
          <a:xfrm>
            <a:off x="690166"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19" name="Oval 18">
            <a:extLst>
              <a:ext uri="{FF2B5EF4-FFF2-40B4-BE49-F238E27FC236}">
                <a16:creationId xmlns:a16="http://schemas.microsoft.com/office/drawing/2014/main" id="{342E6A1B-8278-4A63-B26C-C0E96D478D13}"/>
              </a:ext>
            </a:extLst>
          </p:cNvPr>
          <p:cNvSpPr/>
          <p:nvPr userDrawn="1"/>
        </p:nvSpPr>
        <p:spPr>
          <a:xfrm>
            <a:off x="3032467"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20" name="Picture Placeholder 12">
            <a:extLst>
              <a:ext uri="{FF2B5EF4-FFF2-40B4-BE49-F238E27FC236}">
                <a16:creationId xmlns:a16="http://schemas.microsoft.com/office/drawing/2014/main" id="{CB363CF5-B1B6-F5BA-1AB9-EBCAEBC5DA3B}"/>
              </a:ext>
            </a:extLst>
          </p:cNvPr>
          <p:cNvSpPr>
            <a:spLocks noGrp="1"/>
          </p:cNvSpPr>
          <p:nvPr>
            <p:ph type="pic" sz="quarter" idx="34" hasCustomPrompt="1"/>
          </p:nvPr>
        </p:nvSpPr>
        <p:spPr>
          <a:xfrm>
            <a:off x="3041992"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21" name="Oval 20">
            <a:extLst>
              <a:ext uri="{FF2B5EF4-FFF2-40B4-BE49-F238E27FC236}">
                <a16:creationId xmlns:a16="http://schemas.microsoft.com/office/drawing/2014/main" id="{2592E17C-3558-F608-BBB0-FE3B918F382B}"/>
              </a:ext>
            </a:extLst>
          </p:cNvPr>
          <p:cNvSpPr/>
          <p:nvPr userDrawn="1"/>
        </p:nvSpPr>
        <p:spPr>
          <a:xfrm>
            <a:off x="5384293"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1" name="Picture Placeholder 12">
            <a:extLst>
              <a:ext uri="{FF2B5EF4-FFF2-40B4-BE49-F238E27FC236}">
                <a16:creationId xmlns:a16="http://schemas.microsoft.com/office/drawing/2014/main" id="{7BB94B14-FF37-028A-EF00-3618695FEA70}"/>
              </a:ext>
            </a:extLst>
          </p:cNvPr>
          <p:cNvSpPr>
            <a:spLocks noGrp="1"/>
          </p:cNvSpPr>
          <p:nvPr>
            <p:ph type="pic" sz="quarter" idx="35" hasCustomPrompt="1"/>
          </p:nvPr>
        </p:nvSpPr>
        <p:spPr>
          <a:xfrm>
            <a:off x="5393818"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2" name="Oval 31">
            <a:extLst>
              <a:ext uri="{FF2B5EF4-FFF2-40B4-BE49-F238E27FC236}">
                <a16:creationId xmlns:a16="http://schemas.microsoft.com/office/drawing/2014/main" id="{22775533-567B-2EC2-C299-79C30121011C}"/>
              </a:ext>
            </a:extLst>
          </p:cNvPr>
          <p:cNvSpPr/>
          <p:nvPr userDrawn="1"/>
        </p:nvSpPr>
        <p:spPr>
          <a:xfrm>
            <a:off x="7736118"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3" name="Picture Placeholder 12">
            <a:extLst>
              <a:ext uri="{FF2B5EF4-FFF2-40B4-BE49-F238E27FC236}">
                <a16:creationId xmlns:a16="http://schemas.microsoft.com/office/drawing/2014/main" id="{D20E0605-C5AA-DDDB-7091-C45149DB3C18}"/>
              </a:ext>
            </a:extLst>
          </p:cNvPr>
          <p:cNvSpPr>
            <a:spLocks noGrp="1"/>
          </p:cNvSpPr>
          <p:nvPr>
            <p:ph type="pic" sz="quarter" idx="36" hasCustomPrompt="1"/>
          </p:nvPr>
        </p:nvSpPr>
        <p:spPr>
          <a:xfrm>
            <a:off x="7745643"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4" name="Oval 33">
            <a:extLst>
              <a:ext uri="{FF2B5EF4-FFF2-40B4-BE49-F238E27FC236}">
                <a16:creationId xmlns:a16="http://schemas.microsoft.com/office/drawing/2014/main" id="{E2706883-016F-51F4-5F05-871887CCE838}"/>
              </a:ext>
            </a:extLst>
          </p:cNvPr>
          <p:cNvSpPr/>
          <p:nvPr userDrawn="1"/>
        </p:nvSpPr>
        <p:spPr>
          <a:xfrm>
            <a:off x="10087943" y="1702210"/>
            <a:ext cx="1499616" cy="1499616"/>
          </a:xfrm>
          <a:prstGeom prst="ellipse">
            <a:avLst/>
          </a:prstGeom>
          <a:solidFill>
            <a:schemeClr val="bg1"/>
          </a:solidFill>
          <a:ln w="25400">
            <a:gradFill>
              <a:gsLst>
                <a:gs pos="0">
                  <a:schemeClr val="accent6"/>
                </a:gs>
                <a:gs pos="100000">
                  <a:schemeClr val="accent3"/>
                </a:gs>
                <a:gs pos="3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5" name="Picture Placeholder 12">
            <a:extLst>
              <a:ext uri="{FF2B5EF4-FFF2-40B4-BE49-F238E27FC236}">
                <a16:creationId xmlns:a16="http://schemas.microsoft.com/office/drawing/2014/main" id="{2C859758-47DC-216A-0239-1927A94ED4B8}"/>
              </a:ext>
            </a:extLst>
          </p:cNvPr>
          <p:cNvSpPr>
            <a:spLocks noGrp="1"/>
          </p:cNvSpPr>
          <p:nvPr>
            <p:ph type="pic" sz="quarter" idx="37" hasCustomPrompt="1"/>
          </p:nvPr>
        </p:nvSpPr>
        <p:spPr>
          <a:xfrm>
            <a:off x="10097468" y="1711735"/>
            <a:ext cx="1480566" cy="1480566"/>
          </a:xfrm>
          <a:prstGeom prst="ellipse">
            <a:avLst/>
          </a:prstGeom>
        </p:spPr>
        <p:txBody>
          <a:bodyPr>
            <a:noAutofit/>
          </a:bodyPr>
          <a:lstStyle>
            <a:lvl1pPr marL="0" indent="0">
              <a:buNone/>
              <a:defRPr sz="1400"/>
            </a:lvl1pPr>
          </a:lstStyle>
          <a:p>
            <a:r>
              <a:rPr lang="en-US" dirty="0"/>
              <a:t>Click icon to add image</a:t>
            </a:r>
          </a:p>
        </p:txBody>
      </p:sp>
      <p:sp>
        <p:nvSpPr>
          <p:cNvPr id="36" name="Text Placeholder 2">
            <a:extLst>
              <a:ext uri="{FF2B5EF4-FFF2-40B4-BE49-F238E27FC236}">
                <a16:creationId xmlns:a16="http://schemas.microsoft.com/office/drawing/2014/main" id="{A61840EB-CA45-4476-A575-305742C04D5E}"/>
              </a:ext>
            </a:extLst>
          </p:cNvPr>
          <p:cNvSpPr>
            <a:spLocks noGrp="1"/>
          </p:cNvSpPr>
          <p:nvPr>
            <p:ph type="body" idx="1" hasCustomPrompt="1"/>
          </p:nvPr>
        </p:nvSpPr>
        <p:spPr>
          <a:xfrm>
            <a:off x="419100"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37" name="Text Placeholder 12">
            <a:extLst>
              <a:ext uri="{FF2B5EF4-FFF2-40B4-BE49-F238E27FC236}">
                <a16:creationId xmlns:a16="http://schemas.microsoft.com/office/drawing/2014/main" id="{F46AA240-F079-4F03-A441-6CF63BB3C4C5}"/>
              </a:ext>
            </a:extLst>
          </p:cNvPr>
          <p:cNvSpPr>
            <a:spLocks noGrp="1"/>
          </p:cNvSpPr>
          <p:nvPr>
            <p:ph type="body" sz="quarter" idx="14" hasCustomPrompt="1"/>
          </p:nvPr>
        </p:nvSpPr>
        <p:spPr>
          <a:xfrm>
            <a:off x="419100"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38" name="Text Placeholder 2">
            <a:extLst>
              <a:ext uri="{FF2B5EF4-FFF2-40B4-BE49-F238E27FC236}">
                <a16:creationId xmlns:a16="http://schemas.microsoft.com/office/drawing/2014/main" id="{E7E5C9DE-D23F-49F3-96BC-C60ACF46E0C1}"/>
              </a:ext>
            </a:extLst>
          </p:cNvPr>
          <p:cNvSpPr>
            <a:spLocks noGrp="1"/>
          </p:cNvSpPr>
          <p:nvPr>
            <p:ph type="body" idx="15" hasCustomPrompt="1"/>
          </p:nvPr>
        </p:nvSpPr>
        <p:spPr>
          <a:xfrm>
            <a:off x="2770926"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39" name="Text Placeholder 12">
            <a:extLst>
              <a:ext uri="{FF2B5EF4-FFF2-40B4-BE49-F238E27FC236}">
                <a16:creationId xmlns:a16="http://schemas.microsoft.com/office/drawing/2014/main" id="{1C81B28B-812F-4663-BD93-13B40FE882E5}"/>
              </a:ext>
            </a:extLst>
          </p:cNvPr>
          <p:cNvSpPr>
            <a:spLocks noGrp="1"/>
          </p:cNvSpPr>
          <p:nvPr>
            <p:ph type="body" sz="quarter" idx="16" hasCustomPrompt="1"/>
          </p:nvPr>
        </p:nvSpPr>
        <p:spPr>
          <a:xfrm>
            <a:off x="2770926"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40" name="Text Placeholder 2">
            <a:extLst>
              <a:ext uri="{FF2B5EF4-FFF2-40B4-BE49-F238E27FC236}">
                <a16:creationId xmlns:a16="http://schemas.microsoft.com/office/drawing/2014/main" id="{5D04C760-1572-4A79-808D-BA447ABF8BA8}"/>
              </a:ext>
            </a:extLst>
          </p:cNvPr>
          <p:cNvSpPr>
            <a:spLocks noGrp="1"/>
          </p:cNvSpPr>
          <p:nvPr>
            <p:ph type="body" idx="17" hasCustomPrompt="1"/>
          </p:nvPr>
        </p:nvSpPr>
        <p:spPr>
          <a:xfrm>
            <a:off x="5122752"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1" name="Text Placeholder 12">
            <a:extLst>
              <a:ext uri="{FF2B5EF4-FFF2-40B4-BE49-F238E27FC236}">
                <a16:creationId xmlns:a16="http://schemas.microsoft.com/office/drawing/2014/main" id="{3E67BEEA-32C4-4A2D-A8CB-3EB33914A811}"/>
              </a:ext>
            </a:extLst>
          </p:cNvPr>
          <p:cNvSpPr>
            <a:spLocks noGrp="1"/>
          </p:cNvSpPr>
          <p:nvPr>
            <p:ph type="body" sz="quarter" idx="18" hasCustomPrompt="1"/>
          </p:nvPr>
        </p:nvSpPr>
        <p:spPr>
          <a:xfrm>
            <a:off x="5122751"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42" name="Text Placeholder 2">
            <a:extLst>
              <a:ext uri="{FF2B5EF4-FFF2-40B4-BE49-F238E27FC236}">
                <a16:creationId xmlns:a16="http://schemas.microsoft.com/office/drawing/2014/main" id="{65D2E243-576F-406C-8D8E-E9BF143543CC}"/>
              </a:ext>
            </a:extLst>
          </p:cNvPr>
          <p:cNvSpPr>
            <a:spLocks noGrp="1"/>
          </p:cNvSpPr>
          <p:nvPr>
            <p:ph type="body" idx="19" hasCustomPrompt="1"/>
          </p:nvPr>
        </p:nvSpPr>
        <p:spPr>
          <a:xfrm>
            <a:off x="7474577"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3" name="Text Placeholder 12">
            <a:extLst>
              <a:ext uri="{FF2B5EF4-FFF2-40B4-BE49-F238E27FC236}">
                <a16:creationId xmlns:a16="http://schemas.microsoft.com/office/drawing/2014/main" id="{0296E8C2-919C-415F-BCA6-1846B3787E98}"/>
              </a:ext>
            </a:extLst>
          </p:cNvPr>
          <p:cNvSpPr>
            <a:spLocks noGrp="1"/>
          </p:cNvSpPr>
          <p:nvPr>
            <p:ph type="body" sz="quarter" idx="20" hasCustomPrompt="1"/>
          </p:nvPr>
        </p:nvSpPr>
        <p:spPr>
          <a:xfrm>
            <a:off x="7474576"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
        <p:nvSpPr>
          <p:cNvPr id="44" name="Text Placeholder 2">
            <a:extLst>
              <a:ext uri="{FF2B5EF4-FFF2-40B4-BE49-F238E27FC236}">
                <a16:creationId xmlns:a16="http://schemas.microsoft.com/office/drawing/2014/main" id="{CC16E155-7D50-49B0-9A50-F32B0018062B}"/>
              </a:ext>
            </a:extLst>
          </p:cNvPr>
          <p:cNvSpPr>
            <a:spLocks noGrp="1"/>
          </p:cNvSpPr>
          <p:nvPr>
            <p:ph type="body" idx="21" hasCustomPrompt="1"/>
          </p:nvPr>
        </p:nvSpPr>
        <p:spPr>
          <a:xfrm>
            <a:off x="9826402" y="3951893"/>
            <a:ext cx="2022698" cy="590931"/>
          </a:xfrm>
        </p:spPr>
        <p:txBody>
          <a:bodyPr anchor="ctr"/>
          <a:lstStyle>
            <a:lvl1pPr marL="0" indent="0" algn="ctr">
              <a:buNone/>
              <a:defRPr sz="1800" b="1" i="0">
                <a:solidFill>
                  <a:schemeClr val="accent1">
                    <a:lumMod val="40000"/>
                    <a:lumOff val="60000"/>
                  </a:schemeClr>
                </a:solidFill>
                <a:latin typeface="+mn-lt"/>
                <a:ea typeface="Amazon Ember Display Medium" panose="020F0603020204020204" pitchFamily="34" charset="0"/>
                <a:cs typeface="Amazon Ember Display Medium"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5" name="Text Placeholder 12">
            <a:extLst>
              <a:ext uri="{FF2B5EF4-FFF2-40B4-BE49-F238E27FC236}">
                <a16:creationId xmlns:a16="http://schemas.microsoft.com/office/drawing/2014/main" id="{D472FAF7-29BD-4AB3-8850-1FC1EC028545}"/>
              </a:ext>
            </a:extLst>
          </p:cNvPr>
          <p:cNvSpPr>
            <a:spLocks noGrp="1"/>
          </p:cNvSpPr>
          <p:nvPr>
            <p:ph type="body" sz="quarter" idx="22" hasCustomPrompt="1"/>
          </p:nvPr>
        </p:nvSpPr>
        <p:spPr>
          <a:xfrm>
            <a:off x="9826402" y="4575352"/>
            <a:ext cx="2022698" cy="307777"/>
          </a:xfrm>
        </p:spPr>
        <p:txBody>
          <a:bodyPr anchor="t"/>
          <a:lstStyle>
            <a:lvl1pPr marL="0" indent="0" algn="ctr">
              <a:lnSpc>
                <a:spcPct val="100000"/>
              </a:lnSpc>
              <a:buNone/>
              <a:defRPr lang="en-US" sz="1400" kern="1200" dirty="0">
                <a:solidFill>
                  <a:schemeClr val="tx1"/>
                </a:solidFill>
                <a:latin typeface="+mn-lt"/>
                <a:ea typeface="+mn-ea"/>
                <a:cs typeface="+mn-cs"/>
              </a:defRPr>
            </a:lvl1pPr>
            <a:lvl2pPr marL="228600" indent="0">
              <a:buNone/>
              <a:defRPr/>
            </a:lvl2pPr>
            <a:lvl3pPr marL="457200" indent="0">
              <a:buNone/>
              <a:defRPr/>
            </a:lvl3pPr>
            <a:lvl4pPr marL="685800" indent="0">
              <a:buNone/>
              <a:defRPr/>
            </a:lvl4pPr>
            <a:lvl5pPr marL="685800" indent="0">
              <a:buNone/>
              <a:defRPr/>
            </a:lvl5pPr>
          </a:lstStyle>
          <a:p>
            <a:pPr lvl="0"/>
            <a:r>
              <a:rPr lang="en-US" dirty="0"/>
              <a:t>Click to add text</a:t>
            </a:r>
          </a:p>
        </p:txBody>
      </p:sp>
    </p:spTree>
    <p:extLst>
      <p:ext uri="{BB962C8B-B14F-4D97-AF65-F5344CB8AC3E}">
        <p14:creationId xmlns:p14="http://schemas.microsoft.com/office/powerpoint/2010/main" val="30662001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Use Cases: Check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20522-A404-51AF-CFF1-17EC831B73BB}"/>
              </a:ext>
            </a:extLst>
          </p:cNvPr>
          <p:cNvSpPr>
            <a:spLocks noGrp="1"/>
          </p:cNvSpPr>
          <p:nvPr>
            <p:ph type="title" hasCustomPrompt="1"/>
          </p:nvPr>
        </p:nvSpPr>
        <p:spPr/>
        <p:txBody>
          <a:bodyPr/>
          <a:lstStyle>
            <a:lvl1pPr>
              <a:defRPr/>
            </a:lvl1pPr>
          </a:lstStyle>
          <a:p>
            <a:r>
              <a:rPr lang="en-US" dirty="0"/>
              <a:t>Top use cases</a:t>
            </a:r>
          </a:p>
        </p:txBody>
      </p:sp>
      <p:sp>
        <p:nvSpPr>
          <p:cNvPr id="10" name="Text Placeholder 9">
            <a:extLst>
              <a:ext uri="{FF2B5EF4-FFF2-40B4-BE49-F238E27FC236}">
                <a16:creationId xmlns:a16="http://schemas.microsoft.com/office/drawing/2014/main" id="{085FC429-B813-BCF9-75C9-C157797DC654}"/>
              </a:ext>
            </a:extLst>
          </p:cNvPr>
          <p:cNvSpPr>
            <a:spLocks noGrp="1"/>
          </p:cNvSpPr>
          <p:nvPr>
            <p:ph type="body" sz="quarter" idx="11" hasCustomPrompt="1"/>
          </p:nvPr>
        </p:nvSpPr>
        <p:spPr>
          <a:xfrm>
            <a:off x="1292095" y="137934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1" name="Text Placeholder 9">
            <a:extLst>
              <a:ext uri="{FF2B5EF4-FFF2-40B4-BE49-F238E27FC236}">
                <a16:creationId xmlns:a16="http://schemas.microsoft.com/office/drawing/2014/main" id="{D3BBFC18-52EB-E076-6D1C-E46A644C2D6D}"/>
              </a:ext>
            </a:extLst>
          </p:cNvPr>
          <p:cNvSpPr>
            <a:spLocks noGrp="1"/>
          </p:cNvSpPr>
          <p:nvPr>
            <p:ph type="body" sz="quarter" idx="12" hasCustomPrompt="1"/>
          </p:nvPr>
        </p:nvSpPr>
        <p:spPr>
          <a:xfrm>
            <a:off x="1292095" y="230732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2" name="Text Placeholder 9">
            <a:extLst>
              <a:ext uri="{FF2B5EF4-FFF2-40B4-BE49-F238E27FC236}">
                <a16:creationId xmlns:a16="http://schemas.microsoft.com/office/drawing/2014/main" id="{7CB3671D-B64E-F549-5A9E-5C888A90A543}"/>
              </a:ext>
            </a:extLst>
          </p:cNvPr>
          <p:cNvSpPr>
            <a:spLocks noGrp="1"/>
          </p:cNvSpPr>
          <p:nvPr>
            <p:ph type="body" sz="quarter" idx="13" hasCustomPrompt="1"/>
          </p:nvPr>
        </p:nvSpPr>
        <p:spPr>
          <a:xfrm>
            <a:off x="1292095" y="323530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3" name="Text Placeholder 9">
            <a:extLst>
              <a:ext uri="{FF2B5EF4-FFF2-40B4-BE49-F238E27FC236}">
                <a16:creationId xmlns:a16="http://schemas.microsoft.com/office/drawing/2014/main" id="{B9D0BBA1-AF91-1A1E-E1D3-5679BA150445}"/>
              </a:ext>
            </a:extLst>
          </p:cNvPr>
          <p:cNvSpPr>
            <a:spLocks noGrp="1"/>
          </p:cNvSpPr>
          <p:nvPr>
            <p:ph type="body" sz="quarter" idx="14" hasCustomPrompt="1"/>
          </p:nvPr>
        </p:nvSpPr>
        <p:spPr>
          <a:xfrm>
            <a:off x="1292095" y="4163282"/>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sp>
        <p:nvSpPr>
          <p:cNvPr id="14" name="Text Placeholder 9">
            <a:extLst>
              <a:ext uri="{FF2B5EF4-FFF2-40B4-BE49-F238E27FC236}">
                <a16:creationId xmlns:a16="http://schemas.microsoft.com/office/drawing/2014/main" id="{3F64019A-9444-E8BF-5E93-A4522E7A60F7}"/>
              </a:ext>
            </a:extLst>
          </p:cNvPr>
          <p:cNvSpPr>
            <a:spLocks noGrp="1"/>
          </p:cNvSpPr>
          <p:nvPr>
            <p:ph type="body" sz="quarter" idx="15" hasCustomPrompt="1"/>
          </p:nvPr>
        </p:nvSpPr>
        <p:spPr>
          <a:xfrm>
            <a:off x="1292095" y="5091261"/>
            <a:ext cx="8680578" cy="480131"/>
          </a:xfrm>
        </p:spPr>
        <p:txBody>
          <a:bodyPr/>
          <a:lstStyle>
            <a:lvl1pPr marL="0" indent="0">
              <a:buNone/>
              <a:defRPr sz="2800"/>
            </a:lvl1pPr>
            <a:lvl2pPr marL="228600" indent="0">
              <a:buNone/>
              <a:defRPr/>
            </a:lvl2pPr>
            <a:lvl3pPr marL="231775" indent="0">
              <a:buNone/>
              <a:defRPr/>
            </a:lvl3pPr>
            <a:lvl4pPr marL="685800" indent="0">
              <a:buNone/>
              <a:defRPr/>
            </a:lvl4pPr>
            <a:lvl5pPr marL="685800" indent="0">
              <a:buNone/>
              <a:defRPr/>
            </a:lvl5pPr>
          </a:lstStyle>
          <a:p>
            <a:pPr lvl="0"/>
            <a:r>
              <a:rPr lang="en-US" dirty="0"/>
              <a:t>Use case example</a:t>
            </a:r>
          </a:p>
        </p:txBody>
      </p:sp>
      <p:grpSp>
        <p:nvGrpSpPr>
          <p:cNvPr id="15" name="Group 14">
            <a:extLst>
              <a:ext uri="{FF2B5EF4-FFF2-40B4-BE49-F238E27FC236}">
                <a16:creationId xmlns:a16="http://schemas.microsoft.com/office/drawing/2014/main" id="{ABA4AED8-3593-E3C7-2A53-260D635D2991}"/>
              </a:ext>
            </a:extLst>
          </p:cNvPr>
          <p:cNvGrpSpPr/>
          <p:nvPr userDrawn="1"/>
        </p:nvGrpSpPr>
        <p:grpSpPr>
          <a:xfrm>
            <a:off x="419100" y="1348973"/>
            <a:ext cx="500896" cy="500896"/>
            <a:chOff x="1422185" y="1579726"/>
            <a:chExt cx="1060908" cy="1060908"/>
          </a:xfrm>
        </p:grpSpPr>
        <p:sp>
          <p:nvSpPr>
            <p:cNvPr id="16" name="Oval 15">
              <a:extLst>
                <a:ext uri="{FF2B5EF4-FFF2-40B4-BE49-F238E27FC236}">
                  <a16:creationId xmlns:a16="http://schemas.microsoft.com/office/drawing/2014/main" id="{3618912E-8CB2-EBA1-BF5E-D8B09770FBE5}"/>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17" name="Graphic 11" descr="Checkmark">
              <a:extLst>
                <a:ext uri="{FF2B5EF4-FFF2-40B4-BE49-F238E27FC236}">
                  <a16:creationId xmlns:a16="http://schemas.microsoft.com/office/drawing/2014/main" id="{CCDD29EF-8274-7675-1C6B-D7191DC5057D}"/>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18" name="Group 17">
            <a:extLst>
              <a:ext uri="{FF2B5EF4-FFF2-40B4-BE49-F238E27FC236}">
                <a16:creationId xmlns:a16="http://schemas.microsoft.com/office/drawing/2014/main" id="{7A1AC6BF-DFAD-25C7-5DA6-A04D4B214AB7}"/>
              </a:ext>
            </a:extLst>
          </p:cNvPr>
          <p:cNvGrpSpPr/>
          <p:nvPr userDrawn="1"/>
        </p:nvGrpSpPr>
        <p:grpSpPr>
          <a:xfrm>
            <a:off x="419100" y="5051130"/>
            <a:ext cx="500896" cy="500896"/>
            <a:chOff x="1422185" y="1579726"/>
            <a:chExt cx="1060908" cy="1060908"/>
          </a:xfrm>
        </p:grpSpPr>
        <p:sp>
          <p:nvSpPr>
            <p:cNvPr id="19" name="Oval 18">
              <a:extLst>
                <a:ext uri="{FF2B5EF4-FFF2-40B4-BE49-F238E27FC236}">
                  <a16:creationId xmlns:a16="http://schemas.microsoft.com/office/drawing/2014/main" id="{411F1EE3-D550-D3BF-7081-9F669CBBA0DE}"/>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0" name="Graphic 11" descr="Checkmark">
              <a:extLst>
                <a:ext uri="{FF2B5EF4-FFF2-40B4-BE49-F238E27FC236}">
                  <a16:creationId xmlns:a16="http://schemas.microsoft.com/office/drawing/2014/main" id="{8BD184F8-E9C2-7453-DA91-BAD0A7991E80}"/>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21" name="Group 20">
            <a:extLst>
              <a:ext uri="{FF2B5EF4-FFF2-40B4-BE49-F238E27FC236}">
                <a16:creationId xmlns:a16="http://schemas.microsoft.com/office/drawing/2014/main" id="{713D8B05-C7A4-BDFB-71FB-DB6E8D363004}"/>
              </a:ext>
            </a:extLst>
          </p:cNvPr>
          <p:cNvGrpSpPr/>
          <p:nvPr userDrawn="1"/>
        </p:nvGrpSpPr>
        <p:grpSpPr>
          <a:xfrm>
            <a:off x="419100" y="2274512"/>
            <a:ext cx="500896" cy="500896"/>
            <a:chOff x="1422185" y="1579726"/>
            <a:chExt cx="1060908" cy="1060908"/>
          </a:xfrm>
        </p:grpSpPr>
        <p:sp>
          <p:nvSpPr>
            <p:cNvPr id="22" name="Oval 21">
              <a:extLst>
                <a:ext uri="{FF2B5EF4-FFF2-40B4-BE49-F238E27FC236}">
                  <a16:creationId xmlns:a16="http://schemas.microsoft.com/office/drawing/2014/main" id="{AD75B61B-43C2-985D-7848-853DE066F942}"/>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3" name="Graphic 11" descr="Checkmark">
              <a:extLst>
                <a:ext uri="{FF2B5EF4-FFF2-40B4-BE49-F238E27FC236}">
                  <a16:creationId xmlns:a16="http://schemas.microsoft.com/office/drawing/2014/main" id="{20BB3EDD-F074-A059-65DA-76E08F7F930A}"/>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24" name="Group 23">
            <a:extLst>
              <a:ext uri="{FF2B5EF4-FFF2-40B4-BE49-F238E27FC236}">
                <a16:creationId xmlns:a16="http://schemas.microsoft.com/office/drawing/2014/main" id="{C296B3C4-799E-A1BC-64ED-B47549F74A98}"/>
              </a:ext>
            </a:extLst>
          </p:cNvPr>
          <p:cNvGrpSpPr/>
          <p:nvPr userDrawn="1"/>
        </p:nvGrpSpPr>
        <p:grpSpPr>
          <a:xfrm>
            <a:off x="419100" y="3200051"/>
            <a:ext cx="500896" cy="500896"/>
            <a:chOff x="1422185" y="1579726"/>
            <a:chExt cx="1060908" cy="1060908"/>
          </a:xfrm>
        </p:grpSpPr>
        <p:sp>
          <p:nvSpPr>
            <p:cNvPr id="25" name="Oval 24">
              <a:extLst>
                <a:ext uri="{FF2B5EF4-FFF2-40B4-BE49-F238E27FC236}">
                  <a16:creationId xmlns:a16="http://schemas.microsoft.com/office/drawing/2014/main" id="{4B7C98C4-C117-E862-FA3E-BA77D9F8D1B2}"/>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6" name="Graphic 11" descr="Checkmark">
              <a:extLst>
                <a:ext uri="{FF2B5EF4-FFF2-40B4-BE49-F238E27FC236}">
                  <a16:creationId xmlns:a16="http://schemas.microsoft.com/office/drawing/2014/main" id="{C6350DE8-4421-83D9-510C-331150A1D759}"/>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27" name="Group 26">
            <a:extLst>
              <a:ext uri="{FF2B5EF4-FFF2-40B4-BE49-F238E27FC236}">
                <a16:creationId xmlns:a16="http://schemas.microsoft.com/office/drawing/2014/main" id="{5FE5288D-8C63-E6FE-4635-36BF83D49C12}"/>
              </a:ext>
            </a:extLst>
          </p:cNvPr>
          <p:cNvGrpSpPr/>
          <p:nvPr userDrawn="1"/>
        </p:nvGrpSpPr>
        <p:grpSpPr>
          <a:xfrm>
            <a:off x="419100" y="4125590"/>
            <a:ext cx="500896" cy="500896"/>
            <a:chOff x="1422185" y="1579726"/>
            <a:chExt cx="1060908" cy="1060908"/>
          </a:xfrm>
        </p:grpSpPr>
        <p:sp>
          <p:nvSpPr>
            <p:cNvPr id="28" name="Oval 27">
              <a:extLst>
                <a:ext uri="{FF2B5EF4-FFF2-40B4-BE49-F238E27FC236}">
                  <a16:creationId xmlns:a16="http://schemas.microsoft.com/office/drawing/2014/main" id="{66897C27-D305-EDB8-2AC4-1E6D2BFF093E}"/>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29" name="Graphic 11" descr="Checkmark">
              <a:extLst>
                <a:ext uri="{FF2B5EF4-FFF2-40B4-BE49-F238E27FC236}">
                  <a16:creationId xmlns:a16="http://schemas.microsoft.com/office/drawing/2014/main" id="{DD39B85B-97F3-8601-DA52-44014F4078DB}"/>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spTree>
    <p:extLst>
      <p:ext uri="{BB962C8B-B14F-4D97-AF65-F5344CB8AC3E}">
        <p14:creationId xmlns:p14="http://schemas.microsoft.com/office/powerpoint/2010/main" val="4082444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Use Cases: Boxes">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E2C34B5-D06C-94FE-F897-148C726A84FA}"/>
              </a:ext>
            </a:extLst>
          </p:cNvPr>
          <p:cNvGrpSpPr>
            <a:grpSpLocks noChangeAspect="1"/>
          </p:cNvGrpSpPr>
          <p:nvPr userDrawn="1"/>
        </p:nvGrpSpPr>
        <p:grpSpPr>
          <a:xfrm>
            <a:off x="1905767" y="1388537"/>
            <a:ext cx="1097280" cy="1097280"/>
            <a:chOff x="1422185" y="1579726"/>
            <a:chExt cx="1060908" cy="1060908"/>
          </a:xfrm>
        </p:grpSpPr>
        <p:sp>
          <p:nvSpPr>
            <p:cNvPr id="6" name="Oval 5">
              <a:extLst>
                <a:ext uri="{FF2B5EF4-FFF2-40B4-BE49-F238E27FC236}">
                  <a16:creationId xmlns:a16="http://schemas.microsoft.com/office/drawing/2014/main" id="{2D059D62-2921-A8C9-B6E8-4C37D013E9B4}"/>
                </a:ext>
              </a:extLst>
            </p:cNvPr>
            <p:cNvSpPr/>
            <p:nvPr userDrawn="1"/>
          </p:nvSpPr>
          <p:spPr>
            <a:xfrm>
              <a:off x="1422185" y="1579726"/>
              <a:ext cx="1060908" cy="1060908"/>
            </a:xfrm>
            <a:prstGeom prst="ellipse">
              <a:avLst/>
            </a:prstGeom>
            <a:noFill/>
            <a:ln w="285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7" name="Graphic 11" descr="Checkmark">
              <a:extLst>
                <a:ext uri="{FF2B5EF4-FFF2-40B4-BE49-F238E27FC236}">
                  <a16:creationId xmlns:a16="http://schemas.microsoft.com/office/drawing/2014/main" id="{DD1079AC-7470-5106-9793-5ACB41C49949}"/>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1"/>
            </a:solidFill>
            <a:ln w="28575" cap="rnd">
              <a:solidFill>
                <a:schemeClr val="accent1"/>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8" name="Group 7">
            <a:extLst>
              <a:ext uri="{FF2B5EF4-FFF2-40B4-BE49-F238E27FC236}">
                <a16:creationId xmlns:a16="http://schemas.microsoft.com/office/drawing/2014/main" id="{C6AE0D3F-CFB4-DFC8-0B2E-8161E50AF2C6}"/>
              </a:ext>
            </a:extLst>
          </p:cNvPr>
          <p:cNvGrpSpPr>
            <a:grpSpLocks noChangeAspect="1"/>
          </p:cNvGrpSpPr>
          <p:nvPr userDrawn="1"/>
        </p:nvGrpSpPr>
        <p:grpSpPr>
          <a:xfrm>
            <a:off x="5472493" y="1428753"/>
            <a:ext cx="1097280" cy="1097280"/>
            <a:chOff x="1422185" y="1579726"/>
            <a:chExt cx="1060908" cy="1060908"/>
          </a:xfrm>
        </p:grpSpPr>
        <p:sp>
          <p:nvSpPr>
            <p:cNvPr id="9" name="Oval 8">
              <a:extLst>
                <a:ext uri="{FF2B5EF4-FFF2-40B4-BE49-F238E27FC236}">
                  <a16:creationId xmlns:a16="http://schemas.microsoft.com/office/drawing/2014/main" id="{378D146D-E91B-A2DD-92BF-40A59B7106D8}"/>
                </a:ext>
              </a:extLst>
            </p:cNvPr>
            <p:cNvSpPr/>
            <p:nvPr userDrawn="1"/>
          </p:nvSpPr>
          <p:spPr>
            <a:xfrm>
              <a:off x="1422185" y="1579726"/>
              <a:ext cx="1060908" cy="1060908"/>
            </a:xfrm>
            <a:prstGeom prst="ellipse">
              <a:avLst/>
            </a:prstGeom>
            <a:noFill/>
            <a:ln w="28575"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30" name="Graphic 11" descr="Checkmark">
              <a:extLst>
                <a:ext uri="{FF2B5EF4-FFF2-40B4-BE49-F238E27FC236}">
                  <a16:creationId xmlns:a16="http://schemas.microsoft.com/office/drawing/2014/main" id="{D6C71418-3A56-458A-498D-AB0BA84F9894}"/>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2"/>
            </a:solidFill>
            <a:ln w="28575" cap="rnd">
              <a:solidFill>
                <a:schemeClr val="accent2"/>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grpSp>
        <p:nvGrpSpPr>
          <p:cNvPr id="31" name="Group 30">
            <a:extLst>
              <a:ext uri="{FF2B5EF4-FFF2-40B4-BE49-F238E27FC236}">
                <a16:creationId xmlns:a16="http://schemas.microsoft.com/office/drawing/2014/main" id="{2FE690AA-F614-7B1B-2103-D64191E4C8A5}"/>
              </a:ext>
            </a:extLst>
          </p:cNvPr>
          <p:cNvGrpSpPr>
            <a:grpSpLocks noChangeAspect="1"/>
          </p:cNvGrpSpPr>
          <p:nvPr userDrawn="1"/>
        </p:nvGrpSpPr>
        <p:grpSpPr>
          <a:xfrm>
            <a:off x="9039220" y="1428753"/>
            <a:ext cx="1097280" cy="1097280"/>
            <a:chOff x="1422185" y="1579726"/>
            <a:chExt cx="1060908" cy="1060908"/>
          </a:xfrm>
        </p:grpSpPr>
        <p:sp>
          <p:nvSpPr>
            <p:cNvPr id="32" name="Oval 31">
              <a:extLst>
                <a:ext uri="{FF2B5EF4-FFF2-40B4-BE49-F238E27FC236}">
                  <a16:creationId xmlns:a16="http://schemas.microsoft.com/office/drawing/2014/main" id="{8F561B1C-EFC3-8F13-1FBE-7272F36D2782}"/>
                </a:ext>
              </a:extLst>
            </p:cNvPr>
            <p:cNvSpPr/>
            <p:nvPr userDrawn="1"/>
          </p:nvSpPr>
          <p:spPr>
            <a:xfrm>
              <a:off x="1422185" y="1579726"/>
              <a:ext cx="1060908" cy="1060908"/>
            </a:xfrm>
            <a:prstGeom prst="ellipse">
              <a:avLst/>
            </a:prstGeom>
            <a:noFill/>
            <a:ln w="28575" cap="flat" cmpd="sng" algn="ctr">
              <a:solidFill>
                <a:schemeClr val="accent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400" b="0" i="0" u="none" strike="noStrike" kern="0" cap="none" spc="0" normalizeH="0" baseline="0" noProof="0" dirty="0">
                <a:ln>
                  <a:noFill/>
                </a:ln>
                <a:solidFill>
                  <a:schemeClr val="accent1"/>
                </a:solidFill>
                <a:effectLst/>
                <a:uLnTx/>
                <a:uFillTx/>
                <a:latin typeface="Amazon Ember Heavy"/>
                <a:ea typeface="+mn-ea"/>
                <a:cs typeface="+mn-cs"/>
              </a:endParaRPr>
            </a:p>
          </p:txBody>
        </p:sp>
        <p:sp>
          <p:nvSpPr>
            <p:cNvPr id="33" name="Graphic 11" descr="Checkmark">
              <a:extLst>
                <a:ext uri="{FF2B5EF4-FFF2-40B4-BE49-F238E27FC236}">
                  <a16:creationId xmlns:a16="http://schemas.microsoft.com/office/drawing/2014/main" id="{02588F75-2069-91D9-2365-ECD116644861}"/>
                </a:ext>
              </a:extLst>
            </p:cNvPr>
            <p:cNvSpPr/>
            <p:nvPr userDrawn="1"/>
          </p:nvSpPr>
          <p:spPr>
            <a:xfrm>
              <a:off x="1626621" y="1878812"/>
              <a:ext cx="652039" cy="462739"/>
            </a:xfrm>
            <a:custGeom>
              <a:avLst/>
              <a:gdLst>
                <a:gd name="connsiteX0" fmla="*/ 810101 w 885825"/>
                <a:gd name="connsiteY0" fmla="*/ 7144 h 628650"/>
                <a:gd name="connsiteX1" fmla="*/ 322421 w 885825"/>
                <a:gd name="connsiteY1" fmla="*/ 468154 h 628650"/>
                <a:gd name="connsiteX2" fmla="*/ 88106 w 885825"/>
                <a:gd name="connsiteY2" fmla="*/ 228124 h 628650"/>
                <a:gd name="connsiteX3" fmla="*/ 7144 w 885825"/>
                <a:gd name="connsiteY3" fmla="*/ 305276 h 628650"/>
                <a:gd name="connsiteX4" fmla="*/ 318611 w 885825"/>
                <a:gd name="connsiteY4" fmla="*/ 625316 h 628650"/>
                <a:gd name="connsiteX5" fmla="*/ 400526 w 885825"/>
                <a:gd name="connsiteY5" fmla="*/ 549116 h 628650"/>
                <a:gd name="connsiteX6" fmla="*/ 887254 w 885825"/>
                <a:gd name="connsiteY6" fmla="*/ 87154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5825" h="628650">
                  <a:moveTo>
                    <a:pt x="810101" y="7144"/>
                  </a:moveTo>
                  <a:lnTo>
                    <a:pt x="322421" y="468154"/>
                  </a:lnTo>
                  <a:lnTo>
                    <a:pt x="88106" y="228124"/>
                  </a:lnTo>
                  <a:lnTo>
                    <a:pt x="7144" y="305276"/>
                  </a:lnTo>
                  <a:lnTo>
                    <a:pt x="318611" y="625316"/>
                  </a:lnTo>
                  <a:lnTo>
                    <a:pt x="400526" y="549116"/>
                  </a:lnTo>
                  <a:lnTo>
                    <a:pt x="887254" y="87154"/>
                  </a:lnTo>
                  <a:close/>
                </a:path>
              </a:pathLst>
            </a:custGeom>
            <a:solidFill>
              <a:schemeClr val="accent5"/>
            </a:solidFill>
            <a:ln w="28575" cap="rnd">
              <a:solidFill>
                <a:schemeClr val="accent5"/>
              </a:solidFill>
              <a:prstDash val="solid"/>
              <a:round/>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accent1"/>
                </a:solidFill>
                <a:effectLst/>
                <a:uLnTx/>
                <a:uFillTx/>
                <a:latin typeface="Amazon Ember"/>
              </a:endParaRPr>
            </a:p>
          </p:txBody>
        </p:sp>
      </p:grpSp>
      <p:sp>
        <p:nvSpPr>
          <p:cNvPr id="37" name="Graphic 13">
            <a:extLst>
              <a:ext uri="{FF2B5EF4-FFF2-40B4-BE49-F238E27FC236}">
                <a16:creationId xmlns:a16="http://schemas.microsoft.com/office/drawing/2014/main" id="{CE81FAE8-BD52-75D6-209C-134050AC8C55}"/>
              </a:ext>
            </a:extLst>
          </p:cNvPr>
          <p:cNvSpPr/>
          <p:nvPr userDrawn="1"/>
        </p:nvSpPr>
        <p:spPr>
          <a:xfrm>
            <a:off x="1111382" y="1937178"/>
            <a:ext cx="2686050" cy="4211356"/>
          </a:xfrm>
          <a:custGeom>
            <a:avLst/>
            <a:gdLst>
              <a:gd name="connsiteX0" fmla="*/ 1378363 w 1961959"/>
              <a:gd name="connsiteY0" fmla="*/ 0 h 3069145"/>
              <a:gd name="connsiteX1" fmla="*/ 1961960 w 1961959"/>
              <a:gd name="connsiteY1" fmla="*/ 0 h 3069145"/>
              <a:gd name="connsiteX2" fmla="*/ 1961960 w 1961959"/>
              <a:gd name="connsiteY2" fmla="*/ 3069146 h 3069145"/>
              <a:gd name="connsiteX3" fmla="*/ 0 w 1961959"/>
              <a:gd name="connsiteY3" fmla="*/ 3069146 h 3069145"/>
              <a:gd name="connsiteX4" fmla="*/ 0 w 1961959"/>
              <a:gd name="connsiteY4" fmla="*/ 0 h 3069145"/>
              <a:gd name="connsiteX5" fmla="*/ 0 w 1961959"/>
              <a:gd name="connsiteY5" fmla="*/ 0 h 3069145"/>
              <a:gd name="connsiteX6" fmla="*/ 577977 w 1961959"/>
              <a:gd name="connsiteY6" fmla="*/ 0 h 306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1959" h="3069145">
                <a:moveTo>
                  <a:pt x="1378363" y="0"/>
                </a:moveTo>
                <a:lnTo>
                  <a:pt x="1961960" y="0"/>
                </a:lnTo>
                <a:lnTo>
                  <a:pt x="1961960" y="3069146"/>
                </a:lnTo>
                <a:lnTo>
                  <a:pt x="0" y="3069146"/>
                </a:lnTo>
                <a:lnTo>
                  <a:pt x="0" y="0"/>
                </a:lnTo>
                <a:lnTo>
                  <a:pt x="0" y="0"/>
                </a:lnTo>
                <a:lnTo>
                  <a:pt x="577977" y="0"/>
                </a:lnTo>
              </a:path>
            </a:pathLst>
          </a:custGeom>
          <a:noFill/>
          <a:ln w="19050" cap="flat">
            <a:solidFill>
              <a:schemeClr val="accent1"/>
            </a:solidFill>
            <a:prstDash val="solid"/>
            <a:miter/>
          </a:ln>
        </p:spPr>
        <p:txBody>
          <a:bodyPr rtlCol="0" anchor="ctr"/>
          <a:lstStyle/>
          <a:p>
            <a:endParaRPr lang="en-US"/>
          </a:p>
        </p:txBody>
      </p:sp>
      <p:sp>
        <p:nvSpPr>
          <p:cNvPr id="38" name="Graphic 13">
            <a:extLst>
              <a:ext uri="{FF2B5EF4-FFF2-40B4-BE49-F238E27FC236}">
                <a16:creationId xmlns:a16="http://schemas.microsoft.com/office/drawing/2014/main" id="{38238574-7FE9-9EF5-C0D8-AEA3B4DABDD0}"/>
              </a:ext>
            </a:extLst>
          </p:cNvPr>
          <p:cNvSpPr/>
          <p:nvPr userDrawn="1"/>
        </p:nvSpPr>
        <p:spPr>
          <a:xfrm>
            <a:off x="4678109" y="1977394"/>
            <a:ext cx="2686050" cy="4211356"/>
          </a:xfrm>
          <a:custGeom>
            <a:avLst/>
            <a:gdLst>
              <a:gd name="connsiteX0" fmla="*/ 1378363 w 1961959"/>
              <a:gd name="connsiteY0" fmla="*/ 0 h 3069145"/>
              <a:gd name="connsiteX1" fmla="*/ 1961960 w 1961959"/>
              <a:gd name="connsiteY1" fmla="*/ 0 h 3069145"/>
              <a:gd name="connsiteX2" fmla="*/ 1961960 w 1961959"/>
              <a:gd name="connsiteY2" fmla="*/ 3069146 h 3069145"/>
              <a:gd name="connsiteX3" fmla="*/ 0 w 1961959"/>
              <a:gd name="connsiteY3" fmla="*/ 3069146 h 3069145"/>
              <a:gd name="connsiteX4" fmla="*/ 0 w 1961959"/>
              <a:gd name="connsiteY4" fmla="*/ 0 h 3069145"/>
              <a:gd name="connsiteX5" fmla="*/ 0 w 1961959"/>
              <a:gd name="connsiteY5" fmla="*/ 0 h 3069145"/>
              <a:gd name="connsiteX6" fmla="*/ 577977 w 1961959"/>
              <a:gd name="connsiteY6" fmla="*/ 0 h 306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1959" h="3069145">
                <a:moveTo>
                  <a:pt x="1378363" y="0"/>
                </a:moveTo>
                <a:lnTo>
                  <a:pt x="1961960" y="0"/>
                </a:lnTo>
                <a:lnTo>
                  <a:pt x="1961960" y="3069146"/>
                </a:lnTo>
                <a:lnTo>
                  <a:pt x="0" y="3069146"/>
                </a:lnTo>
                <a:lnTo>
                  <a:pt x="0" y="0"/>
                </a:lnTo>
                <a:lnTo>
                  <a:pt x="0" y="0"/>
                </a:lnTo>
                <a:lnTo>
                  <a:pt x="577977" y="0"/>
                </a:lnTo>
              </a:path>
            </a:pathLst>
          </a:custGeom>
          <a:noFill/>
          <a:ln w="19050" cap="flat">
            <a:solidFill>
              <a:schemeClr val="accent2"/>
            </a:solidFill>
            <a:prstDash val="solid"/>
            <a:miter/>
          </a:ln>
        </p:spPr>
        <p:txBody>
          <a:bodyPr rtlCol="0" anchor="ctr"/>
          <a:lstStyle/>
          <a:p>
            <a:endParaRPr lang="en-US"/>
          </a:p>
        </p:txBody>
      </p:sp>
      <p:sp>
        <p:nvSpPr>
          <p:cNvPr id="39" name="Graphic 13">
            <a:extLst>
              <a:ext uri="{FF2B5EF4-FFF2-40B4-BE49-F238E27FC236}">
                <a16:creationId xmlns:a16="http://schemas.microsoft.com/office/drawing/2014/main" id="{FA74C7F6-820B-D9F2-F6BD-D6ED60A79993}"/>
              </a:ext>
            </a:extLst>
          </p:cNvPr>
          <p:cNvSpPr/>
          <p:nvPr userDrawn="1"/>
        </p:nvSpPr>
        <p:spPr>
          <a:xfrm>
            <a:off x="8244835" y="1977394"/>
            <a:ext cx="2686050" cy="4211356"/>
          </a:xfrm>
          <a:custGeom>
            <a:avLst/>
            <a:gdLst>
              <a:gd name="connsiteX0" fmla="*/ 1378363 w 1961959"/>
              <a:gd name="connsiteY0" fmla="*/ 0 h 3069145"/>
              <a:gd name="connsiteX1" fmla="*/ 1961960 w 1961959"/>
              <a:gd name="connsiteY1" fmla="*/ 0 h 3069145"/>
              <a:gd name="connsiteX2" fmla="*/ 1961960 w 1961959"/>
              <a:gd name="connsiteY2" fmla="*/ 3069146 h 3069145"/>
              <a:gd name="connsiteX3" fmla="*/ 0 w 1961959"/>
              <a:gd name="connsiteY3" fmla="*/ 3069146 h 3069145"/>
              <a:gd name="connsiteX4" fmla="*/ 0 w 1961959"/>
              <a:gd name="connsiteY4" fmla="*/ 0 h 3069145"/>
              <a:gd name="connsiteX5" fmla="*/ 0 w 1961959"/>
              <a:gd name="connsiteY5" fmla="*/ 0 h 3069145"/>
              <a:gd name="connsiteX6" fmla="*/ 577977 w 1961959"/>
              <a:gd name="connsiteY6" fmla="*/ 0 h 306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61959" h="3069145">
                <a:moveTo>
                  <a:pt x="1378363" y="0"/>
                </a:moveTo>
                <a:lnTo>
                  <a:pt x="1961960" y="0"/>
                </a:lnTo>
                <a:lnTo>
                  <a:pt x="1961960" y="3069146"/>
                </a:lnTo>
                <a:lnTo>
                  <a:pt x="0" y="3069146"/>
                </a:lnTo>
                <a:lnTo>
                  <a:pt x="0" y="0"/>
                </a:lnTo>
                <a:lnTo>
                  <a:pt x="0" y="0"/>
                </a:lnTo>
                <a:lnTo>
                  <a:pt x="577977" y="0"/>
                </a:lnTo>
              </a:path>
            </a:pathLst>
          </a:custGeom>
          <a:noFill/>
          <a:ln w="19050" cap="flat">
            <a:solidFill>
              <a:schemeClr val="accent5"/>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8B120522-A404-51AF-CFF1-17EC831B73BB}"/>
              </a:ext>
            </a:extLst>
          </p:cNvPr>
          <p:cNvSpPr>
            <a:spLocks noGrp="1"/>
          </p:cNvSpPr>
          <p:nvPr>
            <p:ph type="title" hasCustomPrompt="1"/>
          </p:nvPr>
        </p:nvSpPr>
        <p:spPr/>
        <p:txBody>
          <a:bodyPr/>
          <a:lstStyle>
            <a:lvl1pPr>
              <a:defRPr/>
            </a:lvl1pPr>
          </a:lstStyle>
          <a:p>
            <a:r>
              <a:rPr lang="en-US" dirty="0"/>
              <a:t>Top use cases</a:t>
            </a:r>
          </a:p>
        </p:txBody>
      </p:sp>
      <p:sp>
        <p:nvSpPr>
          <p:cNvPr id="10" name="Text Placeholder 9">
            <a:extLst>
              <a:ext uri="{FF2B5EF4-FFF2-40B4-BE49-F238E27FC236}">
                <a16:creationId xmlns:a16="http://schemas.microsoft.com/office/drawing/2014/main" id="{085FC429-B813-BCF9-75C9-C157797DC654}"/>
              </a:ext>
            </a:extLst>
          </p:cNvPr>
          <p:cNvSpPr>
            <a:spLocks noGrp="1"/>
          </p:cNvSpPr>
          <p:nvPr>
            <p:ph type="body" sz="quarter" idx="11" hasCustomPrompt="1"/>
          </p:nvPr>
        </p:nvSpPr>
        <p:spPr>
          <a:xfrm>
            <a:off x="1261115" y="2641264"/>
            <a:ext cx="2386584" cy="3273806"/>
          </a:xfrm>
        </p:spPr>
        <p:txBody>
          <a:bodyPr/>
          <a:lstStyle>
            <a:lvl1pPr marL="0" indent="0" algn="ctr">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Short text here. Bold important information.</a:t>
            </a:r>
          </a:p>
        </p:txBody>
      </p:sp>
      <p:sp>
        <p:nvSpPr>
          <p:cNvPr id="11" name="Text Placeholder 9">
            <a:extLst>
              <a:ext uri="{FF2B5EF4-FFF2-40B4-BE49-F238E27FC236}">
                <a16:creationId xmlns:a16="http://schemas.microsoft.com/office/drawing/2014/main" id="{D3BBFC18-52EB-E076-6D1C-E46A644C2D6D}"/>
              </a:ext>
            </a:extLst>
          </p:cNvPr>
          <p:cNvSpPr>
            <a:spLocks noGrp="1"/>
          </p:cNvSpPr>
          <p:nvPr>
            <p:ph type="body" sz="quarter" idx="12" hasCustomPrompt="1"/>
          </p:nvPr>
        </p:nvSpPr>
        <p:spPr>
          <a:xfrm>
            <a:off x="4827841" y="2681129"/>
            <a:ext cx="2386584" cy="3273806"/>
          </a:xfrm>
        </p:spPr>
        <p:txBody>
          <a:bodyPr/>
          <a:lstStyle>
            <a:lvl1pPr marL="0" indent="0" algn="ctr">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Short text here. Bold important information.</a:t>
            </a:r>
          </a:p>
        </p:txBody>
      </p:sp>
      <p:sp>
        <p:nvSpPr>
          <p:cNvPr id="12" name="Text Placeholder 9">
            <a:extLst>
              <a:ext uri="{FF2B5EF4-FFF2-40B4-BE49-F238E27FC236}">
                <a16:creationId xmlns:a16="http://schemas.microsoft.com/office/drawing/2014/main" id="{7CB3671D-B64E-F549-5A9E-5C888A90A543}"/>
              </a:ext>
            </a:extLst>
          </p:cNvPr>
          <p:cNvSpPr>
            <a:spLocks noGrp="1"/>
          </p:cNvSpPr>
          <p:nvPr>
            <p:ph type="body" sz="quarter" idx="13" hasCustomPrompt="1"/>
          </p:nvPr>
        </p:nvSpPr>
        <p:spPr>
          <a:xfrm>
            <a:off x="8394568" y="2681480"/>
            <a:ext cx="2386584" cy="3273806"/>
          </a:xfrm>
        </p:spPr>
        <p:txBody>
          <a:bodyPr/>
          <a:lstStyle>
            <a:lvl1pPr marL="0" indent="0" algn="ctr">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Short text here. Bold important information.</a:t>
            </a:r>
          </a:p>
        </p:txBody>
      </p:sp>
    </p:spTree>
    <p:extLst>
      <p:ext uri="{BB962C8B-B14F-4D97-AF65-F5344CB8AC3E}">
        <p14:creationId xmlns:p14="http://schemas.microsoft.com/office/powerpoint/2010/main" val="26309485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dustry Use Case: Text and Image">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88488BA-042B-5131-5D00-85C81E47436D}"/>
              </a:ext>
            </a:extLst>
          </p:cNvPr>
          <p:cNvSpPr>
            <a:spLocks noGrp="1"/>
          </p:cNvSpPr>
          <p:nvPr>
            <p:ph type="pic" sz="quarter" idx="13" hasCustomPrompt="1"/>
          </p:nvPr>
        </p:nvSpPr>
        <p:spPr>
          <a:xfrm>
            <a:off x="6096000" y="448734"/>
            <a:ext cx="6096000" cy="6409265"/>
          </a:xfrm>
        </p:spPr>
        <p:txBody>
          <a:bodyPr anchor="ctr" anchorCtr="0">
            <a:noAutofit/>
          </a:bodyPr>
          <a:lstStyle>
            <a:lvl1pPr marL="0" indent="0" algn="ctr">
              <a:buNone/>
              <a:defRPr/>
            </a:lvl1pPr>
          </a:lstStyle>
          <a:p>
            <a:r>
              <a:rPr lang="en-US" dirty="0"/>
              <a:t>Click (or paste) to insert picture</a:t>
            </a:r>
          </a:p>
        </p:txBody>
      </p:sp>
      <p:sp>
        <p:nvSpPr>
          <p:cNvPr id="2" name="Title 1">
            <a:extLst>
              <a:ext uri="{FF2B5EF4-FFF2-40B4-BE49-F238E27FC236}">
                <a16:creationId xmlns:a16="http://schemas.microsoft.com/office/drawing/2014/main" id="{7E9502FC-BDB5-91E4-E697-696CEA66CF85}"/>
              </a:ext>
            </a:extLst>
          </p:cNvPr>
          <p:cNvSpPr>
            <a:spLocks noGrp="1"/>
          </p:cNvSpPr>
          <p:nvPr>
            <p:ph type="title" hasCustomPrompt="1"/>
          </p:nvPr>
        </p:nvSpPr>
        <p:spPr>
          <a:xfrm>
            <a:off x="425037" y="355015"/>
            <a:ext cx="5451887" cy="638175"/>
          </a:xfrm>
        </p:spPr>
        <p:txBody>
          <a:bodyPr/>
          <a:lstStyle>
            <a:lvl1pPr>
              <a:defRPr/>
            </a:lvl1pPr>
          </a:lstStyle>
          <a:p>
            <a:r>
              <a:rPr lang="en-US" dirty="0"/>
              <a:t>Use cases – industry specific</a:t>
            </a:r>
          </a:p>
        </p:txBody>
      </p:sp>
      <p:sp>
        <p:nvSpPr>
          <p:cNvPr id="7" name="Content Placeholder 6">
            <a:extLst>
              <a:ext uri="{FF2B5EF4-FFF2-40B4-BE49-F238E27FC236}">
                <a16:creationId xmlns:a16="http://schemas.microsoft.com/office/drawing/2014/main" id="{647CF485-715A-843B-D745-6020CA951F42}"/>
              </a:ext>
            </a:extLst>
          </p:cNvPr>
          <p:cNvSpPr>
            <a:spLocks noGrp="1"/>
          </p:cNvSpPr>
          <p:nvPr>
            <p:ph sz="quarter" idx="11" hasCustomPrompt="1"/>
          </p:nvPr>
        </p:nvSpPr>
        <p:spPr>
          <a:xfrm>
            <a:off x="419099" y="1382232"/>
            <a:ext cx="5451887" cy="4772025"/>
          </a:xfrm>
        </p:spPr>
        <p:txBody>
          <a:bodyPr/>
          <a:lstStyle>
            <a:lvl1pPr marL="0" indent="0">
              <a:spcBef>
                <a:spcPts val="1200"/>
              </a:spcBef>
              <a:spcAft>
                <a:spcPts val="0"/>
              </a:spcAft>
              <a:buNone/>
              <a:defRPr sz="2000" b="0">
                <a:solidFill>
                  <a:schemeClr val="tx1"/>
                </a:solidFill>
              </a:defRPr>
            </a:lvl1pPr>
            <a:lvl2pPr marL="283464" indent="-283464">
              <a:spcBef>
                <a:spcPts val="600"/>
              </a:spcBef>
              <a:spcAft>
                <a:spcPts val="0"/>
              </a:spcAft>
              <a:buFont typeface="Arial" panose="020B0604020202020204" pitchFamily="34" charset="0"/>
              <a:buChar char="•"/>
              <a:defRPr sz="2000"/>
            </a:lvl2pPr>
            <a:lvl3pPr marL="231775" indent="0">
              <a:buNone/>
              <a:defRPr/>
            </a:lvl3pPr>
            <a:lvl4pPr marL="685800" indent="0">
              <a:buNone/>
              <a:defRPr/>
            </a:lvl4pPr>
            <a:lvl5pPr marL="685800" indent="0">
              <a:buNone/>
              <a:defRPr/>
            </a:lvl5pPr>
          </a:lstStyle>
          <a:p>
            <a:pPr lvl="0"/>
            <a:r>
              <a:rPr lang="en-US" dirty="0"/>
              <a:t>Enter text</a:t>
            </a:r>
          </a:p>
        </p:txBody>
      </p:sp>
      <p:sp>
        <p:nvSpPr>
          <p:cNvPr id="5" name="Text Placeholder 4">
            <a:extLst>
              <a:ext uri="{FF2B5EF4-FFF2-40B4-BE49-F238E27FC236}">
                <a16:creationId xmlns:a16="http://schemas.microsoft.com/office/drawing/2014/main" id="{710F728F-9734-C9DC-3D20-50AD5F28645D}"/>
              </a:ext>
            </a:extLst>
          </p:cNvPr>
          <p:cNvSpPr>
            <a:spLocks noGrp="1"/>
          </p:cNvSpPr>
          <p:nvPr>
            <p:ph type="body" sz="quarter" idx="14" hasCustomPrompt="1"/>
          </p:nvPr>
        </p:nvSpPr>
        <p:spPr>
          <a:xfrm>
            <a:off x="7735824" y="0"/>
            <a:ext cx="2816352" cy="310896"/>
          </a:xfrm>
          <a:solidFill>
            <a:schemeClr val="accent2"/>
          </a:solidFill>
        </p:spPr>
        <p:txBody>
          <a:bodyPr anchor="ctr" anchorCtr="0">
            <a:noAutofit/>
          </a:bodyPr>
          <a:lstStyle>
            <a:lvl1pPr marL="0" indent="0" algn="ctr">
              <a:buNone/>
              <a:defRPr sz="1400" cap="all" baseline="0"/>
            </a:lvl1pPr>
            <a:lvl2pPr marL="228600" indent="0" algn="ctr">
              <a:buNone/>
              <a:defRPr/>
            </a:lvl2pPr>
            <a:lvl3pPr marL="231775" indent="0" algn="ctr">
              <a:buNone/>
              <a:defRPr/>
            </a:lvl3pPr>
            <a:lvl4pPr marL="685800" indent="0" algn="ctr">
              <a:buNone/>
              <a:defRPr/>
            </a:lvl4pPr>
            <a:lvl5pPr marL="685800" indent="0" algn="ctr">
              <a:buNone/>
              <a:defRPr/>
            </a:lvl5pPr>
          </a:lstStyle>
          <a:p>
            <a:pPr lvl="0"/>
            <a:r>
              <a:rPr lang="en-US" dirty="0"/>
              <a:t>Industry Name Here</a:t>
            </a:r>
          </a:p>
        </p:txBody>
      </p:sp>
    </p:spTree>
    <p:extLst>
      <p:ext uri="{BB962C8B-B14F-4D97-AF65-F5344CB8AC3E}">
        <p14:creationId xmlns:p14="http://schemas.microsoft.com/office/powerpoint/2010/main" val="13075073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er: Color Box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9B439-0994-2AA1-9C20-FC46BDD0452B}"/>
              </a:ext>
            </a:extLst>
          </p:cNvPr>
          <p:cNvSpPr>
            <a:spLocks noGrp="1"/>
          </p:cNvSpPr>
          <p:nvPr>
            <p:ph type="title" hasCustomPrompt="1"/>
          </p:nvPr>
        </p:nvSpPr>
        <p:spPr>
          <a:xfrm>
            <a:off x="425038" y="355015"/>
            <a:ext cx="8548626" cy="638175"/>
          </a:xfrm>
        </p:spPr>
        <p:txBody>
          <a:bodyPr/>
          <a:lstStyle>
            <a:lvl1pPr>
              <a:defRPr/>
            </a:lvl1pPr>
          </a:lstStyle>
          <a:p>
            <a:r>
              <a:rPr lang="en-US" dirty="0"/>
              <a:t>Customer name and the outcome</a:t>
            </a:r>
          </a:p>
        </p:txBody>
      </p:sp>
      <p:sp>
        <p:nvSpPr>
          <p:cNvPr id="4" name="Rectangle 3">
            <a:extLst>
              <a:ext uri="{FF2B5EF4-FFF2-40B4-BE49-F238E27FC236}">
                <a16:creationId xmlns:a16="http://schemas.microsoft.com/office/drawing/2014/main" id="{C8D3707A-2AA3-0814-B67E-ED0F1302D987}"/>
              </a:ext>
            </a:extLst>
          </p:cNvPr>
          <p:cNvSpPr/>
          <p:nvPr userDrawn="1"/>
        </p:nvSpPr>
        <p:spPr>
          <a:xfrm>
            <a:off x="9104352" y="0"/>
            <a:ext cx="2757449" cy="12070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5" name="TextBox 4">
            <a:extLst>
              <a:ext uri="{FF2B5EF4-FFF2-40B4-BE49-F238E27FC236}">
                <a16:creationId xmlns:a16="http://schemas.microsoft.com/office/drawing/2014/main" id="{4792D602-43DB-7862-5C0C-D1F21B4E0DA0}"/>
              </a:ext>
            </a:extLst>
          </p:cNvPr>
          <p:cNvSpPr txBox="1"/>
          <p:nvPr userDrawn="1"/>
        </p:nvSpPr>
        <p:spPr>
          <a:xfrm>
            <a:off x="1543960" y="1380064"/>
            <a:ext cx="1356462" cy="246221"/>
          </a:xfrm>
          <a:prstGeom prst="rect">
            <a:avLst/>
          </a:prstGeom>
          <a:noFill/>
        </p:spPr>
        <p:txBody>
          <a:bodyPr wrap="none" lIns="91440" tIns="0" rIns="91440" bIns="0" rtlCol="0">
            <a:spAutoFit/>
          </a:bodyPr>
          <a:lstStyle/>
          <a:p>
            <a:pPr algn="ctr"/>
            <a:r>
              <a:rPr lang="en-US" sz="1600" b="1" dirty="0">
                <a:solidFill>
                  <a:schemeClr val="accent5"/>
                </a:solidFill>
              </a:rPr>
              <a:t>CHALLENGE</a:t>
            </a:r>
          </a:p>
        </p:txBody>
      </p:sp>
      <p:sp>
        <p:nvSpPr>
          <p:cNvPr id="6" name="TextBox 5">
            <a:extLst>
              <a:ext uri="{FF2B5EF4-FFF2-40B4-BE49-F238E27FC236}">
                <a16:creationId xmlns:a16="http://schemas.microsoft.com/office/drawing/2014/main" id="{FC4A1665-F696-89A1-7DF7-972EE5133151}"/>
              </a:ext>
            </a:extLst>
          </p:cNvPr>
          <p:cNvSpPr txBox="1"/>
          <p:nvPr userDrawn="1"/>
        </p:nvSpPr>
        <p:spPr>
          <a:xfrm>
            <a:off x="7492928" y="1380064"/>
            <a:ext cx="1231427" cy="246221"/>
          </a:xfrm>
          <a:prstGeom prst="rect">
            <a:avLst/>
          </a:prstGeom>
          <a:noFill/>
        </p:spPr>
        <p:txBody>
          <a:bodyPr wrap="none" lIns="91440" tIns="0" rIns="91440" bIns="0" rtlCol="0">
            <a:spAutoFit/>
          </a:bodyPr>
          <a:lstStyle/>
          <a:p>
            <a:pPr algn="ctr"/>
            <a:r>
              <a:rPr lang="en-US" sz="1600" b="1" dirty="0">
                <a:solidFill>
                  <a:schemeClr val="accent2"/>
                </a:solidFill>
              </a:rPr>
              <a:t>SOLUTION</a:t>
            </a:r>
          </a:p>
        </p:txBody>
      </p:sp>
      <p:sp>
        <p:nvSpPr>
          <p:cNvPr id="9" name="TextBox 8">
            <a:extLst>
              <a:ext uri="{FF2B5EF4-FFF2-40B4-BE49-F238E27FC236}">
                <a16:creationId xmlns:a16="http://schemas.microsoft.com/office/drawing/2014/main" id="{0112D5F1-EFE2-3E5D-F89B-F6B4529222F3}"/>
              </a:ext>
            </a:extLst>
          </p:cNvPr>
          <p:cNvSpPr txBox="1"/>
          <p:nvPr userDrawn="1"/>
        </p:nvSpPr>
        <p:spPr>
          <a:xfrm>
            <a:off x="7505754" y="3715437"/>
            <a:ext cx="1205779" cy="246221"/>
          </a:xfrm>
          <a:prstGeom prst="rect">
            <a:avLst/>
          </a:prstGeom>
          <a:noFill/>
        </p:spPr>
        <p:txBody>
          <a:bodyPr wrap="none" lIns="91440" tIns="0" rIns="91440" bIns="0" rtlCol="0">
            <a:spAutoFit/>
          </a:bodyPr>
          <a:lstStyle/>
          <a:p>
            <a:pPr algn="ctr"/>
            <a:r>
              <a:rPr lang="en-US" sz="1600" b="1" dirty="0">
                <a:solidFill>
                  <a:schemeClr val="accent6"/>
                </a:solidFill>
              </a:rPr>
              <a:t>OUTCOME</a:t>
            </a:r>
          </a:p>
        </p:txBody>
      </p:sp>
      <p:sp>
        <p:nvSpPr>
          <p:cNvPr id="10" name="Freeform: Shape 9">
            <a:extLst>
              <a:ext uri="{FF2B5EF4-FFF2-40B4-BE49-F238E27FC236}">
                <a16:creationId xmlns:a16="http://schemas.microsoft.com/office/drawing/2014/main" id="{3B604A98-8FB4-7AF4-1315-5297771CB358}"/>
              </a:ext>
            </a:extLst>
          </p:cNvPr>
          <p:cNvSpPr/>
          <p:nvPr userDrawn="1"/>
        </p:nvSpPr>
        <p:spPr>
          <a:xfrm>
            <a:off x="419100" y="1503174"/>
            <a:ext cx="3606181" cy="4707125"/>
          </a:xfrm>
          <a:custGeom>
            <a:avLst/>
            <a:gdLst>
              <a:gd name="connsiteX0" fmla="*/ 1808988 w 2628995"/>
              <a:gd name="connsiteY0" fmla="*/ 0 h 2858261"/>
              <a:gd name="connsiteX1" fmla="*/ 2628995 w 2628995"/>
              <a:gd name="connsiteY1" fmla="*/ 0 h 2858261"/>
              <a:gd name="connsiteX2" fmla="*/ 2628995 w 2628995"/>
              <a:gd name="connsiteY2" fmla="*/ 2858262 h 2858261"/>
              <a:gd name="connsiteX3" fmla="*/ 0 w 2628995"/>
              <a:gd name="connsiteY3" fmla="*/ 2858262 h 2858261"/>
              <a:gd name="connsiteX4" fmla="*/ 0 w 2628995"/>
              <a:gd name="connsiteY4" fmla="*/ 0 h 2858261"/>
              <a:gd name="connsiteX5" fmla="*/ 0 w 2628995"/>
              <a:gd name="connsiteY5" fmla="*/ 0 h 2858261"/>
              <a:gd name="connsiteX6" fmla="*/ 820103 w 2628995"/>
              <a:gd name="connsiteY6" fmla="*/ 0 h 285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8995" h="2858261">
                <a:moveTo>
                  <a:pt x="1808988" y="0"/>
                </a:moveTo>
                <a:lnTo>
                  <a:pt x="2628995" y="0"/>
                </a:lnTo>
                <a:lnTo>
                  <a:pt x="2628995" y="2858262"/>
                </a:lnTo>
                <a:lnTo>
                  <a:pt x="0" y="2858262"/>
                </a:lnTo>
                <a:lnTo>
                  <a:pt x="0" y="0"/>
                </a:lnTo>
                <a:lnTo>
                  <a:pt x="0" y="0"/>
                </a:lnTo>
                <a:lnTo>
                  <a:pt x="820103" y="0"/>
                </a:lnTo>
              </a:path>
            </a:pathLst>
          </a:custGeom>
          <a:noFill/>
          <a:ln w="12700" cap="flat">
            <a:solidFill>
              <a:schemeClr val="accent5"/>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53AD31D-5C4C-797F-4FF2-79F01D515A81}"/>
              </a:ext>
            </a:extLst>
          </p:cNvPr>
          <p:cNvSpPr/>
          <p:nvPr userDrawn="1"/>
        </p:nvSpPr>
        <p:spPr>
          <a:xfrm>
            <a:off x="4355480" y="1503175"/>
            <a:ext cx="7506322" cy="1956816"/>
          </a:xfrm>
          <a:custGeom>
            <a:avLst/>
            <a:gdLst>
              <a:gd name="connsiteX0" fmla="*/ 3187637 w 5474874"/>
              <a:gd name="connsiteY0" fmla="*/ 0 h 1426368"/>
              <a:gd name="connsiteX1" fmla="*/ 5474875 w 5474874"/>
              <a:gd name="connsiteY1" fmla="*/ 0 h 1426368"/>
              <a:gd name="connsiteX2" fmla="*/ 5474875 w 5474874"/>
              <a:gd name="connsiteY2" fmla="*/ 1426369 h 1426368"/>
              <a:gd name="connsiteX3" fmla="*/ 0 w 5474874"/>
              <a:gd name="connsiteY3" fmla="*/ 1426369 h 1426368"/>
              <a:gd name="connsiteX4" fmla="*/ 0 w 5474874"/>
              <a:gd name="connsiteY4" fmla="*/ 0 h 1426368"/>
              <a:gd name="connsiteX5" fmla="*/ 0 w 5474874"/>
              <a:gd name="connsiteY5" fmla="*/ 0 h 1426368"/>
              <a:gd name="connsiteX6" fmla="*/ 2287238 w 5474874"/>
              <a:gd name="connsiteY6" fmla="*/ 0 h 142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4874" h="1426368">
                <a:moveTo>
                  <a:pt x="3187637" y="0"/>
                </a:moveTo>
                <a:lnTo>
                  <a:pt x="5474875" y="0"/>
                </a:lnTo>
                <a:lnTo>
                  <a:pt x="5474875" y="1426369"/>
                </a:lnTo>
                <a:lnTo>
                  <a:pt x="0" y="1426369"/>
                </a:lnTo>
                <a:lnTo>
                  <a:pt x="0" y="0"/>
                </a:lnTo>
                <a:lnTo>
                  <a:pt x="0" y="0"/>
                </a:lnTo>
                <a:lnTo>
                  <a:pt x="2287238" y="0"/>
                </a:lnTo>
              </a:path>
            </a:pathLst>
          </a:custGeom>
          <a:noFill/>
          <a:ln w="12700" cap="flat">
            <a:solidFill>
              <a:schemeClr val="accent2"/>
            </a:solidFill>
            <a:prstDash val="solid"/>
            <a:miter/>
          </a:ln>
        </p:spPr>
        <p:txBody>
          <a:bodyPr rtlCol="0" anchor="ctr"/>
          <a:lstStyle/>
          <a:p>
            <a:endParaRPr lang="en-US">
              <a:solidFill>
                <a:schemeClr val="accent2"/>
              </a:solidFill>
            </a:endParaRPr>
          </a:p>
        </p:txBody>
      </p:sp>
      <p:sp>
        <p:nvSpPr>
          <p:cNvPr id="12" name="Freeform: Shape 11">
            <a:extLst>
              <a:ext uri="{FF2B5EF4-FFF2-40B4-BE49-F238E27FC236}">
                <a16:creationId xmlns:a16="http://schemas.microsoft.com/office/drawing/2014/main" id="{6EBE11F3-23F2-06CE-0CE4-CE97E7A82969}"/>
              </a:ext>
            </a:extLst>
          </p:cNvPr>
          <p:cNvSpPr/>
          <p:nvPr userDrawn="1"/>
        </p:nvSpPr>
        <p:spPr>
          <a:xfrm>
            <a:off x="4355480" y="3828027"/>
            <a:ext cx="7506322" cy="2382271"/>
          </a:xfrm>
          <a:custGeom>
            <a:avLst/>
            <a:gdLst>
              <a:gd name="connsiteX0" fmla="*/ 3177636 w 5474874"/>
              <a:gd name="connsiteY0" fmla="*/ 0 h 1165478"/>
              <a:gd name="connsiteX1" fmla="*/ 5474875 w 5474874"/>
              <a:gd name="connsiteY1" fmla="*/ 0 h 1165478"/>
              <a:gd name="connsiteX2" fmla="*/ 5474875 w 5474874"/>
              <a:gd name="connsiteY2" fmla="*/ 1165479 h 1165478"/>
              <a:gd name="connsiteX3" fmla="*/ 0 w 5474874"/>
              <a:gd name="connsiteY3" fmla="*/ 1165479 h 1165478"/>
              <a:gd name="connsiteX4" fmla="*/ 0 w 5474874"/>
              <a:gd name="connsiteY4" fmla="*/ 0 h 1165478"/>
              <a:gd name="connsiteX5" fmla="*/ 0 w 5474874"/>
              <a:gd name="connsiteY5" fmla="*/ 0 h 1165478"/>
              <a:gd name="connsiteX6" fmla="*/ 2297240 w 5474874"/>
              <a:gd name="connsiteY6" fmla="*/ 0 h 116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4874" h="1165478">
                <a:moveTo>
                  <a:pt x="3177636" y="0"/>
                </a:moveTo>
                <a:lnTo>
                  <a:pt x="5474875" y="0"/>
                </a:lnTo>
                <a:lnTo>
                  <a:pt x="5474875" y="1165479"/>
                </a:lnTo>
                <a:lnTo>
                  <a:pt x="0" y="1165479"/>
                </a:lnTo>
                <a:lnTo>
                  <a:pt x="0" y="0"/>
                </a:lnTo>
                <a:lnTo>
                  <a:pt x="0" y="0"/>
                </a:lnTo>
                <a:lnTo>
                  <a:pt x="2297240" y="0"/>
                </a:lnTo>
              </a:path>
            </a:pathLst>
          </a:custGeom>
          <a:noFill/>
          <a:ln w="12700" cap="flat">
            <a:solidFill>
              <a:schemeClr val="accent6"/>
            </a:solidFill>
            <a:prstDash val="solid"/>
            <a:miter/>
          </a:ln>
        </p:spPr>
        <p:txBody>
          <a:bodyPr rtlCol="0" anchor="ctr"/>
          <a:lstStyle/>
          <a:p>
            <a:endParaRPr lang="en-US"/>
          </a:p>
        </p:txBody>
      </p:sp>
      <p:sp>
        <p:nvSpPr>
          <p:cNvPr id="15" name="Rectangle 14">
            <a:extLst>
              <a:ext uri="{FF2B5EF4-FFF2-40B4-BE49-F238E27FC236}">
                <a16:creationId xmlns:a16="http://schemas.microsoft.com/office/drawing/2014/main" id="{7E0B9DC2-931C-5583-1B9D-7CFAB73460E0}"/>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Content Placeholder 16">
            <a:extLst>
              <a:ext uri="{FF2B5EF4-FFF2-40B4-BE49-F238E27FC236}">
                <a16:creationId xmlns:a16="http://schemas.microsoft.com/office/drawing/2014/main" id="{C5A58ACD-F581-5D62-8987-34313D18DC96}"/>
              </a:ext>
            </a:extLst>
          </p:cNvPr>
          <p:cNvSpPr>
            <a:spLocks noGrp="1"/>
          </p:cNvSpPr>
          <p:nvPr>
            <p:ph sz="quarter" idx="11" hasCustomPrompt="1"/>
          </p:nvPr>
        </p:nvSpPr>
        <p:spPr>
          <a:xfrm>
            <a:off x="9417800" y="361188"/>
            <a:ext cx="2130552" cy="484632"/>
          </a:xfrm>
        </p:spPr>
        <p:txBody>
          <a:bodyPr anchor="ctr" anchorCtr="0">
            <a:noAutofit/>
          </a:bodyPr>
          <a:lstStyle>
            <a:lvl1pPr marL="0" indent="0" algn="ctr">
              <a:buNone/>
              <a:defRPr>
                <a:solidFill>
                  <a:srgbClr val="000000"/>
                </a:solidFill>
              </a:defRPr>
            </a:lvl1pPr>
            <a:lvl2pPr marL="228600" indent="0">
              <a:buNone/>
              <a:defRPr>
                <a:solidFill>
                  <a:srgbClr val="000000"/>
                </a:solidFill>
              </a:defRPr>
            </a:lvl2pPr>
            <a:lvl3pPr marL="231775" indent="0">
              <a:buNone/>
              <a:defRPr>
                <a:solidFill>
                  <a:srgbClr val="000000"/>
                </a:solidFill>
              </a:defRPr>
            </a:lvl3pPr>
            <a:lvl4pPr marL="685800" indent="0">
              <a:buNone/>
              <a:defRPr>
                <a:solidFill>
                  <a:srgbClr val="000000"/>
                </a:solidFill>
              </a:defRPr>
            </a:lvl4pPr>
            <a:lvl5pPr marL="685800" indent="0">
              <a:buNone/>
              <a:defRPr>
                <a:solidFill>
                  <a:srgbClr val="000000"/>
                </a:solidFill>
              </a:defRPr>
            </a:lvl5pPr>
          </a:lstStyle>
          <a:p>
            <a:pPr lvl="0"/>
            <a:r>
              <a:rPr lang="en-US" dirty="0"/>
              <a:t>Logo</a:t>
            </a:r>
          </a:p>
        </p:txBody>
      </p:sp>
      <p:sp>
        <p:nvSpPr>
          <p:cNvPr id="20" name="Text Placeholder 19">
            <a:extLst>
              <a:ext uri="{FF2B5EF4-FFF2-40B4-BE49-F238E27FC236}">
                <a16:creationId xmlns:a16="http://schemas.microsoft.com/office/drawing/2014/main" id="{06D4F13E-7176-A044-5EBE-C7E19EC6987C}"/>
              </a:ext>
            </a:extLst>
          </p:cNvPr>
          <p:cNvSpPr>
            <a:spLocks noGrp="1"/>
          </p:cNvSpPr>
          <p:nvPr>
            <p:ph type="body" sz="quarter" idx="12" hasCustomPrompt="1"/>
          </p:nvPr>
        </p:nvSpPr>
        <p:spPr>
          <a:xfrm>
            <a:off x="594559" y="1681485"/>
            <a:ext cx="3255264" cy="4424040"/>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50 words.</a:t>
            </a:r>
          </a:p>
        </p:txBody>
      </p:sp>
      <p:sp>
        <p:nvSpPr>
          <p:cNvPr id="21" name="Text Placeholder 19">
            <a:extLst>
              <a:ext uri="{FF2B5EF4-FFF2-40B4-BE49-F238E27FC236}">
                <a16:creationId xmlns:a16="http://schemas.microsoft.com/office/drawing/2014/main" id="{ABEBA84D-749B-BC8D-73E7-AC081425D226}"/>
              </a:ext>
            </a:extLst>
          </p:cNvPr>
          <p:cNvSpPr>
            <a:spLocks noGrp="1"/>
          </p:cNvSpPr>
          <p:nvPr>
            <p:ph type="body" sz="quarter" idx="13" hasCustomPrompt="1"/>
          </p:nvPr>
        </p:nvSpPr>
        <p:spPr>
          <a:xfrm>
            <a:off x="4491737" y="1681485"/>
            <a:ext cx="7159752" cy="1633215"/>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70 words.</a:t>
            </a:r>
          </a:p>
        </p:txBody>
      </p:sp>
      <p:sp>
        <p:nvSpPr>
          <p:cNvPr id="22" name="Text Placeholder 19">
            <a:extLst>
              <a:ext uri="{FF2B5EF4-FFF2-40B4-BE49-F238E27FC236}">
                <a16:creationId xmlns:a16="http://schemas.microsoft.com/office/drawing/2014/main" id="{001BCFC6-193D-E96E-276F-E76CFCAB5EEE}"/>
              </a:ext>
            </a:extLst>
          </p:cNvPr>
          <p:cNvSpPr>
            <a:spLocks noGrp="1"/>
          </p:cNvSpPr>
          <p:nvPr>
            <p:ph type="body" sz="quarter" idx="14" hasCustomPrompt="1"/>
          </p:nvPr>
        </p:nvSpPr>
        <p:spPr>
          <a:xfrm>
            <a:off x="4491737" y="4052093"/>
            <a:ext cx="7159752" cy="2053432"/>
          </a:xfrm>
        </p:spPr>
        <p:txBody>
          <a:bodyPr/>
          <a:lstStyle>
            <a:lvl1pPr marL="285750" indent="-285750">
              <a:buFont typeface="Wingdings" panose="05000000000000000000" pitchFamily="2" charset="2"/>
              <a:buChar char="ü"/>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 If you have multiple short bullets, you can use two columns.</a:t>
            </a:r>
          </a:p>
        </p:txBody>
      </p:sp>
    </p:spTree>
    <p:extLst>
      <p:ext uri="{BB962C8B-B14F-4D97-AF65-F5344CB8AC3E}">
        <p14:creationId xmlns:p14="http://schemas.microsoft.com/office/powerpoint/2010/main" val="19332841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er: Gray Boxes">
    <p:bg>
      <p:bgPr>
        <a:solidFill>
          <a:schemeClr val="bg1"/>
        </a:solidFill>
        <a:effectLst/>
      </p:bgPr>
    </p:bg>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56114CF1-E8A5-C770-5BC8-332EC29535A0}"/>
              </a:ext>
            </a:extLst>
          </p:cNvPr>
          <p:cNvSpPr/>
          <p:nvPr userDrawn="1"/>
        </p:nvSpPr>
        <p:spPr>
          <a:xfrm>
            <a:off x="4340240" y="3714880"/>
            <a:ext cx="7506322" cy="2495419"/>
          </a:xfrm>
          <a:prstGeom prst="roundRect">
            <a:avLst>
              <a:gd name="adj" fmla="val 6912"/>
            </a:avLst>
          </a:prstGeom>
          <a:solidFill>
            <a:srgbClr val="11172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solidFill>
                <a:schemeClr val="lt1"/>
              </a:solidFill>
            </a:endParaRPr>
          </a:p>
        </p:txBody>
      </p:sp>
      <p:sp>
        <p:nvSpPr>
          <p:cNvPr id="18" name="Rectangle: Rounded Corners 17">
            <a:extLst>
              <a:ext uri="{FF2B5EF4-FFF2-40B4-BE49-F238E27FC236}">
                <a16:creationId xmlns:a16="http://schemas.microsoft.com/office/drawing/2014/main" id="{9DB70997-685C-47DC-82C5-412E6884D23C}"/>
              </a:ext>
            </a:extLst>
          </p:cNvPr>
          <p:cNvSpPr/>
          <p:nvPr userDrawn="1"/>
        </p:nvSpPr>
        <p:spPr>
          <a:xfrm>
            <a:off x="419100" y="1380064"/>
            <a:ext cx="3606181" cy="4830235"/>
          </a:xfrm>
          <a:prstGeom prst="roundRect">
            <a:avLst>
              <a:gd name="adj" fmla="val 3063"/>
            </a:avLst>
          </a:prstGeom>
          <a:solidFill>
            <a:srgbClr val="11172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solidFill>
                <a:schemeClr val="lt1"/>
              </a:solidFill>
            </a:endParaRPr>
          </a:p>
        </p:txBody>
      </p:sp>
      <p:sp>
        <p:nvSpPr>
          <p:cNvPr id="19" name="Rectangle: Rounded Corners 18">
            <a:extLst>
              <a:ext uri="{FF2B5EF4-FFF2-40B4-BE49-F238E27FC236}">
                <a16:creationId xmlns:a16="http://schemas.microsoft.com/office/drawing/2014/main" id="{D3CA82B0-959E-2A94-55E3-3E5CAF2872C3}"/>
              </a:ext>
            </a:extLst>
          </p:cNvPr>
          <p:cNvSpPr/>
          <p:nvPr userDrawn="1"/>
        </p:nvSpPr>
        <p:spPr>
          <a:xfrm>
            <a:off x="4340240" y="1371601"/>
            <a:ext cx="7506322" cy="2203704"/>
          </a:xfrm>
          <a:prstGeom prst="roundRect">
            <a:avLst>
              <a:gd name="adj" fmla="val 5822"/>
            </a:avLst>
          </a:prstGeom>
          <a:solidFill>
            <a:srgbClr val="11172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solidFill>
                <a:schemeClr val="lt1"/>
              </a:solidFill>
            </a:endParaRPr>
          </a:p>
        </p:txBody>
      </p:sp>
      <p:sp>
        <p:nvSpPr>
          <p:cNvPr id="2" name="Title 1">
            <a:extLst>
              <a:ext uri="{FF2B5EF4-FFF2-40B4-BE49-F238E27FC236}">
                <a16:creationId xmlns:a16="http://schemas.microsoft.com/office/drawing/2014/main" id="{ECA9B439-0994-2AA1-9C20-FC46BDD0452B}"/>
              </a:ext>
            </a:extLst>
          </p:cNvPr>
          <p:cNvSpPr>
            <a:spLocks noGrp="1"/>
          </p:cNvSpPr>
          <p:nvPr>
            <p:ph type="title" hasCustomPrompt="1"/>
          </p:nvPr>
        </p:nvSpPr>
        <p:spPr>
          <a:xfrm>
            <a:off x="425038" y="355015"/>
            <a:ext cx="8548626" cy="638175"/>
          </a:xfrm>
        </p:spPr>
        <p:txBody>
          <a:bodyPr/>
          <a:lstStyle>
            <a:lvl1pPr>
              <a:defRPr/>
            </a:lvl1pPr>
          </a:lstStyle>
          <a:p>
            <a:r>
              <a:rPr lang="en-US" dirty="0"/>
              <a:t>Customer name and the outcome</a:t>
            </a:r>
          </a:p>
        </p:txBody>
      </p:sp>
      <p:sp>
        <p:nvSpPr>
          <p:cNvPr id="4" name="Rectangle 3">
            <a:extLst>
              <a:ext uri="{FF2B5EF4-FFF2-40B4-BE49-F238E27FC236}">
                <a16:creationId xmlns:a16="http://schemas.microsoft.com/office/drawing/2014/main" id="{C8D3707A-2AA3-0814-B67E-ED0F1302D987}"/>
              </a:ext>
            </a:extLst>
          </p:cNvPr>
          <p:cNvSpPr/>
          <p:nvPr userDrawn="1"/>
        </p:nvSpPr>
        <p:spPr>
          <a:xfrm>
            <a:off x="9104352" y="0"/>
            <a:ext cx="2757449" cy="12070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7" name="Content Placeholder 16">
            <a:extLst>
              <a:ext uri="{FF2B5EF4-FFF2-40B4-BE49-F238E27FC236}">
                <a16:creationId xmlns:a16="http://schemas.microsoft.com/office/drawing/2014/main" id="{C5A58ACD-F581-5D62-8987-34313D18DC96}"/>
              </a:ext>
            </a:extLst>
          </p:cNvPr>
          <p:cNvSpPr>
            <a:spLocks noGrp="1"/>
          </p:cNvSpPr>
          <p:nvPr>
            <p:ph sz="quarter" idx="11" hasCustomPrompt="1"/>
          </p:nvPr>
        </p:nvSpPr>
        <p:spPr>
          <a:xfrm>
            <a:off x="9417800" y="361188"/>
            <a:ext cx="2130552" cy="484632"/>
          </a:xfrm>
        </p:spPr>
        <p:txBody>
          <a:bodyPr anchor="ctr" anchorCtr="0">
            <a:noAutofit/>
          </a:bodyPr>
          <a:lstStyle>
            <a:lvl1pPr marL="0" indent="0" algn="ctr">
              <a:buNone/>
              <a:defRPr>
                <a:solidFill>
                  <a:srgbClr val="000000"/>
                </a:solidFill>
              </a:defRPr>
            </a:lvl1pPr>
            <a:lvl2pPr marL="228600" indent="0">
              <a:buNone/>
              <a:defRPr>
                <a:solidFill>
                  <a:srgbClr val="000000"/>
                </a:solidFill>
              </a:defRPr>
            </a:lvl2pPr>
            <a:lvl3pPr marL="231775" indent="0">
              <a:buNone/>
              <a:defRPr>
                <a:solidFill>
                  <a:srgbClr val="000000"/>
                </a:solidFill>
              </a:defRPr>
            </a:lvl3pPr>
            <a:lvl4pPr marL="685800" indent="0">
              <a:buNone/>
              <a:defRPr>
                <a:solidFill>
                  <a:srgbClr val="000000"/>
                </a:solidFill>
              </a:defRPr>
            </a:lvl4pPr>
            <a:lvl5pPr marL="685800" indent="0">
              <a:buNone/>
              <a:defRPr>
                <a:solidFill>
                  <a:srgbClr val="000000"/>
                </a:solidFill>
              </a:defRPr>
            </a:lvl5pPr>
          </a:lstStyle>
          <a:p>
            <a:pPr lvl="0"/>
            <a:r>
              <a:rPr lang="en-US" dirty="0"/>
              <a:t>Logo</a:t>
            </a:r>
          </a:p>
        </p:txBody>
      </p:sp>
      <p:sp>
        <p:nvSpPr>
          <p:cNvPr id="20" name="Text Placeholder 19">
            <a:extLst>
              <a:ext uri="{FF2B5EF4-FFF2-40B4-BE49-F238E27FC236}">
                <a16:creationId xmlns:a16="http://schemas.microsoft.com/office/drawing/2014/main" id="{06D4F13E-7176-A044-5EBE-C7E19EC6987C}"/>
              </a:ext>
            </a:extLst>
          </p:cNvPr>
          <p:cNvSpPr>
            <a:spLocks noGrp="1"/>
          </p:cNvSpPr>
          <p:nvPr>
            <p:ph type="body" sz="quarter" idx="12" hasCustomPrompt="1"/>
          </p:nvPr>
        </p:nvSpPr>
        <p:spPr>
          <a:xfrm>
            <a:off x="594559" y="1765304"/>
            <a:ext cx="3255264" cy="4349745"/>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50 words.</a:t>
            </a:r>
          </a:p>
        </p:txBody>
      </p:sp>
      <p:sp>
        <p:nvSpPr>
          <p:cNvPr id="21" name="Text Placeholder 19">
            <a:extLst>
              <a:ext uri="{FF2B5EF4-FFF2-40B4-BE49-F238E27FC236}">
                <a16:creationId xmlns:a16="http://schemas.microsoft.com/office/drawing/2014/main" id="{ABEBA84D-749B-BC8D-73E7-AC081425D226}"/>
              </a:ext>
            </a:extLst>
          </p:cNvPr>
          <p:cNvSpPr>
            <a:spLocks noGrp="1"/>
          </p:cNvSpPr>
          <p:nvPr>
            <p:ph type="body" sz="quarter" idx="13" hasCustomPrompt="1"/>
          </p:nvPr>
        </p:nvSpPr>
        <p:spPr>
          <a:xfrm>
            <a:off x="4491737" y="1765305"/>
            <a:ext cx="7159752" cy="1663695"/>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70 words.</a:t>
            </a:r>
          </a:p>
        </p:txBody>
      </p:sp>
      <p:sp>
        <p:nvSpPr>
          <p:cNvPr id="22" name="Text Placeholder 19">
            <a:extLst>
              <a:ext uri="{FF2B5EF4-FFF2-40B4-BE49-F238E27FC236}">
                <a16:creationId xmlns:a16="http://schemas.microsoft.com/office/drawing/2014/main" id="{001BCFC6-193D-E96E-276F-E76CFCAB5EEE}"/>
              </a:ext>
            </a:extLst>
          </p:cNvPr>
          <p:cNvSpPr>
            <a:spLocks noGrp="1"/>
          </p:cNvSpPr>
          <p:nvPr>
            <p:ph type="body" sz="quarter" idx="14" hasCustomPrompt="1"/>
          </p:nvPr>
        </p:nvSpPr>
        <p:spPr>
          <a:xfrm>
            <a:off x="4491737" y="4158773"/>
            <a:ext cx="7159752" cy="1956276"/>
          </a:xfrm>
        </p:spPr>
        <p:txBody>
          <a:bodyPr/>
          <a:lstStyle>
            <a:lvl1pPr marL="285750" indent="-285750">
              <a:buFont typeface="Wingdings" panose="05000000000000000000" pitchFamily="2" charset="2"/>
              <a:buChar char="ü"/>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 If you have multiple short bullets, you can use two columns.</a:t>
            </a:r>
          </a:p>
        </p:txBody>
      </p:sp>
      <p:sp>
        <p:nvSpPr>
          <p:cNvPr id="25" name="TextBox 24">
            <a:extLst>
              <a:ext uri="{FF2B5EF4-FFF2-40B4-BE49-F238E27FC236}">
                <a16:creationId xmlns:a16="http://schemas.microsoft.com/office/drawing/2014/main" id="{BE0F12EA-2D28-8A72-1EAC-7A5248EF83D2}"/>
              </a:ext>
            </a:extLst>
          </p:cNvPr>
          <p:cNvSpPr txBox="1"/>
          <p:nvPr userDrawn="1"/>
        </p:nvSpPr>
        <p:spPr>
          <a:xfrm>
            <a:off x="594559" y="1463884"/>
            <a:ext cx="1316065" cy="276999"/>
          </a:xfrm>
          <a:prstGeom prst="rect">
            <a:avLst/>
          </a:prstGeom>
          <a:noFill/>
        </p:spPr>
        <p:txBody>
          <a:bodyPr wrap="none" lIns="0" tIns="0" rIns="0" bIns="0" rtlCol="0">
            <a:spAutoFit/>
          </a:bodyPr>
          <a:lstStyle/>
          <a:p>
            <a:pPr algn="l"/>
            <a:r>
              <a:rPr lang="en-US" sz="1800" b="1" dirty="0">
                <a:solidFill>
                  <a:schemeClr val="accent5"/>
                </a:solidFill>
              </a:rPr>
              <a:t>CHALLENGE</a:t>
            </a:r>
          </a:p>
        </p:txBody>
      </p:sp>
      <p:sp>
        <p:nvSpPr>
          <p:cNvPr id="26" name="TextBox 25">
            <a:extLst>
              <a:ext uri="{FF2B5EF4-FFF2-40B4-BE49-F238E27FC236}">
                <a16:creationId xmlns:a16="http://schemas.microsoft.com/office/drawing/2014/main" id="{75B4D537-89A0-37A3-BE90-061ED213D515}"/>
              </a:ext>
            </a:extLst>
          </p:cNvPr>
          <p:cNvSpPr txBox="1"/>
          <p:nvPr userDrawn="1"/>
        </p:nvSpPr>
        <p:spPr>
          <a:xfrm>
            <a:off x="4491738" y="1463884"/>
            <a:ext cx="1176604" cy="276999"/>
          </a:xfrm>
          <a:prstGeom prst="rect">
            <a:avLst/>
          </a:prstGeom>
          <a:noFill/>
        </p:spPr>
        <p:txBody>
          <a:bodyPr wrap="none" lIns="0" tIns="0" rIns="0" bIns="0" rtlCol="0">
            <a:spAutoFit/>
          </a:bodyPr>
          <a:lstStyle/>
          <a:p>
            <a:pPr algn="l"/>
            <a:r>
              <a:rPr lang="en-US" sz="1800" b="1" dirty="0">
                <a:solidFill>
                  <a:schemeClr val="accent2"/>
                </a:solidFill>
              </a:rPr>
              <a:t>SOLUTION</a:t>
            </a:r>
          </a:p>
        </p:txBody>
      </p:sp>
      <p:sp>
        <p:nvSpPr>
          <p:cNvPr id="27" name="TextBox 26">
            <a:extLst>
              <a:ext uri="{FF2B5EF4-FFF2-40B4-BE49-F238E27FC236}">
                <a16:creationId xmlns:a16="http://schemas.microsoft.com/office/drawing/2014/main" id="{8C988E86-C887-B43E-890A-8F9D3EB2ACCF}"/>
              </a:ext>
            </a:extLst>
          </p:cNvPr>
          <p:cNvSpPr txBox="1"/>
          <p:nvPr userDrawn="1"/>
        </p:nvSpPr>
        <p:spPr>
          <a:xfrm>
            <a:off x="4491738" y="3822117"/>
            <a:ext cx="1147750" cy="276999"/>
          </a:xfrm>
          <a:prstGeom prst="rect">
            <a:avLst/>
          </a:prstGeom>
          <a:noFill/>
        </p:spPr>
        <p:txBody>
          <a:bodyPr wrap="none" lIns="0" tIns="0" rIns="0" bIns="0" rtlCol="0">
            <a:spAutoFit/>
          </a:bodyPr>
          <a:lstStyle/>
          <a:p>
            <a:pPr algn="l"/>
            <a:r>
              <a:rPr lang="en-US" sz="1800" b="1" dirty="0">
                <a:solidFill>
                  <a:schemeClr val="accent6"/>
                </a:solidFill>
              </a:rPr>
              <a:t>OUTCOME</a:t>
            </a:r>
          </a:p>
        </p:txBody>
      </p:sp>
    </p:spTree>
    <p:extLst>
      <p:ext uri="{BB962C8B-B14F-4D97-AF65-F5344CB8AC3E}">
        <p14:creationId xmlns:p14="http://schemas.microsoft.com/office/powerpoint/2010/main" val="1614003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ustomer: Arrows">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71D4873-2213-82ED-B042-58CA6D6EAF72}"/>
              </a:ext>
            </a:extLst>
          </p:cNvPr>
          <p:cNvSpPr/>
          <p:nvPr userDrawn="1"/>
        </p:nvSpPr>
        <p:spPr>
          <a:xfrm>
            <a:off x="9103578" y="1740884"/>
            <a:ext cx="2743200" cy="4469416"/>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7" name="Rectangle 6">
            <a:extLst>
              <a:ext uri="{FF2B5EF4-FFF2-40B4-BE49-F238E27FC236}">
                <a16:creationId xmlns:a16="http://schemas.microsoft.com/office/drawing/2014/main" id="{E1018681-13D4-C7B0-753A-1D298BC5E32E}"/>
              </a:ext>
            </a:extLst>
          </p:cNvPr>
          <p:cNvSpPr/>
          <p:nvPr userDrawn="1"/>
        </p:nvSpPr>
        <p:spPr>
          <a:xfrm>
            <a:off x="4746702" y="1740884"/>
            <a:ext cx="2743200" cy="4469416"/>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9" name="Rectangle 8">
            <a:extLst>
              <a:ext uri="{FF2B5EF4-FFF2-40B4-BE49-F238E27FC236}">
                <a16:creationId xmlns:a16="http://schemas.microsoft.com/office/drawing/2014/main" id="{D0E95FDD-54B6-BC6A-4F54-B116760F09BA}"/>
              </a:ext>
            </a:extLst>
          </p:cNvPr>
          <p:cNvSpPr/>
          <p:nvPr userDrawn="1"/>
        </p:nvSpPr>
        <p:spPr>
          <a:xfrm>
            <a:off x="419099" y="1740884"/>
            <a:ext cx="2743200" cy="446941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0" name="TextBox 9">
            <a:extLst>
              <a:ext uri="{FF2B5EF4-FFF2-40B4-BE49-F238E27FC236}">
                <a16:creationId xmlns:a16="http://schemas.microsoft.com/office/drawing/2014/main" id="{9CB24228-D8B6-75DB-9B27-006E808A5FA8}"/>
              </a:ext>
            </a:extLst>
          </p:cNvPr>
          <p:cNvSpPr txBox="1"/>
          <p:nvPr userDrawn="1"/>
        </p:nvSpPr>
        <p:spPr>
          <a:xfrm>
            <a:off x="419099" y="1381057"/>
            <a:ext cx="2743200" cy="365760"/>
          </a:xfrm>
          <a:prstGeom prst="rect">
            <a:avLst/>
          </a:prstGeom>
          <a:solidFill>
            <a:srgbClr val="111724"/>
          </a:solidFill>
          <a:ln w="12700">
            <a:solidFill>
              <a:schemeClr val="accent1"/>
            </a:solidFill>
          </a:ln>
        </p:spPr>
        <p:txBody>
          <a:bodyPr wrap="none" lIns="0" tIns="0" rIns="0" bIns="0" rtlCol="0" anchor="ctr" anchorCtr="0">
            <a:noAutofit/>
          </a:bodyPr>
          <a:lstStyle/>
          <a:p>
            <a:pPr algn="ctr"/>
            <a:r>
              <a:rPr lang="en-US" sz="1800" b="1" dirty="0">
                <a:solidFill>
                  <a:schemeClr val="tx1"/>
                </a:solidFill>
              </a:rPr>
              <a:t>CHALLENGE</a:t>
            </a:r>
          </a:p>
        </p:txBody>
      </p:sp>
      <p:sp>
        <p:nvSpPr>
          <p:cNvPr id="11" name="TextBox 10">
            <a:extLst>
              <a:ext uri="{FF2B5EF4-FFF2-40B4-BE49-F238E27FC236}">
                <a16:creationId xmlns:a16="http://schemas.microsoft.com/office/drawing/2014/main" id="{88DFC401-541A-D463-B2CC-3444CB3316BA}"/>
              </a:ext>
            </a:extLst>
          </p:cNvPr>
          <p:cNvSpPr txBox="1"/>
          <p:nvPr userDrawn="1"/>
        </p:nvSpPr>
        <p:spPr>
          <a:xfrm>
            <a:off x="4746702" y="1381056"/>
            <a:ext cx="2743200" cy="365760"/>
          </a:xfrm>
          <a:prstGeom prst="rect">
            <a:avLst/>
          </a:prstGeom>
          <a:solidFill>
            <a:srgbClr val="111724"/>
          </a:solidFill>
          <a:ln w="12700">
            <a:solidFill>
              <a:schemeClr val="accent5"/>
            </a:solidFill>
          </a:ln>
        </p:spPr>
        <p:txBody>
          <a:bodyPr wrap="none" lIns="0" tIns="0" rIns="0" bIns="0" rtlCol="0" anchor="ctr" anchorCtr="0">
            <a:noAutofit/>
          </a:bodyPr>
          <a:lstStyle>
            <a:defPPr>
              <a:defRPr lang="en-US"/>
            </a:defPPr>
            <a:lvl1pPr algn="ctr">
              <a:defRPr b="1"/>
            </a:lvl1pPr>
          </a:lstStyle>
          <a:p>
            <a:pPr lvl="0"/>
            <a:r>
              <a:rPr lang="en-US" dirty="0"/>
              <a:t>SOLUTION</a:t>
            </a:r>
          </a:p>
        </p:txBody>
      </p:sp>
      <p:sp>
        <p:nvSpPr>
          <p:cNvPr id="13" name="TextBox 12">
            <a:extLst>
              <a:ext uri="{FF2B5EF4-FFF2-40B4-BE49-F238E27FC236}">
                <a16:creationId xmlns:a16="http://schemas.microsoft.com/office/drawing/2014/main" id="{75D4F545-94E1-91C3-FCE9-F885F8505EDD}"/>
              </a:ext>
            </a:extLst>
          </p:cNvPr>
          <p:cNvSpPr txBox="1"/>
          <p:nvPr userDrawn="1"/>
        </p:nvSpPr>
        <p:spPr>
          <a:xfrm>
            <a:off x="9103578" y="1381056"/>
            <a:ext cx="2743200" cy="365760"/>
          </a:xfrm>
          <a:prstGeom prst="rect">
            <a:avLst/>
          </a:prstGeom>
          <a:solidFill>
            <a:srgbClr val="111724"/>
          </a:solidFill>
          <a:ln w="12700">
            <a:solidFill>
              <a:schemeClr val="accent4"/>
            </a:solidFill>
          </a:ln>
        </p:spPr>
        <p:txBody>
          <a:bodyPr wrap="none" lIns="0" tIns="0" rIns="0" bIns="0" rtlCol="0" anchor="ctr" anchorCtr="0">
            <a:noAutofit/>
          </a:bodyPr>
          <a:lstStyle>
            <a:defPPr>
              <a:defRPr lang="en-US"/>
            </a:defPPr>
            <a:lvl1pPr lvl="0" algn="ctr">
              <a:defRPr b="1"/>
            </a:lvl1pPr>
          </a:lstStyle>
          <a:p>
            <a:pPr lvl="0"/>
            <a:r>
              <a:rPr lang="en-US" dirty="0"/>
              <a:t>OUTCOME</a:t>
            </a:r>
          </a:p>
        </p:txBody>
      </p:sp>
      <p:sp>
        <p:nvSpPr>
          <p:cNvPr id="14" name="Graphic 9">
            <a:extLst>
              <a:ext uri="{FF2B5EF4-FFF2-40B4-BE49-F238E27FC236}">
                <a16:creationId xmlns:a16="http://schemas.microsoft.com/office/drawing/2014/main" id="{04E241FE-A659-EEC6-7968-6273A31E4001}"/>
              </a:ext>
            </a:extLst>
          </p:cNvPr>
          <p:cNvSpPr/>
          <p:nvPr userDrawn="1"/>
        </p:nvSpPr>
        <p:spPr>
          <a:xfrm>
            <a:off x="3582363" y="3301020"/>
            <a:ext cx="836596" cy="979860"/>
          </a:xfrm>
          <a:custGeom>
            <a:avLst/>
            <a:gdLst>
              <a:gd name="connsiteX0" fmla="*/ 436418 w 1064600"/>
              <a:gd name="connsiteY0" fmla="*/ 0 h 1246909"/>
              <a:gd name="connsiteX1" fmla="*/ 815228 w 1064600"/>
              <a:gd name="connsiteY1" fmla="*/ 623455 h 1246909"/>
              <a:gd name="connsiteX2" fmla="*/ 436418 w 1064600"/>
              <a:gd name="connsiteY2" fmla="*/ 1246909 h 1246909"/>
              <a:gd name="connsiteX3" fmla="*/ 685800 w 1064600"/>
              <a:gd name="connsiteY3" fmla="*/ 1246909 h 1246909"/>
              <a:gd name="connsiteX4" fmla="*/ 1064601 w 1064600"/>
              <a:gd name="connsiteY4" fmla="*/ 623455 h 1246909"/>
              <a:gd name="connsiteX5" fmla="*/ 685800 w 1064600"/>
              <a:gd name="connsiteY5" fmla="*/ 0 h 1246909"/>
              <a:gd name="connsiteX6" fmla="*/ 436418 w 1064600"/>
              <a:gd name="connsiteY6" fmla="*/ 0 h 1246909"/>
              <a:gd name="connsiteX7" fmla="*/ 0 w 1064600"/>
              <a:gd name="connsiteY7" fmla="*/ 0 h 1246909"/>
              <a:gd name="connsiteX8" fmla="*/ 378801 w 1064600"/>
              <a:gd name="connsiteY8" fmla="*/ 623455 h 1246909"/>
              <a:gd name="connsiteX9" fmla="*/ 0 w 1064600"/>
              <a:gd name="connsiteY9" fmla="*/ 1246909 h 1246909"/>
              <a:gd name="connsiteX10" fmla="*/ 249382 w 1064600"/>
              <a:gd name="connsiteY10" fmla="*/ 1246909 h 1246909"/>
              <a:gd name="connsiteX11" fmla="*/ 628191 w 1064600"/>
              <a:gd name="connsiteY11" fmla="*/ 623455 h 1246909"/>
              <a:gd name="connsiteX12" fmla="*/ 249382 w 1064600"/>
              <a:gd name="connsiteY12" fmla="*/ 0 h 1246909"/>
              <a:gd name="connsiteX13" fmla="*/ 0 w 1064600"/>
              <a:gd name="connsiteY13" fmla="*/ 0 h 124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4600" h="1246909">
                <a:moveTo>
                  <a:pt x="436418" y="0"/>
                </a:moveTo>
                <a:lnTo>
                  <a:pt x="815228" y="623455"/>
                </a:lnTo>
                <a:lnTo>
                  <a:pt x="436418" y="1246909"/>
                </a:lnTo>
                <a:lnTo>
                  <a:pt x="685800" y="1246909"/>
                </a:lnTo>
                <a:lnTo>
                  <a:pt x="1064601" y="623455"/>
                </a:lnTo>
                <a:lnTo>
                  <a:pt x="685800" y="0"/>
                </a:lnTo>
                <a:lnTo>
                  <a:pt x="436418" y="0"/>
                </a:lnTo>
                <a:moveTo>
                  <a:pt x="0" y="0"/>
                </a:moveTo>
                <a:lnTo>
                  <a:pt x="378801" y="623455"/>
                </a:lnTo>
                <a:lnTo>
                  <a:pt x="0" y="1246909"/>
                </a:lnTo>
                <a:lnTo>
                  <a:pt x="249382" y="1246909"/>
                </a:lnTo>
                <a:lnTo>
                  <a:pt x="628191" y="623455"/>
                </a:lnTo>
                <a:lnTo>
                  <a:pt x="249382" y="0"/>
                </a:lnTo>
                <a:lnTo>
                  <a:pt x="0" y="0"/>
                </a:lnTo>
              </a:path>
            </a:pathLst>
          </a:custGeom>
          <a:gradFill flip="none" rotWithShape="1">
            <a:gsLst>
              <a:gs pos="5000">
                <a:schemeClr val="accent1"/>
              </a:gs>
              <a:gs pos="95000">
                <a:schemeClr val="accent5"/>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a:solidFill>
                <a:schemeClr val="bg1"/>
              </a:solidFill>
            </a:endParaRPr>
          </a:p>
        </p:txBody>
      </p:sp>
      <p:sp>
        <p:nvSpPr>
          <p:cNvPr id="28" name="Graphic 9">
            <a:extLst>
              <a:ext uri="{FF2B5EF4-FFF2-40B4-BE49-F238E27FC236}">
                <a16:creationId xmlns:a16="http://schemas.microsoft.com/office/drawing/2014/main" id="{A71120F2-7ACE-7B7E-1F26-8466B0085DE0}"/>
              </a:ext>
            </a:extLst>
          </p:cNvPr>
          <p:cNvSpPr/>
          <p:nvPr userDrawn="1"/>
        </p:nvSpPr>
        <p:spPr>
          <a:xfrm>
            <a:off x="7773710" y="3301019"/>
            <a:ext cx="836596" cy="979860"/>
          </a:xfrm>
          <a:custGeom>
            <a:avLst/>
            <a:gdLst>
              <a:gd name="connsiteX0" fmla="*/ 436418 w 1064600"/>
              <a:gd name="connsiteY0" fmla="*/ 0 h 1246909"/>
              <a:gd name="connsiteX1" fmla="*/ 815228 w 1064600"/>
              <a:gd name="connsiteY1" fmla="*/ 623455 h 1246909"/>
              <a:gd name="connsiteX2" fmla="*/ 436418 w 1064600"/>
              <a:gd name="connsiteY2" fmla="*/ 1246909 h 1246909"/>
              <a:gd name="connsiteX3" fmla="*/ 685800 w 1064600"/>
              <a:gd name="connsiteY3" fmla="*/ 1246909 h 1246909"/>
              <a:gd name="connsiteX4" fmla="*/ 1064601 w 1064600"/>
              <a:gd name="connsiteY4" fmla="*/ 623455 h 1246909"/>
              <a:gd name="connsiteX5" fmla="*/ 685800 w 1064600"/>
              <a:gd name="connsiteY5" fmla="*/ 0 h 1246909"/>
              <a:gd name="connsiteX6" fmla="*/ 436418 w 1064600"/>
              <a:gd name="connsiteY6" fmla="*/ 0 h 1246909"/>
              <a:gd name="connsiteX7" fmla="*/ 0 w 1064600"/>
              <a:gd name="connsiteY7" fmla="*/ 0 h 1246909"/>
              <a:gd name="connsiteX8" fmla="*/ 378801 w 1064600"/>
              <a:gd name="connsiteY8" fmla="*/ 623455 h 1246909"/>
              <a:gd name="connsiteX9" fmla="*/ 0 w 1064600"/>
              <a:gd name="connsiteY9" fmla="*/ 1246909 h 1246909"/>
              <a:gd name="connsiteX10" fmla="*/ 249382 w 1064600"/>
              <a:gd name="connsiteY10" fmla="*/ 1246909 h 1246909"/>
              <a:gd name="connsiteX11" fmla="*/ 628191 w 1064600"/>
              <a:gd name="connsiteY11" fmla="*/ 623455 h 1246909"/>
              <a:gd name="connsiteX12" fmla="*/ 249382 w 1064600"/>
              <a:gd name="connsiteY12" fmla="*/ 0 h 1246909"/>
              <a:gd name="connsiteX13" fmla="*/ 0 w 1064600"/>
              <a:gd name="connsiteY13" fmla="*/ 0 h 1246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4600" h="1246909">
                <a:moveTo>
                  <a:pt x="436418" y="0"/>
                </a:moveTo>
                <a:lnTo>
                  <a:pt x="815228" y="623455"/>
                </a:lnTo>
                <a:lnTo>
                  <a:pt x="436418" y="1246909"/>
                </a:lnTo>
                <a:lnTo>
                  <a:pt x="685800" y="1246909"/>
                </a:lnTo>
                <a:lnTo>
                  <a:pt x="1064601" y="623455"/>
                </a:lnTo>
                <a:lnTo>
                  <a:pt x="685800" y="0"/>
                </a:lnTo>
                <a:lnTo>
                  <a:pt x="436418" y="0"/>
                </a:lnTo>
                <a:moveTo>
                  <a:pt x="0" y="0"/>
                </a:moveTo>
                <a:lnTo>
                  <a:pt x="378801" y="623455"/>
                </a:lnTo>
                <a:lnTo>
                  <a:pt x="0" y="1246909"/>
                </a:lnTo>
                <a:lnTo>
                  <a:pt x="249382" y="1246909"/>
                </a:lnTo>
                <a:lnTo>
                  <a:pt x="628191" y="623455"/>
                </a:lnTo>
                <a:lnTo>
                  <a:pt x="249382" y="0"/>
                </a:lnTo>
                <a:lnTo>
                  <a:pt x="0" y="0"/>
                </a:lnTo>
              </a:path>
            </a:pathLst>
          </a:custGeom>
          <a:gradFill flip="none" rotWithShape="1">
            <a:gsLst>
              <a:gs pos="5000">
                <a:schemeClr val="accent5"/>
              </a:gs>
              <a:gs pos="95000">
                <a:schemeClr val="accent4"/>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lvl="0" algn="ctr"/>
            <a:endParaRPr lang="en-US">
              <a:solidFill>
                <a:schemeClr val="bg1"/>
              </a:solidFill>
            </a:endParaRPr>
          </a:p>
        </p:txBody>
      </p:sp>
      <p:sp>
        <p:nvSpPr>
          <p:cNvPr id="2" name="Title 1">
            <a:extLst>
              <a:ext uri="{FF2B5EF4-FFF2-40B4-BE49-F238E27FC236}">
                <a16:creationId xmlns:a16="http://schemas.microsoft.com/office/drawing/2014/main" id="{ECA9B439-0994-2AA1-9C20-FC46BDD0452B}"/>
              </a:ext>
            </a:extLst>
          </p:cNvPr>
          <p:cNvSpPr>
            <a:spLocks noGrp="1"/>
          </p:cNvSpPr>
          <p:nvPr>
            <p:ph type="title" hasCustomPrompt="1"/>
          </p:nvPr>
        </p:nvSpPr>
        <p:spPr>
          <a:xfrm>
            <a:off x="425038" y="355015"/>
            <a:ext cx="8548626" cy="638175"/>
          </a:xfrm>
        </p:spPr>
        <p:txBody>
          <a:bodyPr/>
          <a:lstStyle>
            <a:lvl1pPr>
              <a:defRPr/>
            </a:lvl1pPr>
          </a:lstStyle>
          <a:p>
            <a:r>
              <a:rPr lang="en-US" dirty="0"/>
              <a:t>Customer name and the outcome</a:t>
            </a:r>
          </a:p>
        </p:txBody>
      </p:sp>
      <p:sp>
        <p:nvSpPr>
          <p:cNvPr id="4" name="Rectangle 3">
            <a:extLst>
              <a:ext uri="{FF2B5EF4-FFF2-40B4-BE49-F238E27FC236}">
                <a16:creationId xmlns:a16="http://schemas.microsoft.com/office/drawing/2014/main" id="{C8D3707A-2AA3-0814-B67E-ED0F1302D987}"/>
              </a:ext>
            </a:extLst>
          </p:cNvPr>
          <p:cNvSpPr/>
          <p:nvPr userDrawn="1"/>
        </p:nvSpPr>
        <p:spPr>
          <a:xfrm>
            <a:off x="9104352" y="0"/>
            <a:ext cx="2757449" cy="120700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15" name="Rectangle 14">
            <a:extLst>
              <a:ext uri="{FF2B5EF4-FFF2-40B4-BE49-F238E27FC236}">
                <a16:creationId xmlns:a16="http://schemas.microsoft.com/office/drawing/2014/main" id="{7E0B9DC2-931C-5583-1B9D-7CFAB73460E0}"/>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Content Placeholder 16">
            <a:extLst>
              <a:ext uri="{FF2B5EF4-FFF2-40B4-BE49-F238E27FC236}">
                <a16:creationId xmlns:a16="http://schemas.microsoft.com/office/drawing/2014/main" id="{C5A58ACD-F581-5D62-8987-34313D18DC96}"/>
              </a:ext>
            </a:extLst>
          </p:cNvPr>
          <p:cNvSpPr>
            <a:spLocks noGrp="1"/>
          </p:cNvSpPr>
          <p:nvPr>
            <p:ph sz="quarter" idx="11" hasCustomPrompt="1"/>
          </p:nvPr>
        </p:nvSpPr>
        <p:spPr>
          <a:xfrm>
            <a:off x="9417800" y="361188"/>
            <a:ext cx="2130552" cy="484632"/>
          </a:xfrm>
        </p:spPr>
        <p:txBody>
          <a:bodyPr anchor="ctr" anchorCtr="0">
            <a:noAutofit/>
          </a:bodyPr>
          <a:lstStyle>
            <a:lvl1pPr marL="0" indent="0" algn="ctr">
              <a:buNone/>
              <a:defRPr>
                <a:solidFill>
                  <a:srgbClr val="000000"/>
                </a:solidFill>
              </a:defRPr>
            </a:lvl1pPr>
            <a:lvl2pPr marL="228600" indent="0">
              <a:buNone/>
              <a:defRPr>
                <a:solidFill>
                  <a:srgbClr val="000000"/>
                </a:solidFill>
              </a:defRPr>
            </a:lvl2pPr>
            <a:lvl3pPr marL="231775" indent="0">
              <a:buNone/>
              <a:defRPr>
                <a:solidFill>
                  <a:srgbClr val="000000"/>
                </a:solidFill>
              </a:defRPr>
            </a:lvl3pPr>
            <a:lvl4pPr marL="685800" indent="0">
              <a:buNone/>
              <a:defRPr>
                <a:solidFill>
                  <a:srgbClr val="000000"/>
                </a:solidFill>
              </a:defRPr>
            </a:lvl4pPr>
            <a:lvl5pPr marL="685800" indent="0">
              <a:buNone/>
              <a:defRPr>
                <a:solidFill>
                  <a:srgbClr val="000000"/>
                </a:solidFill>
              </a:defRPr>
            </a:lvl5pPr>
          </a:lstStyle>
          <a:p>
            <a:pPr lvl="0"/>
            <a:r>
              <a:rPr lang="en-US" dirty="0"/>
              <a:t>Logo</a:t>
            </a:r>
          </a:p>
        </p:txBody>
      </p:sp>
      <p:sp>
        <p:nvSpPr>
          <p:cNvPr id="20" name="Text Placeholder 19">
            <a:extLst>
              <a:ext uri="{FF2B5EF4-FFF2-40B4-BE49-F238E27FC236}">
                <a16:creationId xmlns:a16="http://schemas.microsoft.com/office/drawing/2014/main" id="{06D4F13E-7176-A044-5EBE-C7E19EC6987C}"/>
              </a:ext>
            </a:extLst>
          </p:cNvPr>
          <p:cNvSpPr>
            <a:spLocks noGrp="1"/>
          </p:cNvSpPr>
          <p:nvPr>
            <p:ph type="body" sz="quarter" idx="12" hasCustomPrompt="1"/>
          </p:nvPr>
        </p:nvSpPr>
        <p:spPr>
          <a:xfrm>
            <a:off x="594559" y="1891165"/>
            <a:ext cx="2391508" cy="4195310"/>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45 words.</a:t>
            </a:r>
          </a:p>
        </p:txBody>
      </p:sp>
      <p:sp>
        <p:nvSpPr>
          <p:cNvPr id="21" name="Text Placeholder 19">
            <a:extLst>
              <a:ext uri="{FF2B5EF4-FFF2-40B4-BE49-F238E27FC236}">
                <a16:creationId xmlns:a16="http://schemas.microsoft.com/office/drawing/2014/main" id="{ABEBA84D-749B-BC8D-73E7-AC081425D226}"/>
              </a:ext>
            </a:extLst>
          </p:cNvPr>
          <p:cNvSpPr>
            <a:spLocks noGrp="1"/>
          </p:cNvSpPr>
          <p:nvPr>
            <p:ph type="body" sz="quarter" idx="13" hasCustomPrompt="1"/>
          </p:nvPr>
        </p:nvSpPr>
        <p:spPr>
          <a:xfrm>
            <a:off x="4922548" y="1891165"/>
            <a:ext cx="2391508" cy="4195310"/>
          </a:xfrm>
        </p:spPr>
        <p:txBody>
          <a:bodyPr/>
          <a:lstStyle>
            <a:lvl1pPr marL="0" indent="0">
              <a:buNone/>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45 words.</a:t>
            </a:r>
          </a:p>
        </p:txBody>
      </p:sp>
      <p:sp>
        <p:nvSpPr>
          <p:cNvPr id="22" name="Text Placeholder 19">
            <a:extLst>
              <a:ext uri="{FF2B5EF4-FFF2-40B4-BE49-F238E27FC236}">
                <a16:creationId xmlns:a16="http://schemas.microsoft.com/office/drawing/2014/main" id="{001BCFC6-193D-E96E-276F-E76CFCAB5EEE}"/>
              </a:ext>
            </a:extLst>
          </p:cNvPr>
          <p:cNvSpPr>
            <a:spLocks noGrp="1"/>
          </p:cNvSpPr>
          <p:nvPr>
            <p:ph type="body" sz="quarter" idx="14" hasCustomPrompt="1"/>
          </p:nvPr>
        </p:nvSpPr>
        <p:spPr>
          <a:xfrm>
            <a:off x="9287322" y="1891165"/>
            <a:ext cx="2391508" cy="4195310"/>
          </a:xfrm>
        </p:spPr>
        <p:txBody>
          <a:bodyPr/>
          <a:lstStyle>
            <a:lvl1pPr marL="285750" indent="-285750">
              <a:buFont typeface="Wingdings" panose="05000000000000000000" pitchFamily="2" charset="2"/>
              <a:buChar char="ü"/>
              <a:defRPr sz="18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a:t>
            </a:r>
          </a:p>
        </p:txBody>
      </p:sp>
    </p:spTree>
    <p:extLst>
      <p:ext uri="{BB962C8B-B14F-4D97-AF65-F5344CB8AC3E}">
        <p14:creationId xmlns:p14="http://schemas.microsoft.com/office/powerpoint/2010/main" val="33664054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er: Text and Image">
    <p:bg>
      <p:bgPr>
        <a:solidFill>
          <a:schemeClr val="bg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26FC231-EC8B-760F-D59B-3A9539DA027F}"/>
              </a:ext>
            </a:extLst>
          </p:cNvPr>
          <p:cNvSpPr>
            <a:spLocks noGrp="1"/>
          </p:cNvSpPr>
          <p:nvPr>
            <p:ph type="pic" sz="quarter" idx="11" hasCustomPrompt="1"/>
          </p:nvPr>
        </p:nvSpPr>
        <p:spPr>
          <a:xfrm>
            <a:off x="5928360" y="0"/>
            <a:ext cx="6263640" cy="6858000"/>
          </a:xfrm>
        </p:spPr>
        <p:txBody>
          <a:bodyPr>
            <a:noAutofit/>
          </a:bodyPr>
          <a:lstStyle>
            <a:lvl1pPr marL="0" indent="0">
              <a:buNone/>
              <a:defRPr/>
            </a:lvl1pPr>
          </a:lstStyle>
          <a:p>
            <a:r>
              <a:rPr lang="en-US" dirty="0"/>
              <a:t>Insert photo here</a:t>
            </a:r>
          </a:p>
        </p:txBody>
      </p:sp>
      <p:sp>
        <p:nvSpPr>
          <p:cNvPr id="22" name="Text Placeholder 21">
            <a:extLst>
              <a:ext uri="{FF2B5EF4-FFF2-40B4-BE49-F238E27FC236}">
                <a16:creationId xmlns:a16="http://schemas.microsoft.com/office/drawing/2014/main" id="{6002B2C1-7DC5-1942-B4E5-C1B1E23A3AC7}"/>
              </a:ext>
            </a:extLst>
          </p:cNvPr>
          <p:cNvSpPr>
            <a:spLocks noGrp="1"/>
          </p:cNvSpPr>
          <p:nvPr>
            <p:ph type="body" sz="quarter" idx="17"/>
          </p:nvPr>
        </p:nvSpPr>
        <p:spPr>
          <a:xfrm>
            <a:off x="5928360" y="4572000"/>
            <a:ext cx="6263640" cy="2286000"/>
          </a:xfrm>
          <a:gradFill>
            <a:gsLst>
              <a:gs pos="1000">
                <a:srgbClr val="000000">
                  <a:alpha val="0"/>
                </a:srgbClr>
              </a:gs>
              <a:gs pos="100000">
                <a:srgbClr val="000000"/>
              </a:gs>
            </a:gsLst>
            <a:lin ang="5400000" scaled="1"/>
          </a:gradFill>
        </p:spPr>
        <p:txBody>
          <a:bodyPr vert="horz" wrap="square" lIns="0" tIns="45720" rIns="0" bIns="45720" rtlCol="0" anchor="b" anchorCtr="0">
            <a:noAutofit/>
          </a:bodyPr>
          <a:lstStyle>
            <a:lvl1pPr>
              <a:defRPr lang="en-US" sz="2000" dirty="0" smtClean="0">
                <a:noFill/>
              </a:defRPr>
            </a:lvl1pPr>
          </a:lstStyle>
          <a:p>
            <a:pPr marL="0" lvl="0" indent="0" algn="ctr">
              <a:buFont typeface="Arial" panose="020B0604020202020204" pitchFamily="34" charset="0"/>
              <a:buNone/>
            </a:pPr>
            <a:r>
              <a:rPr lang="en-US"/>
              <a:t>Edit Master text styles</a:t>
            </a:r>
          </a:p>
        </p:txBody>
      </p:sp>
      <p:sp>
        <p:nvSpPr>
          <p:cNvPr id="2" name="Title 1">
            <a:extLst>
              <a:ext uri="{FF2B5EF4-FFF2-40B4-BE49-F238E27FC236}">
                <a16:creationId xmlns:a16="http://schemas.microsoft.com/office/drawing/2014/main" id="{C510B42D-E468-6CD1-7FC5-C90C3E3024E2}"/>
              </a:ext>
            </a:extLst>
          </p:cNvPr>
          <p:cNvSpPr>
            <a:spLocks noGrp="1"/>
          </p:cNvSpPr>
          <p:nvPr>
            <p:ph type="title" hasCustomPrompt="1"/>
          </p:nvPr>
        </p:nvSpPr>
        <p:spPr>
          <a:xfrm>
            <a:off x="419100" y="351901"/>
            <a:ext cx="5335523" cy="1019699"/>
          </a:xfrm>
        </p:spPr>
        <p:txBody>
          <a:bodyPr/>
          <a:lstStyle>
            <a:lvl1pPr>
              <a:defRPr/>
            </a:lvl1pPr>
          </a:lstStyle>
          <a:p>
            <a:r>
              <a:rPr lang="en-US" dirty="0"/>
              <a:t>Customer name and the outcome</a:t>
            </a:r>
          </a:p>
        </p:txBody>
      </p:sp>
      <p:sp>
        <p:nvSpPr>
          <p:cNvPr id="4" name="Freeform: Shape 3">
            <a:extLst>
              <a:ext uri="{FF2B5EF4-FFF2-40B4-BE49-F238E27FC236}">
                <a16:creationId xmlns:a16="http://schemas.microsoft.com/office/drawing/2014/main" id="{5A5F9319-C564-ADD0-498C-B6DE2924E50B}"/>
              </a:ext>
            </a:extLst>
          </p:cNvPr>
          <p:cNvSpPr/>
          <p:nvPr userDrawn="1"/>
        </p:nvSpPr>
        <p:spPr>
          <a:xfrm>
            <a:off x="423372" y="1598784"/>
            <a:ext cx="5331251" cy="1368815"/>
          </a:xfrm>
          <a:custGeom>
            <a:avLst/>
            <a:gdLst>
              <a:gd name="connsiteX0" fmla="*/ 2435638 w 3885152"/>
              <a:gd name="connsiteY0" fmla="*/ 0 h 993362"/>
              <a:gd name="connsiteX1" fmla="*/ 3885152 w 3885152"/>
              <a:gd name="connsiteY1" fmla="*/ 0 h 993362"/>
              <a:gd name="connsiteX2" fmla="*/ 3885152 w 3885152"/>
              <a:gd name="connsiteY2" fmla="*/ 993362 h 993362"/>
              <a:gd name="connsiteX3" fmla="*/ 0 w 3885152"/>
              <a:gd name="connsiteY3" fmla="*/ 993362 h 993362"/>
              <a:gd name="connsiteX4" fmla="*/ 0 w 3885152"/>
              <a:gd name="connsiteY4" fmla="*/ 0 h 993362"/>
              <a:gd name="connsiteX5" fmla="*/ 0 w 3885152"/>
              <a:gd name="connsiteY5" fmla="*/ 0 h 993362"/>
              <a:gd name="connsiteX6" fmla="*/ 1449419 w 3885152"/>
              <a:gd name="connsiteY6" fmla="*/ 0 h 9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5152" h="993362">
                <a:moveTo>
                  <a:pt x="2435638" y="0"/>
                </a:moveTo>
                <a:lnTo>
                  <a:pt x="3885152" y="0"/>
                </a:lnTo>
                <a:lnTo>
                  <a:pt x="3885152" y="993362"/>
                </a:lnTo>
                <a:lnTo>
                  <a:pt x="0" y="993362"/>
                </a:lnTo>
                <a:lnTo>
                  <a:pt x="0" y="0"/>
                </a:lnTo>
                <a:lnTo>
                  <a:pt x="0" y="0"/>
                </a:lnTo>
                <a:lnTo>
                  <a:pt x="1449419" y="0"/>
                </a:lnTo>
              </a:path>
            </a:pathLst>
          </a:custGeom>
          <a:noFill/>
          <a:ln w="12700" cap="flat">
            <a:solidFill>
              <a:schemeClr val="accent5"/>
            </a:solidFill>
            <a:prstDash val="solid"/>
            <a:miter/>
          </a:ln>
        </p:spPr>
        <p:txBody>
          <a:bodyPr wrap="square" rtlCol="0" anchor="ctr">
            <a:noAutofit/>
          </a:bodyPr>
          <a:lstStyle/>
          <a:p>
            <a:pPr lvl="0"/>
            <a:endParaRPr lang="en-US"/>
          </a:p>
        </p:txBody>
      </p:sp>
      <p:sp>
        <p:nvSpPr>
          <p:cNvPr id="5" name="TextBox 4">
            <a:extLst>
              <a:ext uri="{FF2B5EF4-FFF2-40B4-BE49-F238E27FC236}">
                <a16:creationId xmlns:a16="http://schemas.microsoft.com/office/drawing/2014/main" id="{FE8EAC77-8049-8D39-9A09-5E2F51066703}"/>
              </a:ext>
            </a:extLst>
          </p:cNvPr>
          <p:cNvSpPr txBox="1"/>
          <p:nvPr userDrawn="1"/>
        </p:nvSpPr>
        <p:spPr>
          <a:xfrm>
            <a:off x="2410766" y="1474484"/>
            <a:ext cx="1356462" cy="246221"/>
          </a:xfrm>
          <a:prstGeom prst="rect">
            <a:avLst/>
          </a:prstGeom>
          <a:noFill/>
        </p:spPr>
        <p:txBody>
          <a:bodyPr wrap="none" lIns="91440" tIns="0" rIns="91440" bIns="0" rtlCol="0">
            <a:spAutoFit/>
          </a:bodyPr>
          <a:lstStyle/>
          <a:p>
            <a:pPr algn="ctr"/>
            <a:r>
              <a:rPr lang="en-US" sz="1600" b="1" dirty="0">
                <a:solidFill>
                  <a:schemeClr val="accent5"/>
                </a:solidFill>
              </a:rPr>
              <a:t>CHALLENGE</a:t>
            </a:r>
          </a:p>
        </p:txBody>
      </p:sp>
      <p:sp>
        <p:nvSpPr>
          <p:cNvPr id="6" name="TextBox 5">
            <a:extLst>
              <a:ext uri="{FF2B5EF4-FFF2-40B4-BE49-F238E27FC236}">
                <a16:creationId xmlns:a16="http://schemas.microsoft.com/office/drawing/2014/main" id="{2D75D493-D2CB-6CB0-D5C5-918E5577D230}"/>
              </a:ext>
            </a:extLst>
          </p:cNvPr>
          <p:cNvSpPr txBox="1"/>
          <p:nvPr userDrawn="1"/>
        </p:nvSpPr>
        <p:spPr>
          <a:xfrm>
            <a:off x="2473284" y="3068608"/>
            <a:ext cx="1231427" cy="246221"/>
          </a:xfrm>
          <a:prstGeom prst="rect">
            <a:avLst/>
          </a:prstGeom>
          <a:noFill/>
        </p:spPr>
        <p:txBody>
          <a:bodyPr wrap="none" lIns="91440" tIns="0" rIns="91440" bIns="0" rtlCol="0">
            <a:spAutoFit/>
          </a:bodyPr>
          <a:lstStyle/>
          <a:p>
            <a:pPr algn="ctr"/>
            <a:r>
              <a:rPr lang="en-US" sz="1600" b="1" dirty="0">
                <a:solidFill>
                  <a:schemeClr val="accent2"/>
                </a:solidFill>
              </a:rPr>
              <a:t>SOLUTION</a:t>
            </a:r>
          </a:p>
        </p:txBody>
      </p:sp>
      <p:sp>
        <p:nvSpPr>
          <p:cNvPr id="7" name="TextBox 6">
            <a:extLst>
              <a:ext uri="{FF2B5EF4-FFF2-40B4-BE49-F238E27FC236}">
                <a16:creationId xmlns:a16="http://schemas.microsoft.com/office/drawing/2014/main" id="{A9EF7406-F04F-C13E-8323-603AB89313C3}"/>
              </a:ext>
            </a:extLst>
          </p:cNvPr>
          <p:cNvSpPr txBox="1"/>
          <p:nvPr userDrawn="1"/>
        </p:nvSpPr>
        <p:spPr>
          <a:xfrm>
            <a:off x="2486108" y="4990891"/>
            <a:ext cx="1205779" cy="246221"/>
          </a:xfrm>
          <a:prstGeom prst="rect">
            <a:avLst/>
          </a:prstGeom>
          <a:noFill/>
        </p:spPr>
        <p:txBody>
          <a:bodyPr wrap="none" lIns="91440" tIns="0" rIns="91440" bIns="0" rtlCol="0">
            <a:spAutoFit/>
          </a:bodyPr>
          <a:lstStyle/>
          <a:p>
            <a:pPr algn="ctr"/>
            <a:r>
              <a:rPr lang="en-US" sz="1600" b="1" dirty="0">
                <a:solidFill>
                  <a:schemeClr val="accent6"/>
                </a:solidFill>
              </a:rPr>
              <a:t>OUTCOME</a:t>
            </a:r>
          </a:p>
        </p:txBody>
      </p:sp>
      <p:sp>
        <p:nvSpPr>
          <p:cNvPr id="9" name="Freeform: Shape 8">
            <a:extLst>
              <a:ext uri="{FF2B5EF4-FFF2-40B4-BE49-F238E27FC236}">
                <a16:creationId xmlns:a16="http://schemas.microsoft.com/office/drawing/2014/main" id="{0F3E9FF7-5EAD-761A-D633-E30B0B0DF259}"/>
              </a:ext>
            </a:extLst>
          </p:cNvPr>
          <p:cNvSpPr/>
          <p:nvPr userDrawn="1"/>
        </p:nvSpPr>
        <p:spPr>
          <a:xfrm>
            <a:off x="423372" y="3190060"/>
            <a:ext cx="5331251" cy="1543865"/>
          </a:xfrm>
          <a:custGeom>
            <a:avLst/>
            <a:gdLst>
              <a:gd name="connsiteX0" fmla="*/ 2392394 w 3885152"/>
              <a:gd name="connsiteY0" fmla="*/ 0 h 998981"/>
              <a:gd name="connsiteX1" fmla="*/ 3885152 w 3885152"/>
              <a:gd name="connsiteY1" fmla="*/ 0 h 998981"/>
              <a:gd name="connsiteX2" fmla="*/ 3885152 w 3885152"/>
              <a:gd name="connsiteY2" fmla="*/ 998982 h 998981"/>
              <a:gd name="connsiteX3" fmla="*/ 0 w 3885152"/>
              <a:gd name="connsiteY3" fmla="*/ 998982 h 998981"/>
              <a:gd name="connsiteX4" fmla="*/ 0 w 3885152"/>
              <a:gd name="connsiteY4" fmla="*/ 0 h 998981"/>
              <a:gd name="connsiteX5" fmla="*/ 0 w 3885152"/>
              <a:gd name="connsiteY5" fmla="*/ 0 h 998981"/>
              <a:gd name="connsiteX6" fmla="*/ 1492758 w 3885152"/>
              <a:gd name="connsiteY6" fmla="*/ 0 h 998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5152" h="998981">
                <a:moveTo>
                  <a:pt x="2392394" y="0"/>
                </a:moveTo>
                <a:lnTo>
                  <a:pt x="3885152" y="0"/>
                </a:lnTo>
                <a:lnTo>
                  <a:pt x="3885152" y="998982"/>
                </a:lnTo>
                <a:lnTo>
                  <a:pt x="0" y="998982"/>
                </a:lnTo>
                <a:lnTo>
                  <a:pt x="0" y="0"/>
                </a:lnTo>
                <a:lnTo>
                  <a:pt x="0" y="0"/>
                </a:lnTo>
                <a:lnTo>
                  <a:pt x="1492758" y="0"/>
                </a:lnTo>
              </a:path>
            </a:pathLst>
          </a:custGeom>
          <a:noFill/>
          <a:ln w="12700" cap="flat">
            <a:solidFill>
              <a:schemeClr val="accent2"/>
            </a:solidFill>
            <a:prstDash val="solid"/>
            <a:miter/>
          </a:ln>
        </p:spPr>
        <p:txBody>
          <a:bodyPr wrap="square" rtlCol="0" anchor="ctr">
            <a:noAutofit/>
          </a:bodyPr>
          <a:lstStyle/>
          <a:p>
            <a:pPr lvl="0"/>
            <a:endParaRPr lang="en-US"/>
          </a:p>
        </p:txBody>
      </p:sp>
      <p:sp>
        <p:nvSpPr>
          <p:cNvPr id="10" name="Freeform: Shape 9">
            <a:extLst>
              <a:ext uri="{FF2B5EF4-FFF2-40B4-BE49-F238E27FC236}">
                <a16:creationId xmlns:a16="http://schemas.microsoft.com/office/drawing/2014/main" id="{65F98819-0E06-2418-4068-FA5C2AFB21A8}"/>
              </a:ext>
            </a:extLst>
          </p:cNvPr>
          <p:cNvSpPr/>
          <p:nvPr userDrawn="1"/>
        </p:nvSpPr>
        <p:spPr>
          <a:xfrm>
            <a:off x="423372" y="5114711"/>
            <a:ext cx="5331251" cy="1095589"/>
          </a:xfrm>
          <a:custGeom>
            <a:avLst/>
            <a:gdLst>
              <a:gd name="connsiteX0" fmla="*/ 2382393 w 3885152"/>
              <a:gd name="connsiteY0" fmla="*/ 0 h 799242"/>
              <a:gd name="connsiteX1" fmla="*/ 3885152 w 3885152"/>
              <a:gd name="connsiteY1" fmla="*/ 0 h 799242"/>
              <a:gd name="connsiteX2" fmla="*/ 3885152 w 3885152"/>
              <a:gd name="connsiteY2" fmla="*/ 799243 h 799242"/>
              <a:gd name="connsiteX3" fmla="*/ 0 w 3885152"/>
              <a:gd name="connsiteY3" fmla="*/ 799243 h 799242"/>
              <a:gd name="connsiteX4" fmla="*/ 0 w 3885152"/>
              <a:gd name="connsiteY4" fmla="*/ 0 h 799242"/>
              <a:gd name="connsiteX5" fmla="*/ 0 w 3885152"/>
              <a:gd name="connsiteY5" fmla="*/ 0 h 799242"/>
              <a:gd name="connsiteX6" fmla="*/ 1502759 w 3885152"/>
              <a:gd name="connsiteY6" fmla="*/ 0 h 79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85152" h="799242">
                <a:moveTo>
                  <a:pt x="2382393" y="0"/>
                </a:moveTo>
                <a:lnTo>
                  <a:pt x="3885152" y="0"/>
                </a:lnTo>
                <a:lnTo>
                  <a:pt x="3885152" y="799243"/>
                </a:lnTo>
                <a:lnTo>
                  <a:pt x="0" y="799243"/>
                </a:lnTo>
                <a:lnTo>
                  <a:pt x="0" y="0"/>
                </a:lnTo>
                <a:lnTo>
                  <a:pt x="0" y="0"/>
                </a:lnTo>
                <a:lnTo>
                  <a:pt x="1502759" y="0"/>
                </a:lnTo>
              </a:path>
            </a:pathLst>
          </a:custGeom>
          <a:noFill/>
          <a:ln w="12700" cap="flat">
            <a:solidFill>
              <a:schemeClr val="accent6"/>
            </a:solidFill>
            <a:prstDash val="solid"/>
            <a:miter/>
          </a:ln>
        </p:spPr>
        <p:txBody>
          <a:bodyPr wrap="square" rtlCol="0" anchor="ctr">
            <a:noAutofit/>
          </a:bodyPr>
          <a:lstStyle/>
          <a:p>
            <a:pPr lvl="0"/>
            <a:endParaRPr lang="en-US">
              <a:solidFill>
                <a:schemeClr val="accent6"/>
              </a:solidFill>
            </a:endParaRPr>
          </a:p>
        </p:txBody>
      </p:sp>
      <p:sp>
        <p:nvSpPr>
          <p:cNvPr id="15" name="Text Placeholder 14">
            <a:extLst>
              <a:ext uri="{FF2B5EF4-FFF2-40B4-BE49-F238E27FC236}">
                <a16:creationId xmlns:a16="http://schemas.microsoft.com/office/drawing/2014/main" id="{8DE263C5-7B46-7B03-36EF-1DED52875A99}"/>
              </a:ext>
            </a:extLst>
          </p:cNvPr>
          <p:cNvSpPr>
            <a:spLocks noGrp="1"/>
          </p:cNvSpPr>
          <p:nvPr>
            <p:ph type="body" sz="quarter" idx="12" hasCustomPrompt="1"/>
          </p:nvPr>
        </p:nvSpPr>
        <p:spPr>
          <a:xfrm>
            <a:off x="537821" y="1759519"/>
            <a:ext cx="5102352" cy="1086628"/>
          </a:xfrm>
        </p:spPr>
        <p:txBody>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Customer’s challenge. Should be no more than approximately 30 words.</a:t>
            </a:r>
          </a:p>
        </p:txBody>
      </p:sp>
      <p:sp>
        <p:nvSpPr>
          <p:cNvPr id="16" name="Text Placeholder 14">
            <a:extLst>
              <a:ext uri="{FF2B5EF4-FFF2-40B4-BE49-F238E27FC236}">
                <a16:creationId xmlns:a16="http://schemas.microsoft.com/office/drawing/2014/main" id="{AE61B4E9-B00D-B1BE-FED9-EBC5AF68A9C0}"/>
              </a:ext>
            </a:extLst>
          </p:cNvPr>
          <p:cNvSpPr>
            <a:spLocks noGrp="1"/>
          </p:cNvSpPr>
          <p:nvPr>
            <p:ph type="body" sz="quarter" idx="13" hasCustomPrompt="1"/>
          </p:nvPr>
        </p:nvSpPr>
        <p:spPr>
          <a:xfrm>
            <a:off x="537821" y="3348351"/>
            <a:ext cx="5102352" cy="1309374"/>
          </a:xfrm>
        </p:spPr>
        <p:txBody>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How the key services were used to solve the challenge. Should be no more than approximately 30 words.</a:t>
            </a:r>
          </a:p>
        </p:txBody>
      </p:sp>
      <p:sp>
        <p:nvSpPr>
          <p:cNvPr id="17" name="Text Placeholder 14">
            <a:extLst>
              <a:ext uri="{FF2B5EF4-FFF2-40B4-BE49-F238E27FC236}">
                <a16:creationId xmlns:a16="http://schemas.microsoft.com/office/drawing/2014/main" id="{2D05BB84-7C00-DC9E-728E-3A3A9FCA54DC}"/>
              </a:ext>
            </a:extLst>
          </p:cNvPr>
          <p:cNvSpPr>
            <a:spLocks noGrp="1"/>
          </p:cNvSpPr>
          <p:nvPr>
            <p:ph type="body" sz="quarter" idx="14" hasCustomPrompt="1"/>
          </p:nvPr>
        </p:nvSpPr>
        <p:spPr>
          <a:xfrm>
            <a:off x="537821" y="5286149"/>
            <a:ext cx="5102352" cy="857476"/>
          </a:xfrm>
        </p:spPr>
        <p:txBody>
          <a:bodyPr/>
          <a:lstStyle>
            <a:lvl1pPr marL="285750" indent="-285750">
              <a:buClrTx/>
              <a:buSzPct val="100000"/>
              <a:buFont typeface="Wingdings" panose="05000000000000000000" pitchFamily="2" charset="2"/>
              <a:buChar char="ü"/>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Include outcome and key takeaways using this checkmark bullet format.</a:t>
            </a:r>
          </a:p>
        </p:txBody>
      </p:sp>
      <p:sp>
        <p:nvSpPr>
          <p:cNvPr id="20" name="Content Placeholder 19">
            <a:extLst>
              <a:ext uri="{FF2B5EF4-FFF2-40B4-BE49-F238E27FC236}">
                <a16:creationId xmlns:a16="http://schemas.microsoft.com/office/drawing/2014/main" id="{937CBF17-11DA-83A3-A079-E18C8E1B366F}"/>
              </a:ext>
            </a:extLst>
          </p:cNvPr>
          <p:cNvSpPr>
            <a:spLocks noGrp="1"/>
          </p:cNvSpPr>
          <p:nvPr>
            <p:ph sz="quarter" idx="16" hasCustomPrompt="1"/>
          </p:nvPr>
        </p:nvSpPr>
        <p:spPr>
          <a:xfrm>
            <a:off x="9243060" y="5204460"/>
            <a:ext cx="2606040" cy="1005840"/>
          </a:xfrm>
        </p:spPr>
        <p:txBody>
          <a:bodyPr anchor="ctr" anchorCtr="0">
            <a:noAutofit/>
          </a:bodyPr>
          <a:lstStyle>
            <a:lvl1pPr marL="0" indent="0" algn="ctr">
              <a:buNone/>
              <a:defRPr/>
            </a:lvl1pPr>
            <a:lvl2pPr marL="228600" indent="0">
              <a:buNone/>
              <a:defRPr/>
            </a:lvl2pPr>
            <a:lvl3pPr marL="231775" indent="0">
              <a:buNone/>
              <a:defRPr/>
            </a:lvl3pPr>
            <a:lvl4pPr marL="685800" indent="0">
              <a:buNone/>
              <a:defRPr/>
            </a:lvl4pPr>
            <a:lvl5pPr marL="685800" indent="0">
              <a:buNone/>
              <a:defRPr/>
            </a:lvl5pPr>
          </a:lstStyle>
          <a:p>
            <a:pPr lvl="0"/>
            <a:r>
              <a:rPr lang="en-US" dirty="0"/>
              <a:t>Logo</a:t>
            </a:r>
          </a:p>
        </p:txBody>
      </p:sp>
    </p:spTree>
    <p:extLst>
      <p:ext uri="{BB962C8B-B14F-4D97-AF65-F5344CB8AC3E}">
        <p14:creationId xmlns:p14="http://schemas.microsoft.com/office/powerpoint/2010/main" val="28577592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_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ABFD6-0A7E-4C17-A0CF-15563DCD4BE8}"/>
              </a:ext>
            </a:extLst>
          </p:cNvPr>
          <p:cNvSpPr>
            <a:spLocks noGrp="1"/>
          </p:cNvSpPr>
          <p:nvPr>
            <p:ph type="title" hasCustomPrompt="1"/>
          </p:nvPr>
        </p:nvSpPr>
        <p:spPr>
          <a:xfrm>
            <a:off x="1143000" y="1381125"/>
            <a:ext cx="8189914" cy="3009900"/>
          </a:xfrm>
        </p:spPr>
        <p:txBody>
          <a:bodyPr/>
          <a:lstStyle>
            <a:lvl1pPr>
              <a:defRPr sz="3200"/>
            </a:lvl1pPr>
          </a:lstStyle>
          <a:p>
            <a:r>
              <a:rPr lang="en-US" dirty="0"/>
              <a:t>Enter quote here. Do not add additional quote marks in the text. Your quote can be 24pt font or larger depending on space. Use the appropriate customer quote slide based on the length of your quote.</a:t>
            </a:r>
          </a:p>
        </p:txBody>
      </p:sp>
      <p:sp>
        <p:nvSpPr>
          <p:cNvPr id="3" name="Freeform: Shape 2">
            <a:extLst>
              <a:ext uri="{FF2B5EF4-FFF2-40B4-BE49-F238E27FC236}">
                <a16:creationId xmlns:a16="http://schemas.microsoft.com/office/drawing/2014/main" id="{73CB5C35-A9BE-DFC3-9BA2-74BF56863A41}"/>
              </a:ext>
            </a:extLst>
          </p:cNvPr>
          <p:cNvSpPr>
            <a:spLocks noChangeAspect="1"/>
          </p:cNvSpPr>
          <p:nvPr userDrawn="1"/>
        </p:nvSpPr>
        <p:spPr>
          <a:xfrm>
            <a:off x="306051" y="91509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6" name="Content Placeholder 5">
            <a:extLst>
              <a:ext uri="{FF2B5EF4-FFF2-40B4-BE49-F238E27FC236}">
                <a16:creationId xmlns:a16="http://schemas.microsoft.com/office/drawing/2014/main" id="{368B9BC3-CF84-40DF-283C-973FA2613462}"/>
              </a:ext>
            </a:extLst>
          </p:cNvPr>
          <p:cNvSpPr>
            <a:spLocks noGrp="1"/>
          </p:cNvSpPr>
          <p:nvPr>
            <p:ph sz="quarter" idx="16" hasCustomPrompt="1"/>
          </p:nvPr>
        </p:nvSpPr>
        <p:spPr>
          <a:xfrm>
            <a:off x="1143000" y="5640388"/>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7" name="Text Placeholder 8">
            <a:extLst>
              <a:ext uri="{FF2B5EF4-FFF2-40B4-BE49-F238E27FC236}">
                <a16:creationId xmlns:a16="http://schemas.microsoft.com/office/drawing/2014/main" id="{DDE61F8F-1252-4EB3-A3D0-A79C8EDB1A28}"/>
              </a:ext>
            </a:extLst>
          </p:cNvPr>
          <p:cNvSpPr>
            <a:spLocks noGrp="1"/>
          </p:cNvSpPr>
          <p:nvPr>
            <p:ph type="body" sz="quarter" idx="14" hasCustomPrompt="1"/>
          </p:nvPr>
        </p:nvSpPr>
        <p:spPr>
          <a:xfrm>
            <a:off x="1143000" y="4622800"/>
            <a:ext cx="8191500" cy="369332"/>
          </a:xfrm>
        </p:spPr>
        <p:txBody>
          <a:bodyPr/>
          <a:lstStyle>
            <a:lvl1pPr marL="0" indent="0">
              <a:buNone/>
              <a:defRPr sz="2000" b="1"/>
            </a:lvl1pPr>
          </a:lstStyle>
          <a:p>
            <a:pPr lvl="0"/>
            <a:r>
              <a:rPr lang="en-US" dirty="0"/>
              <a:t>Quoted Person’s Name</a:t>
            </a:r>
          </a:p>
        </p:txBody>
      </p:sp>
      <p:sp>
        <p:nvSpPr>
          <p:cNvPr id="8" name="Text Placeholder 10">
            <a:extLst>
              <a:ext uri="{FF2B5EF4-FFF2-40B4-BE49-F238E27FC236}">
                <a16:creationId xmlns:a16="http://schemas.microsoft.com/office/drawing/2014/main" id="{F210C4B5-0155-4111-B75B-57922160E1A8}"/>
              </a:ext>
            </a:extLst>
          </p:cNvPr>
          <p:cNvSpPr>
            <a:spLocks noGrp="1"/>
          </p:cNvSpPr>
          <p:nvPr>
            <p:ph type="body" sz="quarter" idx="15" hasCustomPrompt="1"/>
          </p:nvPr>
        </p:nvSpPr>
        <p:spPr>
          <a:xfrm>
            <a:off x="1143000" y="5045137"/>
            <a:ext cx="8176986" cy="341632"/>
          </a:xfrm>
        </p:spPr>
        <p:txBody>
          <a:bodyPr/>
          <a:lstStyle>
            <a:lvl1pPr marL="0" indent="0">
              <a:buNone/>
              <a:defRPr sz="1800"/>
            </a:lvl1pPr>
          </a:lstStyle>
          <a:p>
            <a:pPr lvl="0"/>
            <a:r>
              <a:rPr lang="en-US" dirty="0"/>
              <a:t>Quoted Person’s Job Title, Company Name</a:t>
            </a:r>
          </a:p>
        </p:txBody>
      </p:sp>
    </p:spTree>
    <p:extLst>
      <p:ext uri="{BB962C8B-B14F-4D97-AF65-F5344CB8AC3E}">
        <p14:creationId xmlns:p14="http://schemas.microsoft.com/office/powerpoint/2010/main" val="2181072342"/>
      </p:ext>
    </p:extLst>
  </p:cSld>
  <p:clrMapOvr>
    <a:masterClrMapping/>
  </p:clrMapOvr>
  <p:extLst>
    <p:ext uri="{DCECCB84-F9BA-43D5-87BE-67443E8EF086}">
      <p15:sldGuideLst xmlns:p15="http://schemas.microsoft.com/office/powerpoint/2012/main">
        <p15:guide id="1" pos="720">
          <p15:clr>
            <a:srgbClr val="FBAE40"/>
          </p15:clr>
        </p15:guide>
        <p15:guide id="2" pos="5880">
          <p15:clr>
            <a:srgbClr val="FBAE40"/>
          </p15:clr>
        </p15:guide>
        <p15:guide id="3" orient="horz" pos="290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3" name="Rectangle: Rounded Corners 14">
            <a:extLst>
              <a:ext uri="{FF2B5EF4-FFF2-40B4-BE49-F238E27FC236}">
                <a16:creationId xmlns:a16="http://schemas.microsoft.com/office/drawing/2014/main" id="{CF52449C-A276-663A-D802-436C9D3F6FC8}"/>
              </a:ext>
            </a:extLst>
          </p:cNvPr>
          <p:cNvSpPr/>
          <p:nvPr userDrawn="1"/>
        </p:nvSpPr>
        <p:spPr>
          <a:xfrm>
            <a:off x="646656" y="856097"/>
            <a:ext cx="10898688" cy="4823076"/>
          </a:xfrm>
          <a:prstGeom prst="roundRect">
            <a:avLst>
              <a:gd name="adj" fmla="val 5872"/>
            </a:avLst>
          </a:prstGeom>
          <a:solidFill>
            <a:srgbClr val="111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err="1"/>
          </a:p>
        </p:txBody>
      </p:sp>
      <p:sp>
        <p:nvSpPr>
          <p:cNvPr id="7" name="Freeform: Shape 2">
            <a:extLst>
              <a:ext uri="{FF2B5EF4-FFF2-40B4-BE49-F238E27FC236}">
                <a16:creationId xmlns:a16="http://schemas.microsoft.com/office/drawing/2014/main" id="{FCB01597-885F-FD69-6C6A-888EB789A2F2}"/>
              </a:ext>
            </a:extLst>
          </p:cNvPr>
          <p:cNvSpPr>
            <a:spLocks noChangeAspect="1"/>
          </p:cNvSpPr>
          <p:nvPr userDrawn="1"/>
        </p:nvSpPr>
        <p:spPr>
          <a:xfrm>
            <a:off x="442528" y="157667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8" name="Title 1">
            <a:extLst>
              <a:ext uri="{FF2B5EF4-FFF2-40B4-BE49-F238E27FC236}">
                <a16:creationId xmlns:a16="http://schemas.microsoft.com/office/drawing/2014/main" id="{5C85019C-F15E-4897-1C3D-82539E02857F}"/>
              </a:ext>
            </a:extLst>
          </p:cNvPr>
          <p:cNvSpPr>
            <a:spLocks noGrp="1"/>
          </p:cNvSpPr>
          <p:nvPr>
            <p:ph type="title" hasCustomPrompt="1"/>
          </p:nvPr>
        </p:nvSpPr>
        <p:spPr>
          <a:xfrm>
            <a:off x="1476374" y="1862077"/>
            <a:ext cx="9245909" cy="2195573"/>
          </a:xfrm>
          <a:prstGeom prst="rect">
            <a:avLst/>
          </a:prstGeom>
        </p:spPr>
        <p:txBody>
          <a:bodyPr/>
          <a:lstStyle>
            <a:lvl1pPr>
              <a:defRPr sz="3000" b="0" i="0">
                <a:latin typeface="Amazon Ember Display Medium" panose="020F0603020204020204" pitchFamily="34" charset="0"/>
                <a:ea typeface="Amazon Ember Display Medium" panose="020F0603020204020204" pitchFamily="34" charset="0"/>
                <a:cs typeface="Amazon Ember Display Medium" panose="020F0603020204020204" pitchFamily="34" charset="0"/>
              </a:defRPr>
            </a:lvl1pPr>
          </a:lstStyle>
          <a:p>
            <a:r>
              <a:rPr lang="en-US" dirty="0"/>
              <a:t>Enter quote here. Do not add additional quote marks in the text. Your quote can be 24pt font or larger depending on space. Use the appropriate customer quote slide based on the length of your quote.</a:t>
            </a:r>
          </a:p>
        </p:txBody>
      </p:sp>
      <p:sp>
        <p:nvSpPr>
          <p:cNvPr id="2" name="Content Placeholder 5">
            <a:extLst>
              <a:ext uri="{FF2B5EF4-FFF2-40B4-BE49-F238E27FC236}">
                <a16:creationId xmlns:a16="http://schemas.microsoft.com/office/drawing/2014/main" id="{9F1D3726-94DE-6232-DD14-3F78371773DC}"/>
              </a:ext>
            </a:extLst>
          </p:cNvPr>
          <p:cNvSpPr>
            <a:spLocks noGrp="1"/>
          </p:cNvSpPr>
          <p:nvPr>
            <p:ph sz="quarter" idx="16" hasCustomPrompt="1"/>
          </p:nvPr>
        </p:nvSpPr>
        <p:spPr>
          <a:xfrm>
            <a:off x="9055408" y="4926432"/>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9" name="Text Placeholder 8">
            <a:extLst>
              <a:ext uri="{FF2B5EF4-FFF2-40B4-BE49-F238E27FC236}">
                <a16:creationId xmlns:a16="http://schemas.microsoft.com/office/drawing/2014/main" id="{394E83D0-45AB-44C8-ACC1-43E4169DC2FD}"/>
              </a:ext>
            </a:extLst>
          </p:cNvPr>
          <p:cNvSpPr>
            <a:spLocks noGrp="1"/>
          </p:cNvSpPr>
          <p:nvPr>
            <p:ph type="body" sz="quarter" idx="14" hasCustomPrompt="1"/>
          </p:nvPr>
        </p:nvSpPr>
        <p:spPr>
          <a:xfrm>
            <a:off x="1474839" y="4136110"/>
            <a:ext cx="9247444" cy="369332"/>
          </a:xfrm>
        </p:spPr>
        <p:txBody>
          <a:bodyPr/>
          <a:lstStyle>
            <a:lvl1pPr marL="0" indent="0" algn="r">
              <a:buNone/>
              <a:defRPr sz="2000" b="1"/>
            </a:lvl1pPr>
          </a:lstStyle>
          <a:p>
            <a:pPr lvl="0"/>
            <a:r>
              <a:rPr lang="en-US" dirty="0"/>
              <a:t>Quoted Person’s Name</a:t>
            </a:r>
          </a:p>
        </p:txBody>
      </p:sp>
      <p:sp>
        <p:nvSpPr>
          <p:cNvPr id="10" name="Text Placeholder 10">
            <a:extLst>
              <a:ext uri="{FF2B5EF4-FFF2-40B4-BE49-F238E27FC236}">
                <a16:creationId xmlns:a16="http://schemas.microsoft.com/office/drawing/2014/main" id="{5277F33A-B0E5-4762-9F2E-12D5C2E4B69F}"/>
              </a:ext>
            </a:extLst>
          </p:cNvPr>
          <p:cNvSpPr>
            <a:spLocks noGrp="1"/>
          </p:cNvSpPr>
          <p:nvPr>
            <p:ph type="body" sz="quarter" idx="15" hasCustomPrompt="1"/>
          </p:nvPr>
        </p:nvSpPr>
        <p:spPr>
          <a:xfrm>
            <a:off x="1474839" y="4507647"/>
            <a:ext cx="9247444" cy="341632"/>
          </a:xfrm>
        </p:spPr>
        <p:txBody>
          <a:bodyPr/>
          <a:lstStyle>
            <a:lvl1pPr marL="0" indent="0" algn="r">
              <a:buNone/>
              <a:defRPr sz="1800"/>
            </a:lvl1pPr>
          </a:lstStyle>
          <a:p>
            <a:pPr lvl="0"/>
            <a:r>
              <a:rPr lang="en-US" dirty="0"/>
              <a:t>Quoted Person’s Job Title, Company Name</a:t>
            </a:r>
          </a:p>
        </p:txBody>
      </p:sp>
    </p:spTree>
    <p:extLst>
      <p:ext uri="{BB962C8B-B14F-4D97-AF65-F5344CB8AC3E}">
        <p14:creationId xmlns:p14="http://schemas.microsoft.com/office/powerpoint/2010/main" val="3806669785"/>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with photo">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A6AD14EE-B412-D4BA-99A4-1C0E5FD3E4EA}"/>
              </a:ext>
            </a:extLst>
          </p:cNvPr>
          <p:cNvSpPr>
            <a:spLocks noChangeAspect="1"/>
          </p:cNvSpPr>
          <p:nvPr userDrawn="1"/>
        </p:nvSpPr>
        <p:spPr>
          <a:xfrm>
            <a:off x="306051" y="91509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7" name="Picture Placeholder 5">
            <a:extLst>
              <a:ext uri="{FF2B5EF4-FFF2-40B4-BE49-F238E27FC236}">
                <a16:creationId xmlns:a16="http://schemas.microsoft.com/office/drawing/2014/main" id="{B392CC1F-2D5E-FAD6-DCF4-A5CE6433EDDB}"/>
              </a:ext>
            </a:extLst>
          </p:cNvPr>
          <p:cNvSpPr>
            <a:spLocks noGrp="1"/>
          </p:cNvSpPr>
          <p:nvPr>
            <p:ph type="pic" sz="quarter" idx="16" hasCustomPrompt="1"/>
          </p:nvPr>
        </p:nvSpPr>
        <p:spPr>
          <a:xfrm>
            <a:off x="4053840" y="0"/>
            <a:ext cx="8138160" cy="6858000"/>
          </a:xfrm>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2" name="Title 1">
            <a:extLst>
              <a:ext uri="{FF2B5EF4-FFF2-40B4-BE49-F238E27FC236}">
                <a16:creationId xmlns:a16="http://schemas.microsoft.com/office/drawing/2014/main" id="{1F3ABFD6-0A7E-4C17-A0CF-15563DCD4BE8}"/>
              </a:ext>
            </a:extLst>
          </p:cNvPr>
          <p:cNvSpPr>
            <a:spLocks noGrp="1"/>
          </p:cNvSpPr>
          <p:nvPr>
            <p:ph type="title" hasCustomPrompt="1"/>
          </p:nvPr>
        </p:nvSpPr>
        <p:spPr>
          <a:xfrm>
            <a:off x="1143000" y="1390651"/>
            <a:ext cx="4953000" cy="3048000"/>
          </a:xfrm>
        </p:spPr>
        <p:txBody>
          <a:bodyPr/>
          <a:lstStyle>
            <a:lvl1pPr>
              <a:defRPr sz="2400"/>
            </a:lvl1pPr>
          </a:lstStyle>
          <a:p>
            <a:r>
              <a:rPr lang="en-US" dirty="0"/>
              <a:t>Enter quote here. Do not add additional quote marks in the text. Your quote can be 24pt font or larger depending on space. </a:t>
            </a:r>
            <a:br>
              <a:rPr lang="en-US" dirty="0"/>
            </a:br>
            <a:r>
              <a:rPr lang="en-US" dirty="0"/>
              <a:t>Use the appropriate customer quote slide based on the length </a:t>
            </a:r>
            <a:br>
              <a:rPr lang="en-US" dirty="0"/>
            </a:br>
            <a:r>
              <a:rPr lang="en-US" dirty="0"/>
              <a:t>of your quote.</a:t>
            </a:r>
          </a:p>
        </p:txBody>
      </p:sp>
      <p:sp>
        <p:nvSpPr>
          <p:cNvPr id="3" name="Content Placeholder 5">
            <a:extLst>
              <a:ext uri="{FF2B5EF4-FFF2-40B4-BE49-F238E27FC236}">
                <a16:creationId xmlns:a16="http://schemas.microsoft.com/office/drawing/2014/main" id="{7DF23425-5FB3-E449-A1DC-4CF469E5015B}"/>
              </a:ext>
            </a:extLst>
          </p:cNvPr>
          <p:cNvSpPr>
            <a:spLocks noGrp="1"/>
          </p:cNvSpPr>
          <p:nvPr>
            <p:ph sz="quarter" idx="20" hasCustomPrompt="1"/>
          </p:nvPr>
        </p:nvSpPr>
        <p:spPr>
          <a:xfrm>
            <a:off x="1143000" y="5640388"/>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8" name="Text Placeholder 8">
            <a:extLst>
              <a:ext uri="{FF2B5EF4-FFF2-40B4-BE49-F238E27FC236}">
                <a16:creationId xmlns:a16="http://schemas.microsoft.com/office/drawing/2014/main" id="{7178D1C8-A818-402C-A27F-862DEF581DBE}"/>
              </a:ext>
            </a:extLst>
          </p:cNvPr>
          <p:cNvSpPr>
            <a:spLocks noGrp="1"/>
          </p:cNvSpPr>
          <p:nvPr>
            <p:ph type="body" sz="quarter" idx="14" hasCustomPrompt="1"/>
          </p:nvPr>
        </p:nvSpPr>
        <p:spPr>
          <a:xfrm>
            <a:off x="1143000" y="4622800"/>
            <a:ext cx="4953959" cy="369332"/>
          </a:xfrm>
        </p:spPr>
        <p:txBody>
          <a:bodyPr/>
          <a:lstStyle>
            <a:lvl1pPr marL="0" indent="0">
              <a:buNone/>
              <a:defRPr sz="2000" b="1"/>
            </a:lvl1pPr>
          </a:lstStyle>
          <a:p>
            <a:pPr lvl="0"/>
            <a:r>
              <a:rPr lang="en-US" dirty="0"/>
              <a:t>Quoted Person’s Name</a:t>
            </a:r>
          </a:p>
        </p:txBody>
      </p:sp>
      <p:sp>
        <p:nvSpPr>
          <p:cNvPr id="10" name="Text Placeholder 10">
            <a:extLst>
              <a:ext uri="{FF2B5EF4-FFF2-40B4-BE49-F238E27FC236}">
                <a16:creationId xmlns:a16="http://schemas.microsoft.com/office/drawing/2014/main" id="{546EF60F-3B19-4294-A136-96015AAB82AE}"/>
              </a:ext>
            </a:extLst>
          </p:cNvPr>
          <p:cNvSpPr>
            <a:spLocks noGrp="1"/>
          </p:cNvSpPr>
          <p:nvPr>
            <p:ph type="body" sz="quarter" idx="15" hasCustomPrompt="1"/>
          </p:nvPr>
        </p:nvSpPr>
        <p:spPr>
          <a:xfrm>
            <a:off x="1143000" y="5045137"/>
            <a:ext cx="4945182" cy="341632"/>
          </a:xfrm>
        </p:spPr>
        <p:txBody>
          <a:bodyPr/>
          <a:lstStyle>
            <a:lvl1pPr marL="0" indent="0">
              <a:buNone/>
              <a:defRPr sz="1800"/>
            </a:lvl1pPr>
          </a:lstStyle>
          <a:p>
            <a:pPr lvl="0"/>
            <a:r>
              <a:rPr lang="en-US" dirty="0"/>
              <a:t>Quoted Person’s Job Title, Company Name</a:t>
            </a:r>
          </a:p>
        </p:txBody>
      </p:sp>
    </p:spTree>
    <p:extLst>
      <p:ext uri="{BB962C8B-B14F-4D97-AF65-F5344CB8AC3E}">
        <p14:creationId xmlns:p14="http://schemas.microsoft.com/office/powerpoint/2010/main" val="2393396301"/>
      </p:ext>
    </p:extLst>
  </p:cSld>
  <p:clrMapOvr>
    <a:masterClrMapping/>
  </p:clrMapOvr>
  <p:extLst>
    <p:ext uri="{DCECCB84-F9BA-43D5-87BE-67443E8EF086}">
      <p15:sldGuideLst xmlns:p15="http://schemas.microsoft.com/office/powerpoint/2012/main">
        <p15:guide id="1" pos="720">
          <p15:clr>
            <a:srgbClr val="FBAE40"/>
          </p15:clr>
        </p15:guide>
        <p15:guide id="2" pos="5880">
          <p15:clr>
            <a:srgbClr val="FBAE40"/>
          </p15:clr>
        </p15:guide>
        <p15:guide id="3" orient="horz" pos="290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with portrai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ABFD6-0A7E-4C17-A0CF-15563DCD4BE8}"/>
              </a:ext>
            </a:extLst>
          </p:cNvPr>
          <p:cNvSpPr>
            <a:spLocks noGrp="1"/>
          </p:cNvSpPr>
          <p:nvPr>
            <p:ph type="title" hasCustomPrompt="1"/>
          </p:nvPr>
        </p:nvSpPr>
        <p:spPr>
          <a:xfrm>
            <a:off x="1143000" y="1371600"/>
            <a:ext cx="4953000" cy="3086100"/>
          </a:xfrm>
          <a:prstGeom prst="rect">
            <a:avLst/>
          </a:prstGeom>
        </p:spPr>
        <p:txBody>
          <a:bodyPr/>
          <a:lstStyle>
            <a:lvl1pPr>
              <a:defRPr sz="2400"/>
            </a:lvl1pPr>
          </a:lstStyle>
          <a:p>
            <a:r>
              <a:rPr lang="en-US" dirty="0"/>
              <a:t>Enter quote here. Do not add additional quote marks in the text. Your quote can be 24pt font or larger depending on space. </a:t>
            </a:r>
            <a:br>
              <a:rPr lang="en-US" dirty="0"/>
            </a:br>
            <a:r>
              <a:rPr lang="en-US" dirty="0"/>
              <a:t>Use the appropriate customer quote slide based on the length </a:t>
            </a:r>
            <a:br>
              <a:rPr lang="en-US" dirty="0"/>
            </a:br>
            <a:r>
              <a:rPr lang="en-US" dirty="0"/>
              <a:t>of your quote.</a:t>
            </a:r>
          </a:p>
        </p:txBody>
      </p:sp>
      <p:sp>
        <p:nvSpPr>
          <p:cNvPr id="16" name="Freeform: Shape 15">
            <a:extLst>
              <a:ext uri="{FF2B5EF4-FFF2-40B4-BE49-F238E27FC236}">
                <a16:creationId xmlns:a16="http://schemas.microsoft.com/office/drawing/2014/main" id="{A6AD14EE-B412-D4BA-99A4-1C0E5FD3E4EA}"/>
              </a:ext>
            </a:extLst>
          </p:cNvPr>
          <p:cNvSpPr>
            <a:spLocks noChangeAspect="1"/>
          </p:cNvSpPr>
          <p:nvPr userDrawn="1"/>
        </p:nvSpPr>
        <p:spPr>
          <a:xfrm>
            <a:off x="306051" y="915094"/>
            <a:ext cx="836949" cy="570806"/>
          </a:xfrm>
          <a:custGeom>
            <a:avLst/>
            <a:gdLst>
              <a:gd name="connsiteX0" fmla="*/ 357530 w 437083"/>
              <a:gd name="connsiteY0" fmla="*/ 0 h 298094"/>
              <a:gd name="connsiteX1" fmla="*/ 414223 w 437083"/>
              <a:gd name="connsiteY1" fmla="*/ 0 h 298094"/>
              <a:gd name="connsiteX2" fmla="*/ 437083 w 437083"/>
              <a:gd name="connsiteY2" fmla="*/ 19202 h 298094"/>
              <a:gd name="connsiteX3" fmla="*/ 436169 w 437083"/>
              <a:gd name="connsiteY3" fmla="*/ 30175 h 298094"/>
              <a:gd name="connsiteX4" fmla="*/ 433425 w 437083"/>
              <a:gd name="connsiteY4" fmla="*/ 52121 h 298094"/>
              <a:gd name="connsiteX5" fmla="*/ 403250 w 437083"/>
              <a:gd name="connsiteY5" fmla="*/ 266090 h 298094"/>
              <a:gd name="connsiteX6" fmla="*/ 392277 w 437083"/>
              <a:gd name="connsiteY6" fmla="*/ 290779 h 298094"/>
              <a:gd name="connsiteX7" fmla="*/ 367589 w 437083"/>
              <a:gd name="connsiteY7" fmla="*/ 298094 h 298094"/>
              <a:gd name="connsiteX8" fmla="*/ 327355 w 437083"/>
              <a:gd name="connsiteY8" fmla="*/ 298094 h 298094"/>
              <a:gd name="connsiteX9" fmla="*/ 235915 w 437083"/>
              <a:gd name="connsiteY9" fmla="*/ 236829 h 298094"/>
              <a:gd name="connsiteX10" fmla="*/ 258775 w 437083"/>
              <a:gd name="connsiteY10" fmla="*/ 160020 h 298094"/>
              <a:gd name="connsiteX11" fmla="*/ 318211 w 437083"/>
              <a:gd name="connsiteY11" fmla="*/ 28346 h 298094"/>
              <a:gd name="connsiteX12" fmla="*/ 333756 w 437083"/>
              <a:gd name="connsiteY12" fmla="*/ 6401 h 298094"/>
              <a:gd name="connsiteX13" fmla="*/ 357530 w 437083"/>
              <a:gd name="connsiteY13" fmla="*/ 0 h 298094"/>
              <a:gd name="connsiteX14" fmla="*/ 121615 w 437083"/>
              <a:gd name="connsiteY14" fmla="*/ 0 h 298094"/>
              <a:gd name="connsiteX15" fmla="*/ 178308 w 437083"/>
              <a:gd name="connsiteY15" fmla="*/ 0 h 298094"/>
              <a:gd name="connsiteX16" fmla="*/ 201168 w 437083"/>
              <a:gd name="connsiteY16" fmla="*/ 19202 h 298094"/>
              <a:gd name="connsiteX17" fmla="*/ 200253 w 437083"/>
              <a:gd name="connsiteY17" fmla="*/ 30175 h 298094"/>
              <a:gd name="connsiteX18" fmla="*/ 197510 w 437083"/>
              <a:gd name="connsiteY18" fmla="*/ 52121 h 298094"/>
              <a:gd name="connsiteX19" fmla="*/ 167335 w 437083"/>
              <a:gd name="connsiteY19" fmla="*/ 266090 h 298094"/>
              <a:gd name="connsiteX20" fmla="*/ 156362 w 437083"/>
              <a:gd name="connsiteY20" fmla="*/ 290779 h 298094"/>
              <a:gd name="connsiteX21" fmla="*/ 131673 w 437083"/>
              <a:gd name="connsiteY21" fmla="*/ 298094 h 298094"/>
              <a:gd name="connsiteX22" fmla="*/ 91440 w 437083"/>
              <a:gd name="connsiteY22" fmla="*/ 298094 h 298094"/>
              <a:gd name="connsiteX23" fmla="*/ 0 w 437083"/>
              <a:gd name="connsiteY23" fmla="*/ 236829 h 298094"/>
              <a:gd name="connsiteX24" fmla="*/ 22860 w 437083"/>
              <a:gd name="connsiteY24" fmla="*/ 160020 h 298094"/>
              <a:gd name="connsiteX25" fmla="*/ 82296 w 437083"/>
              <a:gd name="connsiteY25" fmla="*/ 28346 h 298094"/>
              <a:gd name="connsiteX26" fmla="*/ 97841 w 437083"/>
              <a:gd name="connsiteY26" fmla="*/ 6401 h 298094"/>
              <a:gd name="connsiteX27" fmla="*/ 121615 w 437083"/>
              <a:gd name="connsiteY27" fmla="*/ 0 h 29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7083" h="298094">
                <a:moveTo>
                  <a:pt x="357530" y="0"/>
                </a:moveTo>
                <a:lnTo>
                  <a:pt x="414223" y="0"/>
                </a:lnTo>
                <a:cubicBezTo>
                  <a:pt x="429463" y="0"/>
                  <a:pt x="437083" y="6401"/>
                  <a:pt x="437083" y="19202"/>
                </a:cubicBezTo>
                <a:cubicBezTo>
                  <a:pt x="437083" y="22250"/>
                  <a:pt x="436778" y="25908"/>
                  <a:pt x="436169" y="30175"/>
                </a:cubicBezTo>
                <a:cubicBezTo>
                  <a:pt x="435559" y="34442"/>
                  <a:pt x="434645" y="41757"/>
                  <a:pt x="433425" y="52121"/>
                </a:cubicBezTo>
                <a:lnTo>
                  <a:pt x="403250" y="266090"/>
                </a:lnTo>
                <a:cubicBezTo>
                  <a:pt x="401421" y="277673"/>
                  <a:pt x="397764" y="285902"/>
                  <a:pt x="392277" y="290779"/>
                </a:cubicBezTo>
                <a:cubicBezTo>
                  <a:pt x="386791" y="295656"/>
                  <a:pt x="378561" y="298094"/>
                  <a:pt x="367589" y="298094"/>
                </a:cubicBezTo>
                <a:lnTo>
                  <a:pt x="327355" y="298094"/>
                </a:lnTo>
                <a:cubicBezTo>
                  <a:pt x="266395" y="298094"/>
                  <a:pt x="235915" y="277673"/>
                  <a:pt x="235915" y="236829"/>
                </a:cubicBezTo>
                <a:cubicBezTo>
                  <a:pt x="235915" y="220370"/>
                  <a:pt x="243535" y="194767"/>
                  <a:pt x="258775" y="160020"/>
                </a:cubicBezTo>
                <a:lnTo>
                  <a:pt x="318211" y="28346"/>
                </a:lnTo>
                <a:cubicBezTo>
                  <a:pt x="322478" y="17983"/>
                  <a:pt x="327660" y="10668"/>
                  <a:pt x="333756" y="6401"/>
                </a:cubicBezTo>
                <a:cubicBezTo>
                  <a:pt x="339852" y="2133"/>
                  <a:pt x="347777" y="0"/>
                  <a:pt x="357530" y="0"/>
                </a:cubicBezTo>
                <a:close/>
                <a:moveTo>
                  <a:pt x="121615" y="0"/>
                </a:moveTo>
                <a:lnTo>
                  <a:pt x="178308" y="0"/>
                </a:lnTo>
                <a:cubicBezTo>
                  <a:pt x="193548" y="0"/>
                  <a:pt x="201168" y="6401"/>
                  <a:pt x="201168" y="19202"/>
                </a:cubicBezTo>
                <a:cubicBezTo>
                  <a:pt x="201168" y="22250"/>
                  <a:pt x="200863" y="25908"/>
                  <a:pt x="200253" y="30175"/>
                </a:cubicBezTo>
                <a:cubicBezTo>
                  <a:pt x="199644" y="34442"/>
                  <a:pt x="198729" y="41757"/>
                  <a:pt x="197510" y="52121"/>
                </a:cubicBezTo>
                <a:lnTo>
                  <a:pt x="167335" y="266090"/>
                </a:lnTo>
                <a:cubicBezTo>
                  <a:pt x="165506" y="277673"/>
                  <a:pt x="161849" y="285902"/>
                  <a:pt x="156362" y="290779"/>
                </a:cubicBezTo>
                <a:cubicBezTo>
                  <a:pt x="150876" y="295656"/>
                  <a:pt x="142646" y="298094"/>
                  <a:pt x="131673" y="298094"/>
                </a:cubicBezTo>
                <a:lnTo>
                  <a:pt x="91440" y="298094"/>
                </a:lnTo>
                <a:cubicBezTo>
                  <a:pt x="30480" y="298094"/>
                  <a:pt x="0" y="277673"/>
                  <a:pt x="0" y="236829"/>
                </a:cubicBezTo>
                <a:cubicBezTo>
                  <a:pt x="0" y="220370"/>
                  <a:pt x="7620" y="194767"/>
                  <a:pt x="22860" y="160020"/>
                </a:cubicBezTo>
                <a:lnTo>
                  <a:pt x="82296" y="28346"/>
                </a:lnTo>
                <a:cubicBezTo>
                  <a:pt x="86563" y="17983"/>
                  <a:pt x="91745" y="10668"/>
                  <a:pt x="97841" y="6401"/>
                </a:cubicBezTo>
                <a:cubicBezTo>
                  <a:pt x="103937" y="2133"/>
                  <a:pt x="111861" y="0"/>
                  <a:pt x="121615" y="0"/>
                </a:cubicBezTo>
                <a:close/>
              </a:path>
            </a:pathLst>
          </a:custGeom>
          <a:gradFill flip="none" rotWithShape="1">
            <a:gsLst>
              <a:gs pos="0">
                <a:schemeClr val="accent1"/>
              </a:gs>
              <a:gs pos="100000">
                <a:schemeClr val="accent3"/>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err="1"/>
          </a:p>
        </p:txBody>
      </p:sp>
      <p:sp>
        <p:nvSpPr>
          <p:cNvPr id="3" name="Rectangle 2">
            <a:extLst>
              <a:ext uri="{FF2B5EF4-FFF2-40B4-BE49-F238E27FC236}">
                <a16:creationId xmlns:a16="http://schemas.microsoft.com/office/drawing/2014/main" id="{DF310A63-64FE-E9AE-7EFE-0450BA72CEBC}"/>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 name="Picture Placeholder 5">
            <a:extLst>
              <a:ext uri="{FF2B5EF4-FFF2-40B4-BE49-F238E27FC236}">
                <a16:creationId xmlns:a16="http://schemas.microsoft.com/office/drawing/2014/main" id="{61F8984E-9F5B-A656-83FE-21F4A764609D}"/>
              </a:ext>
            </a:extLst>
          </p:cNvPr>
          <p:cNvSpPr>
            <a:spLocks noGrp="1"/>
          </p:cNvSpPr>
          <p:nvPr>
            <p:ph type="pic" sz="quarter" idx="16" hasCustomPrompt="1"/>
          </p:nvPr>
        </p:nvSpPr>
        <p:spPr>
          <a:xfrm>
            <a:off x="7391400" y="1485899"/>
            <a:ext cx="3886200" cy="3980836"/>
          </a:xfrm>
          <a:prstGeom prst="roundRect">
            <a:avLst>
              <a:gd name="adj" fmla="val 2693"/>
            </a:avLst>
          </a:prstGeom>
        </p:spPr>
        <p:txBody>
          <a:bodyPr anchor="ctr"/>
          <a:lstStyle>
            <a:lvl1pPr marL="0" indent="0" algn="ctr">
              <a:buNone/>
              <a:defRPr/>
            </a:lvl1pPr>
          </a:lstStyle>
          <a:p>
            <a:r>
              <a:rPr lang="en-US" dirty="0"/>
              <a:t>Click icon to add image</a:t>
            </a:r>
            <a:br>
              <a:rPr lang="en-US" dirty="0"/>
            </a:br>
            <a:br>
              <a:rPr lang="en-US" dirty="0"/>
            </a:br>
            <a:endParaRPr lang="en-US" dirty="0"/>
          </a:p>
        </p:txBody>
      </p:sp>
      <p:sp>
        <p:nvSpPr>
          <p:cNvPr id="4" name="Content Placeholder 5">
            <a:extLst>
              <a:ext uri="{FF2B5EF4-FFF2-40B4-BE49-F238E27FC236}">
                <a16:creationId xmlns:a16="http://schemas.microsoft.com/office/drawing/2014/main" id="{8D317426-785A-B35B-F20F-5F8CFC2ACFCC}"/>
              </a:ext>
            </a:extLst>
          </p:cNvPr>
          <p:cNvSpPr>
            <a:spLocks noGrp="1"/>
          </p:cNvSpPr>
          <p:nvPr>
            <p:ph sz="quarter" idx="17" hasCustomPrompt="1"/>
          </p:nvPr>
        </p:nvSpPr>
        <p:spPr>
          <a:xfrm>
            <a:off x="1143000" y="5640388"/>
            <a:ext cx="1666875" cy="569912"/>
          </a:xfrm>
        </p:spPr>
        <p:txBody>
          <a:bodyPr anchor="ctr" anchorCtr="0">
            <a:noAutofit/>
          </a:bodyPr>
          <a:lstStyle>
            <a:lvl1pPr marL="0" indent="0">
              <a:buNone/>
              <a:defRPr sz="1600"/>
            </a:lvl1pPr>
            <a:lvl2pPr marL="228600" indent="0">
              <a:buNone/>
              <a:defRPr/>
            </a:lvl2pPr>
            <a:lvl3pPr marL="231775" indent="0">
              <a:buNone/>
              <a:defRPr/>
            </a:lvl3pPr>
            <a:lvl4pPr marL="685800" indent="0">
              <a:buNone/>
              <a:defRPr/>
            </a:lvl4pPr>
            <a:lvl5pPr marL="685800" indent="0">
              <a:buNone/>
              <a:defRPr/>
            </a:lvl5pPr>
          </a:lstStyle>
          <a:p>
            <a:pPr lvl="0"/>
            <a:r>
              <a:rPr lang="en-US" dirty="0"/>
              <a:t>Insert logo here</a:t>
            </a:r>
          </a:p>
        </p:txBody>
      </p:sp>
      <p:sp>
        <p:nvSpPr>
          <p:cNvPr id="10" name="Text Placeholder 8">
            <a:extLst>
              <a:ext uri="{FF2B5EF4-FFF2-40B4-BE49-F238E27FC236}">
                <a16:creationId xmlns:a16="http://schemas.microsoft.com/office/drawing/2014/main" id="{85C4E74D-91E3-4952-A34C-DA709A7825DB}"/>
              </a:ext>
            </a:extLst>
          </p:cNvPr>
          <p:cNvSpPr>
            <a:spLocks noGrp="1"/>
          </p:cNvSpPr>
          <p:nvPr>
            <p:ph type="body" sz="quarter" idx="14" hasCustomPrompt="1"/>
          </p:nvPr>
        </p:nvSpPr>
        <p:spPr>
          <a:xfrm>
            <a:off x="1143000" y="4622800"/>
            <a:ext cx="4953959" cy="369332"/>
          </a:xfrm>
        </p:spPr>
        <p:txBody>
          <a:bodyPr/>
          <a:lstStyle>
            <a:lvl1pPr marL="0" indent="0">
              <a:buNone/>
              <a:defRPr sz="2000" b="1"/>
            </a:lvl1pPr>
          </a:lstStyle>
          <a:p>
            <a:pPr lvl="0"/>
            <a:r>
              <a:rPr lang="en-US" dirty="0"/>
              <a:t>Quoted Person’s Name</a:t>
            </a:r>
          </a:p>
        </p:txBody>
      </p:sp>
      <p:sp>
        <p:nvSpPr>
          <p:cNvPr id="12" name="Text Placeholder 10">
            <a:extLst>
              <a:ext uri="{FF2B5EF4-FFF2-40B4-BE49-F238E27FC236}">
                <a16:creationId xmlns:a16="http://schemas.microsoft.com/office/drawing/2014/main" id="{CB6591F2-93EA-4086-B446-0BF211EAC6BE}"/>
              </a:ext>
            </a:extLst>
          </p:cNvPr>
          <p:cNvSpPr>
            <a:spLocks noGrp="1"/>
          </p:cNvSpPr>
          <p:nvPr>
            <p:ph type="body" sz="quarter" idx="15" hasCustomPrompt="1"/>
          </p:nvPr>
        </p:nvSpPr>
        <p:spPr>
          <a:xfrm>
            <a:off x="1143000" y="5045137"/>
            <a:ext cx="4945182" cy="341632"/>
          </a:xfrm>
        </p:spPr>
        <p:txBody>
          <a:bodyPr/>
          <a:lstStyle>
            <a:lvl1pPr marL="0" indent="0">
              <a:buNone/>
              <a:defRPr sz="1800"/>
            </a:lvl1pPr>
          </a:lstStyle>
          <a:p>
            <a:pPr lvl="0"/>
            <a:r>
              <a:rPr lang="en-US" dirty="0"/>
              <a:t>Quoted Person’s Job Title, Company Name</a:t>
            </a:r>
          </a:p>
        </p:txBody>
      </p:sp>
    </p:spTree>
    <p:extLst>
      <p:ext uri="{BB962C8B-B14F-4D97-AF65-F5344CB8AC3E}">
        <p14:creationId xmlns:p14="http://schemas.microsoft.com/office/powerpoint/2010/main" val="2518880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FBAE40"/>
          </p15:clr>
        </p15:guide>
        <p15:guide id="2" pos="5880">
          <p15:clr>
            <a:srgbClr val="FBAE40"/>
          </p15:clr>
        </p15:guide>
        <p15:guide id="3" orient="horz" pos="290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ogo wall">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57D666F-6FBF-ABB3-CF15-16F3AF8F00C9}"/>
              </a:ext>
            </a:extLst>
          </p:cNvPr>
          <p:cNvSpPr>
            <a:spLocks noGrp="1"/>
          </p:cNvSpPr>
          <p:nvPr>
            <p:ph type="title" hasCustomPrompt="1"/>
          </p:nvPr>
        </p:nvSpPr>
        <p:spPr>
          <a:xfrm>
            <a:off x="420624" y="355127"/>
            <a:ext cx="11428476" cy="638175"/>
          </a:xfrm>
        </p:spPr>
        <p:txBody>
          <a:bodyPr/>
          <a:lstStyle>
            <a:lvl1pPr>
              <a:defRPr/>
            </a:lvl1pPr>
          </a:lstStyle>
          <a:p>
            <a:r>
              <a:rPr lang="en-US" dirty="0"/>
              <a:t>Customer logo wall layout</a:t>
            </a:r>
          </a:p>
        </p:txBody>
      </p:sp>
      <p:sp>
        <p:nvSpPr>
          <p:cNvPr id="12" name="Content Placeholder 7">
            <a:extLst>
              <a:ext uri="{FF2B5EF4-FFF2-40B4-BE49-F238E27FC236}">
                <a16:creationId xmlns:a16="http://schemas.microsoft.com/office/drawing/2014/main" id="{015C08B8-13A9-49D9-8429-1D74691FB3D0}"/>
              </a:ext>
            </a:extLst>
          </p:cNvPr>
          <p:cNvSpPr>
            <a:spLocks noGrp="1"/>
          </p:cNvSpPr>
          <p:nvPr>
            <p:ph sz="quarter" idx="13" hasCustomPrompt="1"/>
          </p:nvPr>
        </p:nvSpPr>
        <p:spPr>
          <a:xfrm>
            <a:off x="790841"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25C60DB3-039D-48D0-BBBE-D6707EDF3195}"/>
              </a:ext>
            </a:extLst>
          </p:cNvPr>
          <p:cNvSpPr>
            <a:spLocks noGrp="1"/>
          </p:cNvSpPr>
          <p:nvPr>
            <p:ph sz="quarter" idx="14" hasCustomPrompt="1"/>
          </p:nvPr>
        </p:nvSpPr>
        <p:spPr>
          <a:xfrm>
            <a:off x="9572359"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4E251B22-71D8-417A-860B-A9F241BE55F0}"/>
              </a:ext>
            </a:extLst>
          </p:cNvPr>
          <p:cNvSpPr>
            <a:spLocks noGrp="1"/>
          </p:cNvSpPr>
          <p:nvPr>
            <p:ph sz="quarter" idx="15" hasCustomPrompt="1"/>
          </p:nvPr>
        </p:nvSpPr>
        <p:spPr>
          <a:xfrm>
            <a:off x="3718014"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CB8BF785-0CE5-4F20-9877-7E7D82ADD65C}"/>
              </a:ext>
            </a:extLst>
          </p:cNvPr>
          <p:cNvSpPr>
            <a:spLocks noGrp="1"/>
          </p:cNvSpPr>
          <p:nvPr>
            <p:ph sz="quarter" idx="16" hasCustomPrompt="1"/>
          </p:nvPr>
        </p:nvSpPr>
        <p:spPr>
          <a:xfrm>
            <a:off x="6645187" y="2194560"/>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6" name="Content Placeholder 7">
            <a:extLst>
              <a:ext uri="{FF2B5EF4-FFF2-40B4-BE49-F238E27FC236}">
                <a16:creationId xmlns:a16="http://schemas.microsoft.com/office/drawing/2014/main" id="{00F2C7D5-0C93-479A-82A7-1A69785D1E4E}"/>
              </a:ext>
            </a:extLst>
          </p:cNvPr>
          <p:cNvSpPr>
            <a:spLocks noGrp="1"/>
          </p:cNvSpPr>
          <p:nvPr>
            <p:ph sz="quarter" idx="17" hasCustomPrompt="1"/>
          </p:nvPr>
        </p:nvSpPr>
        <p:spPr>
          <a:xfrm>
            <a:off x="790841"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7" name="Content Placeholder 7">
            <a:extLst>
              <a:ext uri="{FF2B5EF4-FFF2-40B4-BE49-F238E27FC236}">
                <a16:creationId xmlns:a16="http://schemas.microsoft.com/office/drawing/2014/main" id="{938BF167-4E21-47DD-9F62-F1AAD0F2E99A}"/>
              </a:ext>
            </a:extLst>
          </p:cNvPr>
          <p:cNvSpPr>
            <a:spLocks noGrp="1"/>
          </p:cNvSpPr>
          <p:nvPr>
            <p:ph sz="quarter" idx="18" hasCustomPrompt="1"/>
          </p:nvPr>
        </p:nvSpPr>
        <p:spPr>
          <a:xfrm>
            <a:off x="9572359"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8" name="Content Placeholder 7">
            <a:extLst>
              <a:ext uri="{FF2B5EF4-FFF2-40B4-BE49-F238E27FC236}">
                <a16:creationId xmlns:a16="http://schemas.microsoft.com/office/drawing/2014/main" id="{52E1CDD4-7A51-49E3-A015-3118CFC4F3E1}"/>
              </a:ext>
            </a:extLst>
          </p:cNvPr>
          <p:cNvSpPr>
            <a:spLocks noGrp="1"/>
          </p:cNvSpPr>
          <p:nvPr>
            <p:ph sz="quarter" idx="19" hasCustomPrompt="1"/>
          </p:nvPr>
        </p:nvSpPr>
        <p:spPr>
          <a:xfrm>
            <a:off x="3718014"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9" name="Content Placeholder 7">
            <a:extLst>
              <a:ext uri="{FF2B5EF4-FFF2-40B4-BE49-F238E27FC236}">
                <a16:creationId xmlns:a16="http://schemas.microsoft.com/office/drawing/2014/main" id="{6D15639F-1211-4224-BE37-0290D3BB0C2E}"/>
              </a:ext>
            </a:extLst>
          </p:cNvPr>
          <p:cNvSpPr>
            <a:spLocks noGrp="1"/>
          </p:cNvSpPr>
          <p:nvPr>
            <p:ph sz="quarter" idx="20" hasCustomPrompt="1"/>
          </p:nvPr>
        </p:nvSpPr>
        <p:spPr>
          <a:xfrm>
            <a:off x="6645187" y="4059936"/>
            <a:ext cx="1828800" cy="1097280"/>
          </a:xfrm>
        </p:spPr>
        <p:txBody>
          <a:bodyPr>
            <a:noAutofit/>
          </a:bodyPr>
          <a:lstStyle>
            <a:lvl1pPr marL="0" indent="0">
              <a:buNone/>
              <a:defRPr sz="1100">
                <a:solidFill>
                  <a:schemeClr val="tx1"/>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Tree>
    <p:extLst>
      <p:ext uri="{BB962C8B-B14F-4D97-AF65-F5344CB8AC3E}">
        <p14:creationId xmlns:p14="http://schemas.microsoft.com/office/powerpoint/2010/main" val="19625970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9B174-8DFF-7AB5-F486-297765C374F7}"/>
              </a:ext>
            </a:extLst>
          </p:cNvPr>
          <p:cNvSpPr>
            <a:spLocks noGrp="1"/>
          </p:cNvSpPr>
          <p:nvPr>
            <p:ph type="title" hasCustomPrompt="1"/>
          </p:nvPr>
        </p:nvSpPr>
        <p:spPr/>
        <p:txBody>
          <a:bodyPr/>
          <a:lstStyle>
            <a:lvl1pPr>
              <a:defRPr/>
            </a:lvl1pPr>
          </a:lstStyle>
          <a:p>
            <a:r>
              <a:rPr lang="en-US" dirty="0"/>
              <a:t>Code layout</a:t>
            </a:r>
          </a:p>
        </p:txBody>
      </p:sp>
      <p:sp>
        <p:nvSpPr>
          <p:cNvPr id="5" name="Content Placeholder 4">
            <a:extLst>
              <a:ext uri="{FF2B5EF4-FFF2-40B4-BE49-F238E27FC236}">
                <a16:creationId xmlns:a16="http://schemas.microsoft.com/office/drawing/2014/main" id="{63EAEE91-C59D-07DA-60E8-8CC9D95E21D1}"/>
              </a:ext>
            </a:extLst>
          </p:cNvPr>
          <p:cNvSpPr>
            <a:spLocks noGrp="1"/>
          </p:cNvSpPr>
          <p:nvPr>
            <p:ph sz="quarter" idx="11" hasCustomPrompt="1"/>
          </p:nvPr>
        </p:nvSpPr>
        <p:spPr>
          <a:xfrm>
            <a:off x="426596" y="1371600"/>
            <a:ext cx="11422504" cy="1508105"/>
          </a:xfrm>
        </p:spPr>
        <p:txBody>
          <a:bodyPr/>
          <a:lstStyle>
            <a:lvl1pPr marL="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2pPr>
            <a:lvl3pPr marL="4572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3pPr>
            <a:lvl4pPr marL="6858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4pPr>
            <a:lvl5pPr marL="9144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99542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de -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9B174-8DFF-7AB5-F486-297765C374F7}"/>
              </a:ext>
            </a:extLst>
          </p:cNvPr>
          <p:cNvSpPr>
            <a:spLocks noGrp="1"/>
          </p:cNvSpPr>
          <p:nvPr>
            <p:ph type="title" hasCustomPrompt="1"/>
          </p:nvPr>
        </p:nvSpPr>
        <p:spPr/>
        <p:txBody>
          <a:bodyPr/>
          <a:lstStyle>
            <a:lvl1pPr>
              <a:defRPr/>
            </a:lvl1pPr>
          </a:lstStyle>
          <a:p>
            <a:r>
              <a:rPr lang="en-US" dirty="0"/>
              <a:t>Two-column code layout</a:t>
            </a:r>
          </a:p>
        </p:txBody>
      </p:sp>
      <p:sp>
        <p:nvSpPr>
          <p:cNvPr id="5" name="Content Placeholder 4">
            <a:extLst>
              <a:ext uri="{FF2B5EF4-FFF2-40B4-BE49-F238E27FC236}">
                <a16:creationId xmlns:a16="http://schemas.microsoft.com/office/drawing/2014/main" id="{63EAEE91-C59D-07DA-60E8-8CC9D95E21D1}"/>
              </a:ext>
            </a:extLst>
          </p:cNvPr>
          <p:cNvSpPr>
            <a:spLocks noGrp="1"/>
          </p:cNvSpPr>
          <p:nvPr>
            <p:ph sz="quarter" idx="11" hasCustomPrompt="1"/>
          </p:nvPr>
        </p:nvSpPr>
        <p:spPr>
          <a:xfrm>
            <a:off x="426596" y="1371600"/>
            <a:ext cx="5540816" cy="1508105"/>
          </a:xfrm>
        </p:spPr>
        <p:txBody>
          <a:bodyPr/>
          <a:lstStyle>
            <a:lvl1pPr marL="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2pPr>
            <a:lvl3pPr marL="4572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3pPr>
            <a:lvl4pPr marL="6858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4pPr>
            <a:lvl5pPr marL="9144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4">
            <a:extLst>
              <a:ext uri="{FF2B5EF4-FFF2-40B4-BE49-F238E27FC236}">
                <a16:creationId xmlns:a16="http://schemas.microsoft.com/office/drawing/2014/main" id="{20C3EBB8-17E1-75C6-AEB6-BDAD88882522}"/>
              </a:ext>
            </a:extLst>
          </p:cNvPr>
          <p:cNvSpPr>
            <a:spLocks noGrp="1"/>
          </p:cNvSpPr>
          <p:nvPr>
            <p:ph sz="quarter" idx="12" hasCustomPrompt="1"/>
          </p:nvPr>
        </p:nvSpPr>
        <p:spPr>
          <a:xfrm>
            <a:off x="6308284" y="1371600"/>
            <a:ext cx="5540816" cy="1508105"/>
          </a:xfrm>
        </p:spPr>
        <p:txBody>
          <a:bodyPr/>
          <a:lstStyle>
            <a:lvl1pPr marL="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2pPr>
            <a:lvl3pPr marL="4572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3pPr>
            <a:lvl4pPr marL="6858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4pPr>
            <a:lvl5pPr marL="914400" indent="0">
              <a:spcAft>
                <a:spcPts val="600"/>
              </a:spcAft>
              <a:buNone/>
              <a:defRPr sz="1600">
                <a:latin typeface="Amazon Ember Mono" panose="020B0509020204020204" pitchFamily="49" charset="0"/>
                <a:ea typeface="Amazon Ember Mono" panose="020B0509020204020204" pitchFamily="49" charset="0"/>
                <a:cs typeface="Amazon Ember Mono" panose="020B05090202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51598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et start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15310-C23D-47DD-AC47-BB87E7EEC1B4}"/>
              </a:ext>
            </a:extLst>
          </p:cNvPr>
          <p:cNvSpPr>
            <a:spLocks noGrp="1"/>
          </p:cNvSpPr>
          <p:nvPr>
            <p:ph type="title" hasCustomPrompt="1"/>
          </p:nvPr>
        </p:nvSpPr>
        <p:spPr/>
        <p:txBody>
          <a:bodyPr/>
          <a:lstStyle>
            <a:lvl1pPr>
              <a:defRPr/>
            </a:lvl1pPr>
          </a:lstStyle>
          <a:p>
            <a:r>
              <a:rPr lang="en-US" dirty="0"/>
              <a:t>Get started</a:t>
            </a:r>
          </a:p>
        </p:txBody>
      </p:sp>
      <p:sp>
        <p:nvSpPr>
          <p:cNvPr id="3" name="Rectangle: Rounded Corners 2">
            <a:extLst>
              <a:ext uri="{FF2B5EF4-FFF2-40B4-BE49-F238E27FC236}">
                <a16:creationId xmlns:a16="http://schemas.microsoft.com/office/drawing/2014/main" id="{9C2051E2-89E7-42F4-8F96-C8FF138B25DE}"/>
              </a:ext>
            </a:extLst>
          </p:cNvPr>
          <p:cNvSpPr>
            <a:spLocks noChangeAspect="1"/>
          </p:cNvSpPr>
          <p:nvPr userDrawn="1"/>
        </p:nvSpPr>
        <p:spPr>
          <a:xfrm>
            <a:off x="829573" y="1799085"/>
            <a:ext cx="3259760" cy="3408182"/>
          </a:xfrm>
          <a:prstGeom prst="roundRect">
            <a:avLst>
              <a:gd name="adj" fmla="val 10990"/>
            </a:avLst>
          </a:prstGeom>
          <a:noFill/>
          <a:ln w="38100">
            <a:gradFill>
              <a:gsLst>
                <a:gs pos="0">
                  <a:schemeClr val="accent2"/>
                </a:gs>
                <a:gs pos="100000">
                  <a:schemeClr val="accent4"/>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4" name="Rectangle: Rounded Corners 3">
            <a:extLst>
              <a:ext uri="{FF2B5EF4-FFF2-40B4-BE49-F238E27FC236}">
                <a16:creationId xmlns:a16="http://schemas.microsoft.com/office/drawing/2014/main" id="{40E4AA71-DCED-4395-B8CD-10EE258FEC2E}"/>
              </a:ext>
            </a:extLst>
          </p:cNvPr>
          <p:cNvSpPr>
            <a:spLocks noChangeAspect="1"/>
          </p:cNvSpPr>
          <p:nvPr userDrawn="1"/>
        </p:nvSpPr>
        <p:spPr>
          <a:xfrm>
            <a:off x="4451796" y="1799085"/>
            <a:ext cx="3259760" cy="3408182"/>
          </a:xfrm>
          <a:prstGeom prst="roundRect">
            <a:avLst>
              <a:gd name="adj" fmla="val 9320"/>
            </a:avLst>
          </a:prstGeom>
          <a:noFill/>
          <a:ln w="38100">
            <a:gradFill>
              <a:gsLst>
                <a:gs pos="0">
                  <a:schemeClr val="accent2"/>
                </a:gs>
                <a:gs pos="100000">
                  <a:schemeClr val="accent4"/>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25E96DDC-F13C-4B81-B960-E123F55A355F}"/>
              </a:ext>
            </a:extLst>
          </p:cNvPr>
          <p:cNvSpPr>
            <a:spLocks noChangeAspect="1"/>
          </p:cNvSpPr>
          <p:nvPr userDrawn="1"/>
        </p:nvSpPr>
        <p:spPr>
          <a:xfrm>
            <a:off x="8069454" y="1799085"/>
            <a:ext cx="3259760" cy="3408182"/>
          </a:xfrm>
          <a:prstGeom prst="roundRect">
            <a:avLst>
              <a:gd name="adj" fmla="val 8652"/>
            </a:avLst>
          </a:prstGeom>
          <a:noFill/>
          <a:ln w="38100">
            <a:gradFill>
              <a:gsLst>
                <a:gs pos="0">
                  <a:schemeClr val="accent2"/>
                </a:gs>
                <a:gs pos="100000">
                  <a:schemeClr val="accent4"/>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solidFill>
                <a:schemeClr val="bg1"/>
              </a:solidFill>
            </a:endParaRPr>
          </a:p>
        </p:txBody>
      </p:sp>
      <p:sp>
        <p:nvSpPr>
          <p:cNvPr id="12" name="Picture Placeholder 19">
            <a:extLst>
              <a:ext uri="{FF2B5EF4-FFF2-40B4-BE49-F238E27FC236}">
                <a16:creationId xmlns:a16="http://schemas.microsoft.com/office/drawing/2014/main" id="{7633A5EB-8593-49CA-A350-D21B45CDA0BA}"/>
              </a:ext>
            </a:extLst>
          </p:cNvPr>
          <p:cNvSpPr>
            <a:spLocks noGrp="1"/>
          </p:cNvSpPr>
          <p:nvPr>
            <p:ph type="pic" sz="quarter" idx="17" hasCustomPrompt="1"/>
          </p:nvPr>
        </p:nvSpPr>
        <p:spPr>
          <a:xfrm>
            <a:off x="1381225" y="2290764"/>
            <a:ext cx="2194560" cy="1695450"/>
          </a:xfrm>
          <a:prstGeom prst="roundRect">
            <a:avLst>
              <a:gd name="adj" fmla="val 4167"/>
            </a:avLst>
          </a:prstGeom>
        </p:spPr>
        <p:txBody>
          <a:bodyPr anchor="ctr"/>
          <a:lstStyle>
            <a:lvl1pPr marL="0" indent="0" algn="ctr">
              <a:buNone/>
              <a:defRPr sz="1400"/>
            </a:lvl1pPr>
          </a:lstStyle>
          <a:p>
            <a:r>
              <a:rPr lang="en-US" dirty="0"/>
              <a:t>Click icon to add QR code</a:t>
            </a:r>
            <a:br>
              <a:rPr lang="en-US" dirty="0"/>
            </a:br>
            <a:br>
              <a:rPr lang="en-US" dirty="0"/>
            </a:br>
            <a:endParaRPr lang="en-US" dirty="0"/>
          </a:p>
        </p:txBody>
      </p:sp>
      <p:sp>
        <p:nvSpPr>
          <p:cNvPr id="13" name="Picture Placeholder 19">
            <a:extLst>
              <a:ext uri="{FF2B5EF4-FFF2-40B4-BE49-F238E27FC236}">
                <a16:creationId xmlns:a16="http://schemas.microsoft.com/office/drawing/2014/main" id="{E4A628D0-0922-43A5-B256-1C8CECF02ACB}"/>
              </a:ext>
            </a:extLst>
          </p:cNvPr>
          <p:cNvSpPr>
            <a:spLocks noGrp="1"/>
          </p:cNvSpPr>
          <p:nvPr>
            <p:ph type="pic" sz="quarter" idx="18" hasCustomPrompt="1"/>
          </p:nvPr>
        </p:nvSpPr>
        <p:spPr>
          <a:xfrm>
            <a:off x="4974870" y="2289952"/>
            <a:ext cx="2194560" cy="1695450"/>
          </a:xfrm>
          <a:prstGeom prst="roundRect">
            <a:avLst>
              <a:gd name="adj" fmla="val 4167"/>
            </a:avLst>
          </a:prstGeom>
        </p:spPr>
        <p:txBody>
          <a:bodyPr anchor="ctr"/>
          <a:lstStyle>
            <a:lvl1pPr marL="0" indent="0" algn="ctr">
              <a:buNone/>
              <a:defRPr sz="1400"/>
            </a:lvl1pPr>
          </a:lstStyle>
          <a:p>
            <a:r>
              <a:rPr lang="en-US" dirty="0"/>
              <a:t>Click icon to add QR code</a:t>
            </a:r>
            <a:br>
              <a:rPr lang="en-US" dirty="0"/>
            </a:br>
            <a:br>
              <a:rPr lang="en-US" dirty="0"/>
            </a:br>
            <a:endParaRPr lang="en-US" dirty="0"/>
          </a:p>
        </p:txBody>
      </p:sp>
      <p:sp>
        <p:nvSpPr>
          <p:cNvPr id="14" name="Picture Placeholder 19">
            <a:extLst>
              <a:ext uri="{FF2B5EF4-FFF2-40B4-BE49-F238E27FC236}">
                <a16:creationId xmlns:a16="http://schemas.microsoft.com/office/drawing/2014/main" id="{54EFD328-D536-4D61-930F-8B5E2C30986C}"/>
              </a:ext>
            </a:extLst>
          </p:cNvPr>
          <p:cNvSpPr>
            <a:spLocks noGrp="1"/>
          </p:cNvSpPr>
          <p:nvPr>
            <p:ph type="pic" sz="quarter" idx="19" hasCustomPrompt="1"/>
          </p:nvPr>
        </p:nvSpPr>
        <p:spPr>
          <a:xfrm>
            <a:off x="8634501" y="2289952"/>
            <a:ext cx="2194560" cy="1695450"/>
          </a:xfrm>
          <a:prstGeom prst="roundRect">
            <a:avLst>
              <a:gd name="adj" fmla="val 4167"/>
            </a:avLst>
          </a:prstGeom>
        </p:spPr>
        <p:txBody>
          <a:bodyPr anchor="ctr"/>
          <a:lstStyle>
            <a:lvl1pPr marL="0" indent="0" algn="ctr">
              <a:buNone/>
              <a:defRPr sz="1400"/>
            </a:lvl1pPr>
          </a:lstStyle>
          <a:p>
            <a:r>
              <a:rPr lang="en-US" dirty="0"/>
              <a:t>Click icon to add QR code</a:t>
            </a:r>
            <a:br>
              <a:rPr lang="en-US" dirty="0"/>
            </a:br>
            <a:br>
              <a:rPr lang="en-US" dirty="0"/>
            </a:br>
            <a:endParaRPr lang="en-US" dirty="0"/>
          </a:p>
        </p:txBody>
      </p:sp>
      <p:sp>
        <p:nvSpPr>
          <p:cNvPr id="18" name="Text Placeholder 2">
            <a:extLst>
              <a:ext uri="{FF2B5EF4-FFF2-40B4-BE49-F238E27FC236}">
                <a16:creationId xmlns:a16="http://schemas.microsoft.com/office/drawing/2014/main" id="{EA101586-5D11-49AF-8D60-9A76156F5BF3}"/>
              </a:ext>
            </a:extLst>
          </p:cNvPr>
          <p:cNvSpPr>
            <a:spLocks noGrp="1"/>
          </p:cNvSpPr>
          <p:nvPr>
            <p:ph type="body" idx="1" hasCustomPrompt="1"/>
          </p:nvPr>
        </p:nvSpPr>
        <p:spPr>
          <a:xfrm>
            <a:off x="862786" y="4293227"/>
            <a:ext cx="3147240"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Type content here</a:t>
            </a:r>
          </a:p>
        </p:txBody>
      </p:sp>
      <p:sp>
        <p:nvSpPr>
          <p:cNvPr id="19" name="Text Placeholder 2">
            <a:extLst>
              <a:ext uri="{FF2B5EF4-FFF2-40B4-BE49-F238E27FC236}">
                <a16:creationId xmlns:a16="http://schemas.microsoft.com/office/drawing/2014/main" id="{CD8BA3C6-E55C-46A2-9119-DDBC5B2D9B6D}"/>
              </a:ext>
            </a:extLst>
          </p:cNvPr>
          <p:cNvSpPr>
            <a:spLocks noGrp="1"/>
          </p:cNvSpPr>
          <p:nvPr>
            <p:ph type="body" idx="20" hasCustomPrompt="1"/>
          </p:nvPr>
        </p:nvSpPr>
        <p:spPr>
          <a:xfrm>
            <a:off x="4522380" y="4293227"/>
            <a:ext cx="3147240"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Type content here</a:t>
            </a:r>
          </a:p>
        </p:txBody>
      </p:sp>
      <p:sp>
        <p:nvSpPr>
          <p:cNvPr id="20" name="Text Placeholder 2">
            <a:extLst>
              <a:ext uri="{FF2B5EF4-FFF2-40B4-BE49-F238E27FC236}">
                <a16:creationId xmlns:a16="http://schemas.microsoft.com/office/drawing/2014/main" id="{CC846501-4890-44B0-9D5C-A4DF49CBDF9F}"/>
              </a:ext>
            </a:extLst>
          </p:cNvPr>
          <p:cNvSpPr>
            <a:spLocks noGrp="1"/>
          </p:cNvSpPr>
          <p:nvPr>
            <p:ph type="body" idx="21" hasCustomPrompt="1"/>
          </p:nvPr>
        </p:nvSpPr>
        <p:spPr>
          <a:xfrm>
            <a:off x="8125714" y="4297375"/>
            <a:ext cx="3147240" cy="369332"/>
          </a:xfrm>
        </p:spPr>
        <p:txBody>
          <a:bodyPr anchor="t"/>
          <a:lstStyle>
            <a:lvl1pPr marL="0" indent="0" algn="ctr">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Type content here</a:t>
            </a:r>
          </a:p>
        </p:txBody>
      </p:sp>
    </p:spTree>
    <p:extLst>
      <p:ext uri="{BB962C8B-B14F-4D97-AF65-F5344CB8AC3E}">
        <p14:creationId xmlns:p14="http://schemas.microsoft.com/office/powerpoint/2010/main" val="3750401949"/>
      </p:ext>
    </p:extLst>
  </p:cSld>
  <p:clrMapOvr>
    <a:masterClrMapping/>
  </p:clrMapOvr>
  <p:extLst>
    <p:ext uri="{DCECCB84-F9BA-43D5-87BE-67443E8EF086}">
      <p15:sldGuideLst xmlns:p15="http://schemas.microsoft.com/office/powerpoint/2012/main">
        <p15:guide id="1" orient="horz" pos="268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hank You_gradi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71881157-0DF8-49E6-B684-3E8FD245EE8E}"/>
              </a:ext>
            </a:extLst>
          </p:cNvPr>
          <p:cNvSpPr>
            <a:spLocks noGrp="1"/>
          </p:cNvSpPr>
          <p:nvPr>
            <p:ph type="body" sz="quarter" idx="10" hasCustomPrompt="1"/>
          </p:nvPr>
        </p:nvSpPr>
        <p:spPr>
          <a:xfrm>
            <a:off x="431800" y="3453368"/>
            <a:ext cx="3703320" cy="369332"/>
          </a:xfrm>
          <a:prstGeom prst="rect">
            <a:avLst/>
          </a:prstGeom>
        </p:spPr>
        <p:txBody>
          <a:bodyPr anchor="b"/>
          <a:lstStyle>
            <a:lvl1pPr marL="0" indent="0">
              <a:buNone/>
              <a:defRPr sz="2000" b="1"/>
            </a:lvl1pPr>
          </a:lstStyle>
          <a:p>
            <a:pPr lvl="0"/>
            <a:r>
              <a:rPr lang="en-US" dirty="0"/>
              <a:t>Speaker name (pronouns)</a:t>
            </a:r>
          </a:p>
        </p:txBody>
      </p:sp>
      <p:sp>
        <p:nvSpPr>
          <p:cNvPr id="13" name="Text Placeholder 12">
            <a:extLst>
              <a:ext uri="{FF2B5EF4-FFF2-40B4-BE49-F238E27FC236}">
                <a16:creationId xmlns:a16="http://schemas.microsoft.com/office/drawing/2014/main" id="{EA2927B3-63A9-43F6-91E9-B153F0DF34DC}"/>
              </a:ext>
            </a:extLst>
          </p:cNvPr>
          <p:cNvSpPr>
            <a:spLocks noGrp="1"/>
          </p:cNvSpPr>
          <p:nvPr>
            <p:ph type="body" sz="quarter" idx="11" hasCustomPrompt="1"/>
          </p:nvPr>
        </p:nvSpPr>
        <p:spPr>
          <a:xfrm>
            <a:off x="431800" y="3835400"/>
            <a:ext cx="3703320" cy="1128486"/>
          </a:xfrm>
          <a:prstGeom prst="rect">
            <a:avLst/>
          </a:prstGeom>
        </p:spPr>
        <p:txBody>
          <a:bodyPr>
            <a:noAutofit/>
          </a:bodyPr>
          <a:lstStyle>
            <a:lvl1pPr marL="0" indent="0">
              <a:lnSpc>
                <a:spcPct val="100000"/>
              </a:lnSpc>
              <a:spcAft>
                <a:spcPts val="600"/>
              </a:spcAft>
              <a:buNone/>
              <a:defRPr sz="1800"/>
            </a:lvl1pPr>
          </a:lstStyle>
          <a:p>
            <a:pPr lvl="0"/>
            <a:r>
              <a:rPr lang="en-US" dirty="0"/>
              <a:t>Speaker contact info </a:t>
            </a:r>
            <a:br>
              <a:rPr lang="en-US" dirty="0"/>
            </a:br>
            <a:r>
              <a:rPr lang="en-US" dirty="0"/>
              <a:t>(such as email or socials)</a:t>
            </a:r>
          </a:p>
        </p:txBody>
      </p:sp>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660868"/>
            <a:ext cx="12192000" cy="638175"/>
          </a:xfrm>
          <a:prstGeom prst="rect">
            <a:avLst/>
          </a:prstGeom>
        </p:spPr>
        <p:txBody>
          <a:bodyPr/>
          <a:lstStyle>
            <a:lvl1pPr>
              <a:defRPr>
                <a:solidFill>
                  <a:schemeClr val="bg1">
                    <a:lumMod val="65000"/>
                    <a:lumOff val="35000"/>
                  </a:schemeClr>
                </a:solidFill>
              </a:defRPr>
            </a:lvl1pPr>
          </a:lstStyle>
          <a:p>
            <a:r>
              <a:rPr lang="en-US"/>
              <a:t>Thank you layout</a:t>
            </a:r>
          </a:p>
        </p:txBody>
      </p:sp>
      <p:sp>
        <p:nvSpPr>
          <p:cNvPr id="3" name="TextBox 2">
            <a:extLst>
              <a:ext uri="{FF2B5EF4-FFF2-40B4-BE49-F238E27FC236}">
                <a16:creationId xmlns:a16="http://schemas.microsoft.com/office/drawing/2014/main" id="{B40EF7F8-9F2B-B523-D4B9-FDEDC073F8E5}"/>
              </a:ext>
            </a:extLst>
          </p:cNvPr>
          <p:cNvSpPr txBox="1"/>
          <p:nvPr userDrawn="1"/>
        </p:nvSpPr>
        <p:spPr bwMode="white">
          <a:xfrm>
            <a:off x="419100" y="1900795"/>
            <a:ext cx="5676900" cy="956453"/>
          </a:xfrm>
          <a:prstGeom prst="rect">
            <a:avLst/>
          </a:prstGeom>
          <a:noFill/>
        </p:spPr>
        <p:txBody>
          <a:bodyPr lIns="0" tIns="0" rIns="0" bIns="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Heavy" panose="020F0803020204020204" pitchFamily="34" charset="0"/>
                <a:ea typeface="Amazon Ember Display Heavy" panose="020F0803020204020204" pitchFamily="34" charset="0"/>
                <a:cs typeface="Amazon Ember Display Heavy" panose="020F0803020204020204" pitchFamily="34" charset="0"/>
              </a:defRPr>
            </a:lvl1pPr>
          </a:lstStyle>
          <a:p>
            <a:pPr eaLnBrk="1" fontAlgn="auto" hangingPunct="1">
              <a:spcAft>
                <a:spcPts val="0"/>
              </a:spcAft>
              <a:defRPr/>
            </a:pPr>
            <a:r>
              <a:rPr sz="6600" b="1" i="0" spc="-150" dirty="0">
                <a:solidFill>
                  <a:schemeClr val="tx1"/>
                </a:solidFill>
                <a:latin typeface="+mj-lt"/>
                <a:ea typeface="Amazon Ember Display" panose="020F0603020204020204" pitchFamily="34" charset="0"/>
                <a:cs typeface="Amazon Ember Display" panose="020F0603020204020204" pitchFamily="34" charset="0"/>
              </a:rPr>
              <a:t>Thank you!</a:t>
            </a:r>
          </a:p>
        </p:txBody>
      </p:sp>
      <p:sp>
        <p:nvSpPr>
          <p:cNvPr id="2" name="TextBox 1">
            <a:extLst>
              <a:ext uri="{FF2B5EF4-FFF2-40B4-BE49-F238E27FC236}">
                <a16:creationId xmlns:a16="http://schemas.microsoft.com/office/drawing/2014/main" id="{CB12D1FC-D6F1-F8D9-1A7D-840D19BF30F3}"/>
              </a:ext>
            </a:extLst>
          </p:cNvPr>
          <p:cNvSpPr txBox="1"/>
          <p:nvPr userDrawn="1"/>
        </p:nvSpPr>
        <p:spPr>
          <a:xfrm>
            <a:off x="433635" y="6488495"/>
            <a:ext cx="2849173" cy="276999"/>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1"/>
                </a:solidFill>
                <a:effectLst/>
                <a:uLnTx/>
                <a:uFillTx/>
                <a:latin typeface="Amazon Ember Display"/>
                <a:ea typeface="+mn-ea"/>
                <a:cs typeface="+mn-cs"/>
              </a:rPr>
              <a:t>Amazon Web Services, AWS, the Powered by AWS logo, and all AWS service names used in this slide deck are trademarks of Amazon.com, Inc. or its affiliates.</a:t>
            </a:r>
          </a:p>
        </p:txBody>
      </p:sp>
      <p:sp>
        <p:nvSpPr>
          <p:cNvPr id="4" name="TextBox 3">
            <a:extLst>
              <a:ext uri="{FF2B5EF4-FFF2-40B4-BE49-F238E27FC236}">
                <a16:creationId xmlns:a16="http://schemas.microsoft.com/office/drawing/2014/main" id="{64DC951A-2FFD-5A4C-096D-F9F9392110DC}"/>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2"/>
                </a:solidFill>
                <a:effectLst/>
                <a:uLnTx/>
                <a:uFillTx/>
                <a:latin typeface="Amazon Ember Display"/>
                <a:ea typeface="+mn-ea"/>
                <a:cs typeface="+mn-cs"/>
              </a:rPr>
              <a:t>© 2026, Amazon Web Services, Inc. or its affiliates. All rights reserved</a:t>
            </a:r>
          </a:p>
        </p:txBody>
      </p:sp>
    </p:spTree>
    <p:extLst>
      <p:ext uri="{BB962C8B-B14F-4D97-AF65-F5344CB8AC3E}">
        <p14:creationId xmlns:p14="http://schemas.microsoft.com/office/powerpoint/2010/main" val="3890755708"/>
      </p:ext>
    </p:extLst>
  </p:cSld>
  <p:clrMapOvr>
    <a:masterClrMapping/>
  </p:clrMapOvr>
  <p:extLst>
    <p:ext uri="{DCECCB84-F9BA-43D5-87BE-67443E8EF086}">
      <p15:sldGuideLst xmlns:p15="http://schemas.microsoft.com/office/powerpoint/2012/main">
        <p15:guide id="1" pos="26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hank You_gradi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660868"/>
            <a:ext cx="12192000" cy="638175"/>
          </a:xfrm>
          <a:prstGeom prst="rect">
            <a:avLst/>
          </a:prstGeom>
        </p:spPr>
        <p:txBody>
          <a:bodyPr/>
          <a:lstStyle>
            <a:lvl1pPr>
              <a:defRPr>
                <a:solidFill>
                  <a:schemeClr val="bg1">
                    <a:lumMod val="65000"/>
                    <a:lumOff val="35000"/>
                  </a:schemeClr>
                </a:solidFill>
              </a:defRPr>
            </a:lvl1pPr>
          </a:lstStyle>
          <a:p>
            <a:r>
              <a:rPr lang="en-US"/>
              <a:t>Thank you layout</a:t>
            </a:r>
          </a:p>
        </p:txBody>
      </p:sp>
      <p:sp>
        <p:nvSpPr>
          <p:cNvPr id="3" name="TextBox 2">
            <a:extLst>
              <a:ext uri="{FF2B5EF4-FFF2-40B4-BE49-F238E27FC236}">
                <a16:creationId xmlns:a16="http://schemas.microsoft.com/office/drawing/2014/main" id="{B40EF7F8-9F2B-B523-D4B9-FDEDC073F8E5}"/>
              </a:ext>
            </a:extLst>
          </p:cNvPr>
          <p:cNvSpPr txBox="1"/>
          <p:nvPr userDrawn="1"/>
        </p:nvSpPr>
        <p:spPr bwMode="white">
          <a:xfrm>
            <a:off x="419100" y="1900795"/>
            <a:ext cx="5676900" cy="956453"/>
          </a:xfrm>
          <a:prstGeom prst="rect">
            <a:avLst/>
          </a:prstGeom>
          <a:noFill/>
        </p:spPr>
        <p:txBody>
          <a:bodyPr lIns="0" tIns="0" rIns="0" bIns="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Heavy" panose="020F0803020204020204" pitchFamily="34" charset="0"/>
                <a:ea typeface="Amazon Ember Display Heavy" panose="020F0803020204020204" pitchFamily="34" charset="0"/>
                <a:cs typeface="Amazon Ember Display Heavy" panose="020F0803020204020204" pitchFamily="34" charset="0"/>
              </a:defRPr>
            </a:lvl1pPr>
          </a:lstStyle>
          <a:p>
            <a:pPr eaLnBrk="1" fontAlgn="auto" hangingPunct="1">
              <a:spcAft>
                <a:spcPts val="0"/>
              </a:spcAft>
              <a:defRPr/>
            </a:pPr>
            <a:r>
              <a:rPr sz="6600" b="1" i="0" spc="-150" dirty="0">
                <a:solidFill>
                  <a:schemeClr val="tx1"/>
                </a:solidFill>
                <a:latin typeface="+mj-lt"/>
                <a:ea typeface="Amazon Ember Display" panose="020F0603020204020204" pitchFamily="34" charset="0"/>
                <a:cs typeface="Amazon Ember Display" panose="020F0603020204020204" pitchFamily="34" charset="0"/>
              </a:rPr>
              <a:t>Thank you!</a:t>
            </a:r>
          </a:p>
        </p:txBody>
      </p:sp>
      <p:sp>
        <p:nvSpPr>
          <p:cNvPr id="2" name="TextBox 1">
            <a:extLst>
              <a:ext uri="{FF2B5EF4-FFF2-40B4-BE49-F238E27FC236}">
                <a16:creationId xmlns:a16="http://schemas.microsoft.com/office/drawing/2014/main" id="{CB12D1FC-D6F1-F8D9-1A7D-840D19BF30F3}"/>
              </a:ext>
            </a:extLst>
          </p:cNvPr>
          <p:cNvSpPr txBox="1"/>
          <p:nvPr userDrawn="1"/>
        </p:nvSpPr>
        <p:spPr>
          <a:xfrm>
            <a:off x="433635" y="6488495"/>
            <a:ext cx="2849173" cy="276999"/>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1"/>
                </a:solidFill>
                <a:effectLst/>
                <a:uLnTx/>
                <a:uFillTx/>
                <a:latin typeface="Amazon Ember Display"/>
                <a:ea typeface="+mn-ea"/>
                <a:cs typeface="+mn-cs"/>
              </a:rPr>
              <a:t>Amazon Web Services, AWS, the Powered by AWS logo, and all AWS service names used in this slide deck are trademarks of Amazon.com, Inc. or its affiliates.</a:t>
            </a:r>
          </a:p>
        </p:txBody>
      </p:sp>
      <p:sp>
        <p:nvSpPr>
          <p:cNvPr id="4" name="TextBox 3">
            <a:extLst>
              <a:ext uri="{FF2B5EF4-FFF2-40B4-BE49-F238E27FC236}">
                <a16:creationId xmlns:a16="http://schemas.microsoft.com/office/drawing/2014/main" id="{64DC951A-2FFD-5A4C-096D-F9F9392110DC}"/>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2"/>
                </a:solidFill>
                <a:effectLst/>
                <a:uLnTx/>
                <a:uFillTx/>
                <a:latin typeface="Amazon Ember Display"/>
                <a:ea typeface="+mn-ea"/>
                <a:cs typeface="+mn-cs"/>
              </a:rPr>
              <a:t>© 2026, Amazon Web Services, Inc. or its affiliates. All rights reserved</a:t>
            </a:r>
          </a:p>
        </p:txBody>
      </p:sp>
      <p:sp>
        <p:nvSpPr>
          <p:cNvPr id="8" name="Text Placeholder 10">
            <a:extLst>
              <a:ext uri="{FF2B5EF4-FFF2-40B4-BE49-F238E27FC236}">
                <a16:creationId xmlns:a16="http://schemas.microsoft.com/office/drawing/2014/main" id="{5D8F2C03-908A-4494-8E3C-8FABEA3AF7DE}"/>
              </a:ext>
            </a:extLst>
          </p:cNvPr>
          <p:cNvSpPr>
            <a:spLocks noGrp="1"/>
          </p:cNvSpPr>
          <p:nvPr>
            <p:ph type="body" sz="quarter" idx="10" hasCustomPrompt="1"/>
          </p:nvPr>
        </p:nvSpPr>
        <p:spPr>
          <a:xfrm>
            <a:off x="431800" y="3453368"/>
            <a:ext cx="3703320" cy="369332"/>
          </a:xfrm>
          <a:prstGeom prst="rect">
            <a:avLst/>
          </a:prstGeom>
        </p:spPr>
        <p:txBody>
          <a:bodyPr anchor="b"/>
          <a:lstStyle>
            <a:lvl1pPr marL="0" indent="0">
              <a:buNone/>
              <a:defRPr sz="2000" b="1"/>
            </a:lvl1pPr>
          </a:lstStyle>
          <a:p>
            <a:pPr lvl="0"/>
            <a:r>
              <a:rPr lang="en-US" dirty="0"/>
              <a:t>Speaker name (pronouns)</a:t>
            </a:r>
          </a:p>
        </p:txBody>
      </p:sp>
      <p:sp>
        <p:nvSpPr>
          <p:cNvPr id="9" name="Text Placeholder 12">
            <a:extLst>
              <a:ext uri="{FF2B5EF4-FFF2-40B4-BE49-F238E27FC236}">
                <a16:creationId xmlns:a16="http://schemas.microsoft.com/office/drawing/2014/main" id="{C89F2AAE-73B0-4553-997B-38BDFD6F6ECF}"/>
              </a:ext>
            </a:extLst>
          </p:cNvPr>
          <p:cNvSpPr>
            <a:spLocks noGrp="1"/>
          </p:cNvSpPr>
          <p:nvPr>
            <p:ph type="body" sz="quarter" idx="11" hasCustomPrompt="1"/>
          </p:nvPr>
        </p:nvSpPr>
        <p:spPr>
          <a:xfrm>
            <a:off x="431800" y="3835400"/>
            <a:ext cx="3703320" cy="1128486"/>
          </a:xfrm>
          <a:prstGeom prst="rect">
            <a:avLst/>
          </a:prstGeom>
        </p:spPr>
        <p:txBody>
          <a:bodyPr>
            <a:noAutofit/>
          </a:bodyPr>
          <a:lstStyle>
            <a:lvl1pPr marL="0" indent="0">
              <a:lnSpc>
                <a:spcPct val="100000"/>
              </a:lnSpc>
              <a:spcAft>
                <a:spcPts val="600"/>
              </a:spcAft>
              <a:buNone/>
              <a:defRPr sz="1800"/>
            </a:lvl1pPr>
          </a:lstStyle>
          <a:p>
            <a:pPr lvl="0"/>
            <a:r>
              <a:rPr lang="en-US" dirty="0"/>
              <a:t>Speaker contact info </a:t>
            </a:r>
            <a:br>
              <a:rPr lang="en-US" dirty="0"/>
            </a:br>
            <a:r>
              <a:rPr lang="en-US" dirty="0"/>
              <a:t>(such as email or socials)</a:t>
            </a:r>
          </a:p>
        </p:txBody>
      </p:sp>
    </p:spTree>
    <p:extLst>
      <p:ext uri="{BB962C8B-B14F-4D97-AF65-F5344CB8AC3E}">
        <p14:creationId xmlns:p14="http://schemas.microsoft.com/office/powerpoint/2010/main" val="2007779795"/>
      </p:ext>
    </p:extLst>
  </p:cSld>
  <p:clrMapOvr>
    <a:masterClrMapping/>
  </p:clrMapOvr>
  <p:extLst>
    <p:ext uri="{DCECCB84-F9BA-43D5-87BE-67443E8EF086}">
      <p15:sldGuideLst xmlns:p15="http://schemas.microsoft.com/office/powerpoint/2012/main">
        <p15:guide id="1" pos="26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hank You_gradi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660868"/>
            <a:ext cx="12192000" cy="638175"/>
          </a:xfrm>
          <a:prstGeom prst="rect">
            <a:avLst/>
          </a:prstGeom>
        </p:spPr>
        <p:txBody>
          <a:bodyPr/>
          <a:lstStyle>
            <a:lvl1pPr>
              <a:defRPr>
                <a:solidFill>
                  <a:schemeClr val="bg1">
                    <a:lumMod val="65000"/>
                    <a:lumOff val="35000"/>
                  </a:schemeClr>
                </a:solidFill>
              </a:defRPr>
            </a:lvl1pPr>
          </a:lstStyle>
          <a:p>
            <a:r>
              <a:rPr lang="en-US"/>
              <a:t>Thank you layout</a:t>
            </a:r>
          </a:p>
        </p:txBody>
      </p:sp>
      <p:sp>
        <p:nvSpPr>
          <p:cNvPr id="3" name="TextBox 2">
            <a:extLst>
              <a:ext uri="{FF2B5EF4-FFF2-40B4-BE49-F238E27FC236}">
                <a16:creationId xmlns:a16="http://schemas.microsoft.com/office/drawing/2014/main" id="{B40EF7F8-9F2B-B523-D4B9-FDEDC073F8E5}"/>
              </a:ext>
            </a:extLst>
          </p:cNvPr>
          <p:cNvSpPr txBox="1"/>
          <p:nvPr userDrawn="1"/>
        </p:nvSpPr>
        <p:spPr bwMode="white">
          <a:xfrm>
            <a:off x="419100" y="1900795"/>
            <a:ext cx="5676900" cy="956453"/>
          </a:xfrm>
          <a:prstGeom prst="rect">
            <a:avLst/>
          </a:prstGeom>
          <a:noFill/>
        </p:spPr>
        <p:txBody>
          <a:bodyPr lIns="0" tIns="0" rIns="0" bIns="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Heavy" panose="020F0803020204020204" pitchFamily="34" charset="0"/>
                <a:ea typeface="Amazon Ember Display Heavy" panose="020F0803020204020204" pitchFamily="34" charset="0"/>
                <a:cs typeface="Amazon Ember Display Heavy" panose="020F0803020204020204" pitchFamily="34" charset="0"/>
              </a:defRPr>
            </a:lvl1pPr>
          </a:lstStyle>
          <a:p>
            <a:pPr eaLnBrk="1" fontAlgn="auto" hangingPunct="1">
              <a:spcAft>
                <a:spcPts val="0"/>
              </a:spcAft>
              <a:defRPr/>
            </a:pPr>
            <a:r>
              <a:rPr sz="6600" b="1" i="0" spc="-150" dirty="0">
                <a:solidFill>
                  <a:schemeClr val="tx1"/>
                </a:solidFill>
                <a:latin typeface="+mj-lt"/>
                <a:ea typeface="Amazon Ember Display" panose="020F0603020204020204" pitchFamily="34" charset="0"/>
                <a:cs typeface="Amazon Ember Display" panose="020F0603020204020204" pitchFamily="34" charset="0"/>
              </a:rPr>
              <a:t>Thank you!</a:t>
            </a:r>
          </a:p>
        </p:txBody>
      </p:sp>
      <p:sp>
        <p:nvSpPr>
          <p:cNvPr id="2" name="TextBox 1">
            <a:extLst>
              <a:ext uri="{FF2B5EF4-FFF2-40B4-BE49-F238E27FC236}">
                <a16:creationId xmlns:a16="http://schemas.microsoft.com/office/drawing/2014/main" id="{CB12D1FC-D6F1-F8D9-1A7D-840D19BF30F3}"/>
              </a:ext>
            </a:extLst>
          </p:cNvPr>
          <p:cNvSpPr txBox="1"/>
          <p:nvPr userDrawn="1"/>
        </p:nvSpPr>
        <p:spPr>
          <a:xfrm>
            <a:off x="433635" y="6488495"/>
            <a:ext cx="2849173" cy="276999"/>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1"/>
                </a:solidFill>
                <a:effectLst/>
                <a:uLnTx/>
                <a:uFillTx/>
                <a:latin typeface="Amazon Ember Display"/>
                <a:ea typeface="+mn-ea"/>
                <a:cs typeface="+mn-cs"/>
              </a:rPr>
              <a:t>Amazon Web Services, AWS, the Powered by AWS logo, and all AWS service names used in this slide deck are trademarks of Amazon.com, Inc. or its affiliates.</a:t>
            </a:r>
          </a:p>
        </p:txBody>
      </p:sp>
      <p:sp>
        <p:nvSpPr>
          <p:cNvPr id="4" name="TextBox 3">
            <a:extLst>
              <a:ext uri="{FF2B5EF4-FFF2-40B4-BE49-F238E27FC236}">
                <a16:creationId xmlns:a16="http://schemas.microsoft.com/office/drawing/2014/main" id="{64DC951A-2FFD-5A4C-096D-F9F9392110DC}"/>
              </a:ext>
            </a:extLst>
          </p:cNvPr>
          <p:cNvSpPr txBox="1"/>
          <p:nvPr userDrawn="1"/>
        </p:nvSpPr>
        <p:spPr>
          <a:xfrm>
            <a:off x="330617" y="6392988"/>
            <a:ext cx="2601994" cy="1846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chemeClr val="tx2"/>
                </a:solidFill>
                <a:effectLst/>
                <a:uLnTx/>
                <a:uFillTx/>
                <a:latin typeface="Amazon Ember Display"/>
                <a:ea typeface="+mn-ea"/>
                <a:cs typeface="+mn-cs"/>
              </a:rPr>
              <a:t>© 2026, Amazon Web Services, Inc. or its affiliates. All rights reserved</a:t>
            </a:r>
          </a:p>
        </p:txBody>
      </p:sp>
      <p:sp>
        <p:nvSpPr>
          <p:cNvPr id="8" name="Text Placeholder 10">
            <a:extLst>
              <a:ext uri="{FF2B5EF4-FFF2-40B4-BE49-F238E27FC236}">
                <a16:creationId xmlns:a16="http://schemas.microsoft.com/office/drawing/2014/main" id="{085A13E1-A54D-45D1-BF75-AB17A9E234FA}"/>
              </a:ext>
            </a:extLst>
          </p:cNvPr>
          <p:cNvSpPr>
            <a:spLocks noGrp="1"/>
          </p:cNvSpPr>
          <p:nvPr>
            <p:ph type="body" sz="quarter" idx="10" hasCustomPrompt="1"/>
          </p:nvPr>
        </p:nvSpPr>
        <p:spPr>
          <a:xfrm>
            <a:off x="431800" y="3453368"/>
            <a:ext cx="3703320" cy="369332"/>
          </a:xfrm>
          <a:prstGeom prst="rect">
            <a:avLst/>
          </a:prstGeom>
        </p:spPr>
        <p:txBody>
          <a:bodyPr anchor="b"/>
          <a:lstStyle>
            <a:lvl1pPr marL="0" indent="0">
              <a:buNone/>
              <a:defRPr sz="2000" b="1"/>
            </a:lvl1pPr>
          </a:lstStyle>
          <a:p>
            <a:pPr lvl="0"/>
            <a:r>
              <a:rPr lang="en-US" dirty="0"/>
              <a:t>Speaker name (pronouns)</a:t>
            </a:r>
          </a:p>
        </p:txBody>
      </p:sp>
      <p:sp>
        <p:nvSpPr>
          <p:cNvPr id="9" name="Text Placeholder 12">
            <a:extLst>
              <a:ext uri="{FF2B5EF4-FFF2-40B4-BE49-F238E27FC236}">
                <a16:creationId xmlns:a16="http://schemas.microsoft.com/office/drawing/2014/main" id="{4F92D30E-C60C-44F7-A554-C9D1F7EACEBE}"/>
              </a:ext>
            </a:extLst>
          </p:cNvPr>
          <p:cNvSpPr>
            <a:spLocks noGrp="1"/>
          </p:cNvSpPr>
          <p:nvPr>
            <p:ph type="body" sz="quarter" idx="11" hasCustomPrompt="1"/>
          </p:nvPr>
        </p:nvSpPr>
        <p:spPr>
          <a:xfrm>
            <a:off x="431800" y="3835400"/>
            <a:ext cx="3703320" cy="1128486"/>
          </a:xfrm>
          <a:prstGeom prst="rect">
            <a:avLst/>
          </a:prstGeom>
        </p:spPr>
        <p:txBody>
          <a:bodyPr>
            <a:noAutofit/>
          </a:bodyPr>
          <a:lstStyle>
            <a:lvl1pPr marL="0" indent="0">
              <a:lnSpc>
                <a:spcPct val="100000"/>
              </a:lnSpc>
              <a:spcAft>
                <a:spcPts val="600"/>
              </a:spcAft>
              <a:buNone/>
              <a:defRPr sz="1800"/>
            </a:lvl1pPr>
          </a:lstStyle>
          <a:p>
            <a:pPr lvl="0"/>
            <a:r>
              <a:rPr lang="en-US" dirty="0"/>
              <a:t>Speaker contact info </a:t>
            </a:r>
            <a:br>
              <a:rPr lang="en-US" dirty="0"/>
            </a:br>
            <a:r>
              <a:rPr lang="en-US" dirty="0"/>
              <a:t>(such as email or socials)</a:t>
            </a:r>
          </a:p>
        </p:txBody>
      </p:sp>
    </p:spTree>
    <p:extLst>
      <p:ext uri="{BB962C8B-B14F-4D97-AF65-F5344CB8AC3E}">
        <p14:creationId xmlns:p14="http://schemas.microsoft.com/office/powerpoint/2010/main" val="2209768125"/>
      </p:ext>
    </p:extLst>
  </p:cSld>
  <p:clrMapOvr>
    <a:masterClrMapping/>
  </p:clrMapOvr>
  <p:extLst>
    <p:ext uri="{DCECCB84-F9BA-43D5-87BE-67443E8EF086}">
      <p15:sldGuideLst xmlns:p15="http://schemas.microsoft.com/office/powerpoint/2012/main">
        <p15:guide id="1" pos="26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End of Template">
    <p:spTree>
      <p:nvGrpSpPr>
        <p:cNvPr id="1" name=""/>
        <p:cNvGrpSpPr/>
        <p:nvPr/>
      </p:nvGrpSpPr>
      <p:grpSpPr>
        <a:xfrm>
          <a:off x="0" y="0"/>
          <a:ext cx="0" cy="0"/>
          <a:chOff x="0" y="0"/>
          <a:chExt cx="0" cy="0"/>
        </a:xfrm>
      </p:grpSpPr>
      <p:pic>
        <p:nvPicPr>
          <p:cNvPr id="7" name="Graphic 6" descr="Stop sign">
            <a:extLst>
              <a:ext uri="{FF2B5EF4-FFF2-40B4-BE49-F238E27FC236}">
                <a16:creationId xmlns:a16="http://schemas.microsoft.com/office/drawing/2014/main" id="{D8BDC3FF-1738-461C-B98B-AC108F0BBD7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7250" y="1533524"/>
            <a:ext cx="2628900" cy="2628900"/>
          </a:xfrm>
          <a:prstGeom prst="rect">
            <a:avLst/>
          </a:prstGeom>
        </p:spPr>
      </p:pic>
      <p:sp>
        <p:nvSpPr>
          <p:cNvPr id="2" name="TextBox 1">
            <a:extLst>
              <a:ext uri="{FF2B5EF4-FFF2-40B4-BE49-F238E27FC236}">
                <a16:creationId xmlns:a16="http://schemas.microsoft.com/office/drawing/2014/main" id="{A8E4803B-1950-E31A-1640-76EE0564F821}"/>
              </a:ext>
            </a:extLst>
          </p:cNvPr>
          <p:cNvSpPr txBox="1"/>
          <p:nvPr userDrawn="1"/>
        </p:nvSpPr>
        <p:spPr>
          <a:xfrm>
            <a:off x="3486150" y="1798617"/>
            <a:ext cx="7785100" cy="4067011"/>
          </a:xfrm>
          <a:prstGeom prst="rect">
            <a:avLst/>
          </a:prstGeom>
          <a:noFill/>
        </p:spPr>
        <p:txBody>
          <a:bodyPr wrap="square" rtlCol="0">
            <a:spAutoFit/>
          </a:bodyPr>
          <a:lstStyle/>
          <a:p>
            <a:pPr algn="l">
              <a:lnSpc>
                <a:spcPct val="80000"/>
              </a:lnSpc>
            </a:pPr>
            <a:r>
              <a:rPr lang="en-US" sz="6600" b="1" i="0" dirty="0">
                <a:latin typeface="Amazon Ember Display" panose="020F0603020204020204" pitchFamily="34" charset="0"/>
                <a:ea typeface="Amazon Ember Display" panose="020F0603020204020204" pitchFamily="34" charset="0"/>
                <a:cs typeface="Amazon Ember Display" panose="020F0603020204020204" pitchFamily="34" charset="0"/>
              </a:rPr>
              <a:t>Do not use layouts after this slide.</a:t>
            </a:r>
            <a:endParaRPr lang="en-US" sz="6600" b="1" i="0" dirty="0">
              <a:latin typeface="Amazon Ember Display Heavy" panose="020F0603020204020204" pitchFamily="34" charset="0"/>
              <a:ea typeface="Amazon Ember Display Heavy" panose="020F0603020204020204" pitchFamily="34" charset="0"/>
              <a:cs typeface="Amazon Ember Display Heavy" panose="020F0603020204020204" pitchFamily="34" charset="0"/>
            </a:endParaRPr>
          </a:p>
          <a:p>
            <a:pPr algn="l">
              <a:lnSpc>
                <a:spcPct val="80000"/>
              </a:lnSpc>
              <a:spcBef>
                <a:spcPts val="600"/>
              </a:spcBef>
            </a:pPr>
            <a:r>
              <a:rPr lang="en-US" sz="2400" b="1" i="0" dirty="0">
                <a:latin typeface="+mn-lt"/>
                <a:ea typeface="Amazon Ember Display Medium" panose="020F0603020204020204" pitchFamily="34" charset="0"/>
                <a:cs typeface="Amazon Ember Display Medium" panose="020F0603020204020204" pitchFamily="34" charset="0"/>
              </a:rPr>
              <a:t>They might be included because a previous template’s styles were ported in and are not part of this official template. Please apply appropriate templates to the slides in presentation mode that are using other templates, and then remove the slides that follow after this slide in the master view. </a:t>
            </a:r>
            <a:r>
              <a:rPr lang="en-US" sz="2000" b="0" i="0" dirty="0">
                <a:latin typeface="+mn-lt"/>
                <a:ea typeface="Amazon Ember Display Medium" panose="020F0603020204020204" pitchFamily="34" charset="0"/>
                <a:cs typeface="Amazon Ember Display Medium" panose="020F0603020204020204" pitchFamily="34" charset="0"/>
              </a:rPr>
              <a:t>(Hint: Hover over slide in master view TOC to see which presentation slide includes the layout.)</a:t>
            </a:r>
          </a:p>
        </p:txBody>
      </p:sp>
    </p:spTree>
    <p:extLst>
      <p:ext uri="{BB962C8B-B14F-4D97-AF65-F5344CB8AC3E}">
        <p14:creationId xmlns:p14="http://schemas.microsoft.com/office/powerpoint/2010/main" val="21046202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2.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5">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043B4F-E335-D57A-3E25-25F0F5F04021}"/>
              </a:ext>
            </a:extLst>
          </p:cNvPr>
          <p:cNvSpPr/>
          <p:nvPr userDrawn="1"/>
        </p:nvSpPr>
        <p:spPr>
          <a:xfrm>
            <a:off x="0" y="0"/>
            <a:ext cx="80304" cy="6858000"/>
          </a:xfrm>
          <a:prstGeom prst="rect">
            <a:avLst/>
          </a:prstGeom>
          <a:gradFill flip="none" rotWithShape="1">
            <a:gsLst>
              <a:gs pos="0">
                <a:schemeClr val="accent6"/>
              </a:gs>
              <a:gs pos="40000">
                <a:schemeClr val="accent1"/>
              </a:gs>
              <a:gs pos="10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5" name="Title Placeholder 1">
            <a:extLst>
              <a:ext uri="{FF2B5EF4-FFF2-40B4-BE49-F238E27FC236}">
                <a16:creationId xmlns:a16="http://schemas.microsoft.com/office/drawing/2014/main" id="{4DFFD08F-49D6-8825-ABAB-CF8590FC67EC}"/>
              </a:ext>
            </a:extLst>
          </p:cNvPr>
          <p:cNvSpPr>
            <a:spLocks noGrp="1"/>
          </p:cNvSpPr>
          <p:nvPr>
            <p:ph type="title"/>
          </p:nvPr>
        </p:nvSpPr>
        <p:spPr>
          <a:xfrm>
            <a:off x="425038" y="355015"/>
            <a:ext cx="11430001" cy="638175"/>
          </a:xfrm>
          <a:prstGeom prst="rect">
            <a:avLst/>
          </a:prstGeom>
        </p:spPr>
        <p:txBody>
          <a:bodyPr vert="horz" lIns="0" tIns="91440" rIns="0" bIns="45720" rtlCol="0" anchor="t" anchorCtr="0">
            <a:noAutofit/>
          </a:bodyPr>
          <a:lstStyle/>
          <a:p>
            <a:r>
              <a:rPr lang="en-US" dirty="0"/>
              <a:t>Click to add slide title</a:t>
            </a:r>
          </a:p>
        </p:txBody>
      </p:sp>
      <p:sp>
        <p:nvSpPr>
          <p:cNvPr id="26" name="Text Placeholder 2">
            <a:extLst>
              <a:ext uri="{FF2B5EF4-FFF2-40B4-BE49-F238E27FC236}">
                <a16:creationId xmlns:a16="http://schemas.microsoft.com/office/drawing/2014/main" id="{6BF5023C-9DDF-2272-283E-FA3171F1D1CA}"/>
              </a:ext>
            </a:extLst>
          </p:cNvPr>
          <p:cNvSpPr>
            <a:spLocks noGrp="1"/>
          </p:cNvSpPr>
          <p:nvPr>
            <p:ph type="body" idx="1"/>
          </p:nvPr>
        </p:nvSpPr>
        <p:spPr>
          <a:xfrm>
            <a:off x="425038" y="1384288"/>
            <a:ext cx="11430001" cy="2049792"/>
          </a:xfrm>
          <a:prstGeom prst="rect">
            <a:avLst/>
          </a:prstGeom>
        </p:spPr>
        <p:txBody>
          <a:bodyPr vert="horz" wrap="square" lIns="0" tIns="45720" rIns="0" bIns="4572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4F8350E7-DE5E-424F-193F-B0B7E497C76E}"/>
              </a:ext>
            </a:extLst>
          </p:cNvPr>
          <p:cNvSpPr txBox="1"/>
          <p:nvPr userDrawn="1"/>
        </p:nvSpPr>
        <p:spPr>
          <a:xfrm>
            <a:off x="1141084" y="6389813"/>
            <a:ext cx="2601994" cy="184666"/>
          </a:xfrm>
          <a:prstGeom prst="rect">
            <a:avLst/>
          </a:prstGeom>
          <a:noFill/>
        </p:spPr>
        <p:txBody>
          <a:bodyPr wrap="none" rtlCol="0">
            <a:spAutoFit/>
          </a:bodyPr>
          <a:lstStyle/>
          <a:p>
            <a:pPr algn="l"/>
            <a:r>
              <a:rPr lang="en-US" sz="600" dirty="0"/>
              <a:t>© 2025, Amazon Web Services, Inc. or its affiliates. All rights reserved</a:t>
            </a:r>
          </a:p>
        </p:txBody>
      </p:sp>
      <p:pic>
        <p:nvPicPr>
          <p:cNvPr id="4" name="Graphic 3">
            <a:extLst>
              <a:ext uri="{FF2B5EF4-FFF2-40B4-BE49-F238E27FC236}">
                <a16:creationId xmlns:a16="http://schemas.microsoft.com/office/drawing/2014/main" id="{73FC4BCD-ABB6-7FA3-A193-74E9AE31B03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419100" y="6338002"/>
            <a:ext cx="388818" cy="232516"/>
          </a:xfrm>
          <a:prstGeom prst="rect">
            <a:avLst/>
          </a:prstGeom>
        </p:spPr>
      </p:pic>
      <p:sp>
        <p:nvSpPr>
          <p:cNvPr id="3" name="Slide Number Placeholder 5">
            <a:extLst>
              <a:ext uri="{FF2B5EF4-FFF2-40B4-BE49-F238E27FC236}">
                <a16:creationId xmlns:a16="http://schemas.microsoft.com/office/drawing/2014/main" id="{3ABA085A-53A6-74B9-1246-7DC81F49AA7C}"/>
              </a:ext>
            </a:extLst>
          </p:cNvPr>
          <p:cNvSpPr txBox="1">
            <a:spLocks/>
          </p:cNvSpPr>
          <p:nvPr userDrawn="1"/>
        </p:nvSpPr>
        <p:spPr>
          <a:xfrm>
            <a:off x="9105900" y="6348151"/>
            <a:ext cx="2743200" cy="365125"/>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C503246-BBCE-4F0A-BCDC-08FC4C52637D}" type="slidenum">
              <a:rPr lang="en-US" smtClean="0"/>
              <a:pPr/>
              <a:t>‹#›</a:t>
            </a:fld>
            <a:endParaRPr lang="en-US"/>
          </a:p>
        </p:txBody>
      </p:sp>
    </p:spTree>
    <p:extLst>
      <p:ext uri="{BB962C8B-B14F-4D97-AF65-F5344CB8AC3E}">
        <p14:creationId xmlns:p14="http://schemas.microsoft.com/office/powerpoint/2010/main" val="1432581121"/>
      </p:ext>
    </p:extLst>
  </p:cSld>
  <p:clrMap bg1="dk1" tx1="lt1" bg2="dk2" tx2="lt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9" r:id="rId5"/>
    <p:sldLayoutId id="2147483900" r:id="rId6"/>
    <p:sldLayoutId id="2147483901" r:id="rId7"/>
    <p:sldLayoutId id="2147483902" r:id="rId8"/>
    <p:sldLayoutId id="2147483905" r:id="rId9"/>
    <p:sldLayoutId id="2147483903" r:id="rId10"/>
    <p:sldLayoutId id="2147483904" r:id="rId11"/>
    <p:sldLayoutId id="2147483906" r:id="rId12"/>
    <p:sldLayoutId id="2147483907" r:id="rId13"/>
    <p:sldLayoutId id="2147483908" r:id="rId14"/>
    <p:sldLayoutId id="2147483911" r:id="rId15"/>
    <p:sldLayoutId id="2147483912" r:id="rId16"/>
    <p:sldLayoutId id="2147483913" r:id="rId17"/>
    <p:sldLayoutId id="2147483914" r:id="rId18"/>
    <p:sldLayoutId id="2147483916" r:id="rId19"/>
    <p:sldLayoutId id="2147483918" r:id="rId20"/>
    <p:sldLayoutId id="2147483919" r:id="rId21"/>
    <p:sldLayoutId id="2147483920" r:id="rId22"/>
    <p:sldLayoutId id="2147483921" r:id="rId23"/>
    <p:sldLayoutId id="2147483922" r:id="rId24"/>
    <p:sldLayoutId id="2147483923" r:id="rId25"/>
    <p:sldLayoutId id="2147483924" r:id="rId26"/>
    <p:sldLayoutId id="2147483925" r:id="rId27"/>
    <p:sldLayoutId id="2147483926" r:id="rId28"/>
    <p:sldLayoutId id="2147483927" r:id="rId29"/>
    <p:sldLayoutId id="2147483928" r:id="rId30"/>
    <p:sldLayoutId id="2147483929" r:id="rId31"/>
    <p:sldLayoutId id="2147483930" r:id="rId32"/>
    <p:sldLayoutId id="2147483931" r:id="rId33"/>
    <p:sldLayoutId id="2147483932" r:id="rId34"/>
    <p:sldLayoutId id="2147483933" r:id="rId35"/>
    <p:sldLayoutId id="2147483934" r:id="rId36"/>
    <p:sldLayoutId id="2147483935" r:id="rId37"/>
    <p:sldLayoutId id="2147483937" r:id="rId38"/>
    <p:sldLayoutId id="2147483938" r:id="rId39"/>
    <p:sldLayoutId id="2147483939" r:id="rId40"/>
    <p:sldLayoutId id="2147483940" r:id="rId41"/>
    <p:sldLayoutId id="2147483941" r:id="rId42"/>
    <p:sldLayoutId id="2147483942" r:id="rId43"/>
    <p:sldLayoutId id="2147483943" r:id="rId44"/>
    <p:sldLayoutId id="2147483950" r:id="rId45"/>
    <p:sldLayoutId id="2147483951" r:id="rId46"/>
    <p:sldLayoutId id="2147483952" r:id="rId47"/>
    <p:sldLayoutId id="2147483953" r:id="rId48"/>
    <p:sldLayoutId id="2147483954" r:id="rId49"/>
    <p:sldLayoutId id="2147483955" r:id="rId50"/>
    <p:sldLayoutId id="2147483956" r:id="rId51"/>
    <p:sldLayoutId id="2147483964" r:id="rId52"/>
    <p:sldLayoutId id="2147483947" r:id="rId53"/>
    <p:sldLayoutId id="2147483948" r:id="rId54"/>
    <p:sldLayoutId id="2147483949" r:id="rId55"/>
    <p:sldLayoutId id="2147483946" r:id="rId56"/>
    <p:sldLayoutId id="2147483960" r:id="rId57"/>
    <p:sldLayoutId id="2147483961" r:id="rId58"/>
    <p:sldLayoutId id="2147483967" r:id="rId59"/>
    <p:sldLayoutId id="2147483962" r:id="rId60"/>
    <p:sldLayoutId id="2147483965" r:id="rId61"/>
    <p:sldLayoutId id="2147483966" r:id="rId62"/>
    <p:sldLayoutId id="2147483963" r:id="rId63"/>
  </p:sldLayoutIdLst>
  <p:hf hdr="0" ftr="0" dt="0"/>
  <p:txStyles>
    <p:titleStyle>
      <a:lvl1pPr algn="l" defTabSz="914400" rtl="0" eaLnBrk="1" latinLnBrk="0" hangingPunct="1">
        <a:lnSpc>
          <a:spcPct val="90000"/>
        </a:lnSpc>
        <a:spcBef>
          <a:spcPct val="0"/>
        </a:spcBef>
        <a:buNone/>
        <a:defRPr sz="3200" b="1" kern="1200" spc="0" baseline="0">
          <a:solidFill>
            <a:schemeClr val="tx1"/>
          </a:solidFill>
          <a:latin typeface="+mj-lt"/>
          <a:ea typeface="+mj-ea"/>
          <a:cs typeface="+mj-cs"/>
        </a:defRPr>
      </a:lvl1pPr>
    </p:titleStyle>
    <p:bodyStyle>
      <a:lvl1pPr marL="285750" indent="-28575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tabLst/>
        <a:defRPr sz="2800" kern="1200">
          <a:solidFill>
            <a:schemeClr val="tx1"/>
          </a:solidFill>
          <a:latin typeface="+mn-lt"/>
          <a:ea typeface="+mn-ea"/>
          <a:cs typeface="+mn-cs"/>
        </a:defRPr>
      </a:lvl1pPr>
      <a:lvl2pPr marL="573088" indent="-344488"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tabLst/>
        <a:defRPr sz="2400" kern="1200">
          <a:solidFill>
            <a:schemeClr val="tx1"/>
          </a:solidFill>
          <a:latin typeface="+mn-lt"/>
          <a:ea typeface="+mn-ea"/>
          <a:cs typeface="+mn-cs"/>
        </a:defRPr>
      </a:lvl2pPr>
      <a:lvl3pPr marL="641350" indent="-409575"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tabLst/>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
          <p15:clr>
            <a:srgbClr val="F26B43"/>
          </p15:clr>
        </p15:guide>
        <p15:guide id="4" orient="horz" pos="3912">
          <p15:clr>
            <a:srgbClr val="F26B43"/>
          </p15:clr>
        </p15:guide>
        <p15:guide id="5" pos="264">
          <p15:clr>
            <a:srgbClr val="F26B43"/>
          </p15:clr>
        </p15:guide>
        <p15:guide id="6" pos="7464">
          <p15:clr>
            <a:srgbClr val="F26B43"/>
          </p15:clr>
        </p15:guide>
        <p15:guide id="7" orient="horz"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wrap="square">
            <a:normAutofit/>
          </a:bodyPr>
          <a:lstStyle/>
          <a:p>
            <a:r>
              <a:t>Coral Steinberg</a:t>
            </a:r>
          </a:p>
        </p:txBody>
      </p:sp>
      <p:sp>
        <p:nvSpPr>
          <p:cNvPr id="3" name="Text Placeholder 2"/>
          <p:cNvSpPr>
            <a:spLocks noGrp="1"/>
          </p:cNvSpPr>
          <p:nvPr>
            <p:ph type="body" sz="quarter" idx="15"/>
          </p:nvPr>
        </p:nvSpPr>
        <p:spPr/>
        <p:txBody>
          <a:bodyPr/>
          <a:lstStyle/>
          <a:p>
            <a:endParaRPr/>
          </a:p>
        </p:txBody>
      </p:sp>
      <p:sp>
        <p:nvSpPr>
          <p:cNvPr id="4" name="Subtitle 3"/>
          <p:cNvSpPr>
            <a:spLocks noGrp="1"/>
          </p:cNvSpPr>
          <p:nvPr>
            <p:ph type="subTitle" idx="1"/>
          </p:nvPr>
        </p:nvSpPr>
        <p:spPr/>
        <p:txBody>
          <a:bodyPr wrap="square">
            <a:normAutofit fontScale="92500"/>
          </a:bodyPr>
          <a:lstStyle/>
          <a:p>
            <a:r>
              <a:t>Built by a team of six AI agents. The product is the artifact — the workflow is the point.</a:t>
            </a:r>
          </a:p>
        </p:txBody>
      </p:sp>
      <p:sp>
        <p:nvSpPr>
          <p:cNvPr id="5" name="Title 4"/>
          <p:cNvSpPr>
            <a:spLocks noGrp="1"/>
          </p:cNvSpPr>
          <p:nvPr>
            <p:ph type="ctrTitle"/>
          </p:nvPr>
        </p:nvSpPr>
        <p:spPr/>
        <p:txBody>
          <a:bodyPr wrap="square">
            <a:normAutofit fontScale="90000"/>
          </a:bodyPr>
          <a:lstStyle/>
          <a:p>
            <a:r>
              <a:t>Valentin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wrap="square">
            <a:normAutofit fontScale="25000" lnSpcReduction="20000"/>
          </a:bodyPr>
          <a:lstStyle/>
          <a:p>
            <a:r>
              <a:t>The experiment, and the team</a:t>
            </a:r>
          </a:p>
          <a:p>
            <a:r>
              <a:t>The engine — and the failure behind it</a:t>
            </a:r>
          </a:p>
          <a:p>
            <a:r>
              <a:t>Guardrails where judgement fails</a:t>
            </a:r>
          </a:p>
          <a:p>
            <a:r>
              <a:t>The evidence, and the honest scope</a:t>
            </a:r>
          </a:p>
          <a:p>
            <a:r>
              <a:t>The product, and a live demo</a:t>
            </a:r>
          </a:p>
        </p:txBody>
      </p:sp>
      <p:sp>
        <p:nvSpPr>
          <p:cNvPr id="3" name="Title 2"/>
          <p:cNvSpPr>
            <a:spLocks noGrp="1"/>
          </p:cNvSpPr>
          <p:nvPr>
            <p:ph type="title"/>
          </p:nvPr>
        </p:nvSpPr>
        <p:spPr/>
        <p:txBody>
          <a:bodyPr wrap="square">
            <a:normAutofit/>
          </a:bodyPr>
          <a:lstStyle/>
          <a:p>
            <a: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p:txBody>
          <a:bodyPr wrap="square">
            <a:normAutofit fontScale="77500" lnSpcReduction="20000"/>
          </a:bodyPr>
          <a:lstStyle/>
          <a:p>
            <a:r>
              <a:t>Every PR opened, reviewed, and merged by agents</a:t>
            </a:r>
          </a:p>
          <a:p>
            <a:r>
              <a:t>Ownership is enforced by prompt, not suggested</a:t>
            </a:r>
          </a:p>
          <a:p>
            <a:r>
              <a:t>Routing and merges are deterministic code</a:t>
            </a:r>
          </a:p>
          <a:p>
            <a:r>
              <a:t>A human sets intent and holds final say</a:t>
            </a:r>
          </a:p>
          <a:p>
            <a:r>
              <a:t>The methodology was built, not declared</a:t>
            </a:r>
          </a:p>
        </p:txBody>
      </p:sp>
      <p:sp>
        <p:nvSpPr>
          <p:cNvPr id="3" name="Text Placeholder 2"/>
          <p:cNvSpPr>
            <a:spLocks noGrp="1"/>
          </p:cNvSpPr>
          <p:nvPr>
            <p:ph type="body" sz="quarter" idx="10"/>
          </p:nvPr>
        </p:nvSpPr>
        <p:spPr/>
        <p:txBody>
          <a:bodyPr wrap="square">
            <a:normAutofit/>
          </a:bodyPr>
          <a:lstStyle/>
          <a:p>
            <a:r>
              <a:t>Six agents, one real GitHub workflow, a human with veto</a:t>
            </a:r>
          </a:p>
        </p:txBody>
      </p:sp>
      <p:sp>
        <p:nvSpPr>
          <p:cNvPr id="4" name="Title 3"/>
          <p:cNvSpPr>
            <a:spLocks noGrp="1"/>
          </p:cNvSpPr>
          <p:nvPr>
            <p:ph type="title"/>
          </p:nvPr>
        </p:nvSpPr>
        <p:spPr/>
        <p:txBody>
          <a:bodyPr wrap="square">
            <a:normAutofit/>
          </a:bodyPr>
          <a:lstStyle/>
          <a:p>
            <a:r>
              <a:t>An experiment in agentic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Six agents, disjoint ownership</a:t>
            </a:r>
          </a:p>
        </p:txBody>
      </p:sp>
      <p:sp>
        <p:nvSpPr>
          <p:cNvPr id="3" name="Content Placeholder 2"/>
          <p:cNvSpPr>
            <a:spLocks noGrp="1"/>
          </p:cNvSpPr>
          <p:nvPr>
            <p:ph sz="quarter" idx="13"/>
          </p:nvPr>
        </p:nvSpPr>
        <p:spPr/>
        <p:txBody>
          <a:bodyPr wrap="square">
            <a:normAutofit fontScale="77500" lnSpcReduction="20000"/>
          </a:bodyPr>
          <a:lstStyle/>
          <a:p>
            <a:r>
              <a:t>Master — orchestrates, reviews, merges; posts the last word</a:t>
            </a:r>
          </a:p>
          <a:p>
            <a:r>
              <a:t>Architect — contracts and shared types; owns src/shared/</a:t>
            </a:r>
          </a:p>
          <a:p>
            <a:r>
              <a:t>Frontend — components and hooks; owns src/client/</a:t>
            </a:r>
          </a:p>
          <a:p>
            <a:r>
              <a:t>Backend — API, extraction, persistence; owns src/server/</a:t>
            </a:r>
          </a:p>
          <a:p>
            <a:r>
              <a:t>Designer owns design-system/ · QA owns e2e/</a:t>
            </a:r>
          </a:p>
        </p:txBody>
      </p:sp>
      <p:pic>
        <p:nvPicPr>
          <p:cNvPr id="4" name="Picture 3" descr="team-strip.png"/>
          <p:cNvPicPr>
            <a:picLocks noChangeAspect="1"/>
          </p:cNvPicPr>
          <p:nvPr/>
        </p:nvPicPr>
        <p:blipFill>
          <a:blip r:embed="rId3"/>
          <a:stretch>
            <a:fillRect/>
          </a:stretch>
        </p:blipFill>
        <p:spPr>
          <a:xfrm>
            <a:off x="1371600" y="5257800"/>
            <a:ext cx="9445752" cy="14813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Hub and spoke, not a recursive tangle</a:t>
            </a:r>
          </a:p>
        </p:txBody>
      </p:sp>
      <p:pic>
        <p:nvPicPr>
          <p:cNvPr id="3" name="Picture 2" descr="diagram-org-chart.png"/>
          <p:cNvPicPr>
            <a:picLocks noChangeAspect="1"/>
          </p:cNvPicPr>
          <p:nvPr/>
        </p:nvPicPr>
        <p:blipFill>
          <a:blip r:embed="rId3"/>
          <a:stretch>
            <a:fillRect/>
          </a:stretch>
        </p:blipFill>
        <p:spPr>
          <a:xfrm>
            <a:off x="1572768" y="1463040"/>
            <a:ext cx="9052560" cy="4251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Five phases, spec before build</a:t>
            </a:r>
          </a:p>
        </p:txBody>
      </p:sp>
      <p:pic>
        <p:nvPicPr>
          <p:cNvPr id="3" name="Picture 2" descr="diagram-lifecycle.png"/>
          <p:cNvPicPr>
            <a:picLocks noChangeAspect="1"/>
          </p:cNvPicPr>
          <p:nvPr/>
        </p:nvPicPr>
        <p:blipFill>
          <a:blip r:embed="rId3"/>
          <a:stretch>
            <a:fillRect/>
          </a:stretch>
        </p:blipFill>
        <p:spPr>
          <a:xfrm>
            <a:off x="457200" y="2423160"/>
            <a:ext cx="11274552" cy="1920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p:txBody>
          <a:bodyPr wrap="square">
            <a:normAutofit fontScale="77500" lnSpcReduction="20000"/>
          </a:bodyPr>
          <a:lstStyle/>
          <a:p>
            <a:r>
              <a:t>Sub-agent posted "Ready for Review", then stopped</a:t>
            </a:r>
          </a:p>
          <a:p>
            <a:r>
              <a:t>Kiro hooks are not GitHub webhooks</a:t>
            </a:r>
          </a:p>
          <a:p>
            <a:r>
              <a:t>There is no webhook back into Kiro</a:t>
            </a:r>
          </a:p>
          <a:p>
            <a:r>
              <a:t>The poller's dispatch was a no-op</a:t>
            </a:r>
          </a:p>
          <a:p>
            <a:r>
              <a:t>The loop had no engine</a:t>
            </a:r>
          </a:p>
        </p:txBody>
      </p:sp>
      <p:sp>
        <p:nvSpPr>
          <p:cNvPr id="3" name="Text Placeholder 2"/>
          <p:cNvSpPr>
            <a:spLocks noGrp="1"/>
          </p:cNvSpPr>
          <p:nvPr>
            <p:ph type="body" sz="quarter" idx="10"/>
          </p:nvPr>
        </p:nvSpPr>
        <p:spPr/>
        <p:txBody>
          <a:bodyPr wrap="square">
            <a:normAutofit/>
          </a:bodyPr>
          <a:lstStyle/>
          <a:p>
            <a:r>
              <a:t>Event-led: agents waited for a trigger that never fired</a:t>
            </a:r>
          </a:p>
        </p:txBody>
      </p:sp>
      <p:sp>
        <p:nvSpPr>
          <p:cNvPr id="4" name="Title 3"/>
          <p:cNvSpPr>
            <a:spLocks noGrp="1"/>
          </p:cNvSpPr>
          <p:nvPr>
            <p:ph type="title"/>
          </p:nvPr>
        </p:nvSpPr>
        <p:spPr/>
        <p:txBody>
          <a:bodyPr wrap="square">
            <a:normAutofit/>
          </a:bodyPr>
          <a:lstStyle/>
          <a:p>
            <a:r>
              <a:t>The first design didn't 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Orchestrator-led: control advances by a call</a:t>
            </a:r>
          </a:p>
        </p:txBody>
      </p:sp>
      <p:pic>
        <p:nvPicPr>
          <p:cNvPr id="3" name="Picture 2" descr="diagram-sequence.png"/>
          <p:cNvPicPr>
            <a:picLocks noChangeAspect="1"/>
          </p:cNvPicPr>
          <p:nvPr/>
        </p:nvPicPr>
        <p:blipFill>
          <a:blip r:embed="rId3"/>
          <a:stretch>
            <a:fillRect/>
          </a:stretch>
        </p:blipFill>
        <p:spPr>
          <a:xfrm>
            <a:off x="3877056" y="1371600"/>
            <a:ext cx="4434840" cy="4882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p:txBody>
          <a:bodyPr wrap="square">
            <a:normAutofit fontScale="77500" lnSpcReduction="20000"/>
          </a:bodyPr>
          <a:lstStyle/>
          <a:p>
            <a:r>
              <a:t>parseTurn — who spoke, who's tagged, is it terminal</a:t>
            </a:r>
          </a:p>
          <a:p>
            <a:r>
              <a:t>lastWordIsMaster — master must close the thread</a:t>
            </a:r>
          </a:p>
          <a:p>
            <a:r>
              <a:t>allTaggedResponded — nobody left hanging</a:t>
            </a:r>
          </a:p>
          <a:p>
            <a:r>
              <a:t>evaluateConversationGate — the merge backstop</a:t>
            </a:r>
          </a:p>
          <a:p>
            <a:r>
              <a:t>Pure, offline, unit-tested JavaScript</a:t>
            </a:r>
          </a:p>
        </p:txBody>
      </p:sp>
      <p:sp>
        <p:nvSpPr>
          <p:cNvPr id="3" name="Text Placeholder 2"/>
          <p:cNvSpPr>
            <a:spLocks noGrp="1"/>
          </p:cNvSpPr>
          <p:nvPr>
            <p:ph type="body" sz="quarter" idx="10"/>
          </p:nvPr>
        </p:nvSpPr>
        <p:spPr/>
        <p:txBody>
          <a:bodyPr wrap="square">
            <a:normAutofit/>
          </a:bodyPr>
          <a:lstStyle/>
          <a:p>
            <a:r>
              <a:t>Routing and merge decisions are code, not model output</a:t>
            </a:r>
          </a:p>
        </p:txBody>
      </p:sp>
      <p:sp>
        <p:nvSpPr>
          <p:cNvPr id="4" name="Title 3"/>
          <p:cNvSpPr>
            <a:spLocks noGrp="1"/>
          </p:cNvSpPr>
          <p:nvPr>
            <p:ph type="title"/>
          </p:nvPr>
        </p:nvSpPr>
        <p:spPr/>
        <p:txBody>
          <a:bodyPr wrap="square">
            <a:normAutofit/>
          </a:bodyPr>
          <a:lstStyle/>
          <a:p>
            <a:r>
              <a:t>Guardrails where judgement is weakest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p:txBody>
          <a:bodyPr wrap="square">
            <a:normAutofit fontScale="77500" lnSpcReduction="20000"/>
          </a:bodyPr>
          <a:lstStyle/>
          <a:p>
            <a:r>
              <a:t>GitHub blocks approving your own pull request</a:t>
            </a:r>
          </a:p>
          <a:p>
            <a:r>
              <a:t>APPROVE returns 422, so the merge stalls forever</a:t>
            </a:r>
          </a:p>
          <a:p>
            <a:r>
              <a:t>Fix: gate on an APPROVED-BY-MASTER-AGENT comment</a:t>
            </a:r>
          </a:p>
          <a:p>
            <a:r>
              <a:t>Branch ruleset enforces quality via required CI</a:t>
            </a:r>
          </a:p>
          <a:p>
            <a:r>
              <a:t>The hook makes the token trustworthy, not decorative</a:t>
            </a:r>
          </a:p>
        </p:txBody>
      </p:sp>
      <p:sp>
        <p:nvSpPr>
          <p:cNvPr id="3" name="Text Placeholder 2"/>
          <p:cNvSpPr>
            <a:spLocks noGrp="1"/>
          </p:cNvSpPr>
          <p:nvPr>
            <p:ph type="body" sz="quarter" idx="10"/>
          </p:nvPr>
        </p:nvSpPr>
        <p:spPr/>
        <p:txBody>
          <a:bodyPr wrap="square">
            <a:normAutofit/>
          </a:bodyPr>
          <a:lstStyle/>
          <a:p>
            <a:r>
              <a:t>Every agent acts under the same GitHub account</a:t>
            </a:r>
          </a:p>
        </p:txBody>
      </p:sp>
      <p:sp>
        <p:nvSpPr>
          <p:cNvPr id="4" name="Title 3"/>
          <p:cNvSpPr>
            <a:spLocks noGrp="1"/>
          </p:cNvSpPr>
          <p:nvPr>
            <p:ph type="title"/>
          </p:nvPr>
        </p:nvSpPr>
        <p:spPr/>
        <p:txBody>
          <a:bodyPr wrap="square">
            <a:normAutofit/>
          </a:bodyPr>
          <a:lstStyle/>
          <a:p>
            <a:r>
              <a:t>A real-world wrinkle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The work, as a graph — every node is a real PR</a:t>
            </a:r>
          </a:p>
        </p:txBody>
      </p:sp>
      <p:pic>
        <p:nvPicPr>
          <p:cNvPr id="3" name="Picture 2" descr="contribution-graph.png"/>
          <p:cNvPicPr>
            <a:picLocks noChangeAspect="1"/>
          </p:cNvPicPr>
          <p:nvPr/>
        </p:nvPicPr>
        <p:blipFill>
          <a:blip r:embed="rId3"/>
          <a:stretch>
            <a:fillRect/>
          </a:stretch>
        </p:blipFill>
        <p:spPr>
          <a:xfrm>
            <a:off x="320040" y="2194560"/>
            <a:ext cx="11548872" cy="32552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By the numbers</a:t>
            </a:r>
          </a:p>
        </p:txBody>
      </p:sp>
      <p:sp>
        <p:nvSpPr>
          <p:cNvPr id="3" name="Text Placeholder 2"/>
          <p:cNvSpPr>
            <a:spLocks noGrp="1"/>
          </p:cNvSpPr>
          <p:nvPr>
            <p:ph type="body" idx="1"/>
          </p:nvPr>
        </p:nvSpPr>
        <p:spPr/>
        <p:txBody>
          <a:bodyPr wrap="square">
            <a:normAutofit/>
          </a:bodyPr>
          <a:lstStyle/>
          <a:p>
            <a:r>
              <a:t>57 pull requests</a:t>
            </a:r>
          </a:p>
        </p:txBody>
      </p:sp>
      <p:sp>
        <p:nvSpPr>
          <p:cNvPr id="4" name="Content Placeholder 3"/>
          <p:cNvSpPr>
            <a:spLocks noGrp="1"/>
          </p:cNvSpPr>
          <p:nvPr>
            <p:ph sz="half" idx="2"/>
          </p:nvPr>
        </p:nvSpPr>
        <p:spPr/>
        <p:txBody>
          <a:bodyPr wrap="square">
            <a:normAutofit/>
          </a:bodyPr>
          <a:lstStyle/>
          <a:p>
            <a:r>
              <a:t>49 merged, 6 closed without merging, across four working sessions and seven lanes.</a:t>
            </a:r>
          </a:p>
        </p:txBody>
      </p:sp>
      <p:sp>
        <p:nvSpPr>
          <p:cNvPr id="5" name="Text Placeholder 4"/>
          <p:cNvSpPr>
            <a:spLocks noGrp="1"/>
          </p:cNvSpPr>
          <p:nvPr>
            <p:ph type="body" idx="13"/>
          </p:nvPr>
        </p:nvSpPr>
        <p:spPr/>
        <p:txBody>
          <a:bodyPr wrap="square">
            <a:normAutofit/>
          </a:bodyPr>
          <a:lstStyle/>
          <a:p>
            <a:r>
              <a:t>176 commits</a:t>
            </a:r>
          </a:p>
        </p:txBody>
      </p:sp>
      <p:sp>
        <p:nvSpPr>
          <p:cNvPr id="6" name="Content Placeholder 5"/>
          <p:cNvSpPr>
            <a:spLocks noGrp="1"/>
          </p:cNvSpPr>
          <p:nvPr>
            <p:ph sz="half" idx="14"/>
          </p:nvPr>
        </p:nvSpPr>
        <p:spPr/>
        <p:txBody>
          <a:bodyPr wrap="square">
            <a:normAutofit/>
          </a:bodyPr>
          <a:lstStyle/>
          <a:p>
            <a:r>
              <a:t>69 of them merge commits. +34,549 lines added across 436 file changes.</a:t>
            </a:r>
          </a:p>
        </p:txBody>
      </p:sp>
      <p:sp>
        <p:nvSpPr>
          <p:cNvPr id="7" name="Text Placeholder 6"/>
          <p:cNvSpPr>
            <a:spLocks noGrp="1"/>
          </p:cNvSpPr>
          <p:nvPr>
            <p:ph type="body" idx="15"/>
          </p:nvPr>
        </p:nvSpPr>
        <p:spPr/>
        <p:txBody>
          <a:bodyPr wrap="square">
            <a:normAutofit fontScale="85000" lnSpcReduction="10000"/>
          </a:bodyPr>
          <a:lstStyle/>
          <a:p>
            <a:r>
              <a:t>93 review comments</a:t>
            </a:r>
          </a:p>
        </p:txBody>
      </p:sp>
      <p:sp>
        <p:nvSpPr>
          <p:cNvPr id="8" name="Content Placeholder 7"/>
          <p:cNvSpPr>
            <a:spLocks noGrp="1"/>
          </p:cNvSpPr>
          <p:nvPr>
            <p:ph sz="half" idx="16"/>
          </p:nvPr>
        </p:nvSpPr>
        <p:spPr/>
        <p:txBody>
          <a:bodyPr wrap="square">
            <a:normAutofit fontScale="92500" lnSpcReduction="20000"/>
          </a:bodyPr>
          <a:lstStyle/>
          <a:p>
            <a:r>
              <a:t>Real multi-persona dialogue, not rubber-stamping — the two longest threads run dozens deep.</a:t>
            </a:r>
          </a:p>
        </p:txBody>
      </p:sp>
      <p:sp>
        <p:nvSpPr>
          <p:cNvPr id="9" name="Text Placeholder 8"/>
          <p:cNvSpPr>
            <a:spLocks noGrp="1"/>
          </p:cNvSpPr>
          <p:nvPr>
            <p:ph type="body" idx="17"/>
          </p:nvPr>
        </p:nvSpPr>
        <p:spPr/>
        <p:txBody>
          <a:bodyPr wrap="square">
            <a:normAutofit/>
          </a:bodyPr>
          <a:lstStyle/>
          <a:p>
            <a:r>
              <a:t>32 workflow PRs</a:t>
            </a:r>
          </a:p>
        </p:txBody>
      </p:sp>
      <p:sp>
        <p:nvSpPr>
          <p:cNvPr id="10" name="Content Placeholder 9"/>
          <p:cNvSpPr>
            <a:spLocks noGrp="1"/>
          </p:cNvSpPr>
          <p:nvPr>
            <p:ph sz="half" idx="18"/>
          </p:nvPr>
        </p:nvSpPr>
        <p:spPr/>
        <p:txBody>
          <a:bodyPr wrap="square">
            <a:normAutofit/>
          </a:bodyPr>
          <a:lstStyle/>
          <a:p>
            <a:r>
              <a:t>The largest lane is the methodology itself: +12,443 lines into .kiro/ and .github/.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p:txBody>
          <a:bodyPr wrap="square">
            <a:normAutofit fontScale="77500" lnSpcReduction="20000"/>
          </a:bodyPr>
          <a:lstStyle/>
          <a:p>
            <a:r>
              <a:t>Real: the loop, turn router, hooks, and merge gate</a:t>
            </a:r>
          </a:p>
          <a:p>
            <a:r>
              <a:t>Convention: agent labels, applied in batch not at creation</a:t>
            </a:r>
          </a:p>
          <a:p>
            <a:r>
              <a:t>Branch prefixes drifted — feat/arch-, not feat/architect-</a:t>
            </a:r>
          </a:p>
          <a:p>
            <a:r>
              <a:t>Infra work needed a seventh lane nobody planned</a:t>
            </a:r>
          </a:p>
          <a:p>
            <a:r>
              <a:t>invokeSubAgent is unavailable in supervised mode</a:t>
            </a:r>
          </a:p>
        </p:txBody>
      </p:sp>
      <p:sp>
        <p:nvSpPr>
          <p:cNvPr id="3" name="Text Placeholder 2"/>
          <p:cNvSpPr>
            <a:spLocks noGrp="1"/>
          </p:cNvSpPr>
          <p:nvPr>
            <p:ph type="body" sz="quarter" idx="10"/>
          </p:nvPr>
        </p:nvSpPr>
        <p:spPr/>
        <p:txBody>
          <a:bodyPr wrap="square">
            <a:normAutofit/>
          </a:bodyPr>
          <a:lstStyle/>
          <a:p>
            <a:r>
              <a:t>What's wired up, and what's only convention</a:t>
            </a:r>
          </a:p>
        </p:txBody>
      </p:sp>
      <p:sp>
        <p:nvSpPr>
          <p:cNvPr id="4" name="Title 3"/>
          <p:cNvSpPr>
            <a:spLocks noGrp="1"/>
          </p:cNvSpPr>
          <p:nvPr>
            <p:ph type="title"/>
          </p:nvPr>
        </p:nvSpPr>
        <p:spPr/>
        <p:txBody>
          <a:bodyPr wrap="square">
            <a:normAutofit/>
          </a:bodyPr>
          <a:lstStyle/>
          <a:p>
            <a:r>
              <a:t>Honest scope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4"/>
          </p:nvPr>
        </p:nvSpPr>
        <p:spPr/>
        <p:txBody>
          <a:bodyPr/>
          <a:lstStyle/>
          <a:p>
            <a:endParaRPr lang="en-IL"/>
          </a:p>
        </p:txBody>
      </p:sp>
      <p:sp>
        <p:nvSpPr>
          <p:cNvPr id="3" name="Content Placeholder 2"/>
          <p:cNvSpPr>
            <a:spLocks noGrp="1"/>
          </p:cNvSpPr>
          <p:nvPr>
            <p:ph sz="quarter" idx="15"/>
          </p:nvPr>
        </p:nvSpPr>
        <p:spPr/>
        <p:txBody>
          <a:bodyPr wrap="square">
            <a:normAutofit/>
          </a:bodyPr>
          <a:lstStyle/>
          <a:p>
            <a:r>
              <a:t>A romantic concierge — conversation in, profile out</a:t>
            </a:r>
          </a:p>
          <a:p>
            <a:r>
              <a:t>Nobody fills in 18 fields about their partner</a:t>
            </a:r>
          </a:p>
          <a:p>
            <a:r>
              <a:t>Eight categories, from food to love language</a:t>
            </a:r>
          </a:p>
          <a:p>
            <a:r>
              <a:t>Every entry carries a confidence score</a:t>
            </a:r>
          </a:p>
          <a:p>
            <a:r>
              <a:t>The profile fills in live as you talk</a:t>
            </a:r>
          </a:p>
        </p:txBody>
      </p:sp>
      <p:sp>
        <p:nvSpPr>
          <p:cNvPr id="4" name="Title 3"/>
          <p:cNvSpPr>
            <a:spLocks noGrp="1"/>
          </p:cNvSpPr>
          <p:nvPr>
            <p:ph type="title"/>
          </p:nvPr>
        </p:nvSpPr>
        <p:spPr/>
        <p:txBody>
          <a:bodyPr wrap="square">
            <a:normAutofit/>
          </a:bodyPr>
          <a:lstStyle/>
          <a:p>
            <a:r>
              <a:t>So what did they build?</a:t>
            </a:r>
          </a:p>
        </p:txBody>
      </p:sp>
      <p:pic>
        <p:nvPicPr>
          <p:cNvPr id="5" name="Picture 4" descr="app-profile.png"/>
          <p:cNvPicPr>
            <a:picLocks noChangeAspect="1"/>
          </p:cNvPicPr>
          <p:nvPr/>
        </p:nvPicPr>
        <p:blipFill>
          <a:blip r:embed="rId3"/>
          <a:stretch>
            <a:fillRect/>
          </a:stretch>
        </p:blipFill>
        <p:spPr>
          <a:xfrm>
            <a:off x="6309360" y="1737360"/>
            <a:ext cx="5394960" cy="35935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One message, four moves</a:t>
            </a:r>
          </a:p>
        </p:txBody>
      </p:sp>
      <p:sp>
        <p:nvSpPr>
          <p:cNvPr id="3" name="Text Placeholder 2"/>
          <p:cNvSpPr>
            <a:spLocks noGrp="1"/>
          </p:cNvSpPr>
          <p:nvPr>
            <p:ph type="body" idx="1"/>
          </p:nvPr>
        </p:nvSpPr>
        <p:spPr/>
        <p:txBody>
          <a:bodyPr wrap="square">
            <a:normAutofit/>
          </a:bodyPr>
          <a:lstStyle/>
          <a:p>
            <a:r>
              <a:t>1. You type</a:t>
            </a:r>
          </a:p>
        </p:txBody>
      </p:sp>
      <p:sp>
        <p:nvSpPr>
          <p:cNvPr id="4" name="Content Placeholder 3"/>
          <p:cNvSpPr>
            <a:spLocks noGrp="1"/>
          </p:cNvSpPr>
          <p:nvPr>
            <p:ph sz="half" idx="2"/>
          </p:nvPr>
        </p:nvSpPr>
        <p:spPr/>
        <p:txBody>
          <a:bodyPr wrap="square">
            <a:normAutofit fontScale="92500" lnSpcReduction="20000"/>
          </a:bodyPr>
          <a:lstStyle/>
          <a:p>
            <a:r>
              <a:t>Message travels over a session-scoped WebSocket to the Express gateway, which routes it to the orchestrator.</a:t>
            </a:r>
          </a:p>
        </p:txBody>
      </p:sp>
      <p:sp>
        <p:nvSpPr>
          <p:cNvPr id="5" name="Text Placeholder 4"/>
          <p:cNvSpPr>
            <a:spLocks noGrp="1"/>
          </p:cNvSpPr>
          <p:nvPr>
            <p:ph type="body" idx="13"/>
          </p:nvPr>
        </p:nvSpPr>
        <p:spPr/>
        <p:txBody>
          <a:bodyPr wrap="square">
            <a:normAutofit/>
          </a:bodyPr>
          <a:lstStyle/>
          <a:p>
            <a:r>
              <a:t>2. Valentin replies</a:t>
            </a:r>
          </a:p>
        </p:txBody>
      </p:sp>
      <p:sp>
        <p:nvSpPr>
          <p:cNvPr id="6" name="Content Placeholder 5"/>
          <p:cNvSpPr>
            <a:spLocks noGrp="1"/>
          </p:cNvSpPr>
          <p:nvPr>
            <p:ph sz="half" idx="14"/>
          </p:nvPr>
        </p:nvSpPr>
        <p:spPr/>
        <p:txBody>
          <a:bodyPr wrap="square">
            <a:normAutofit fontScale="92500" lnSpcReduction="20000"/>
          </a:bodyPr>
          <a:lstStyle/>
          <a:p>
            <a:r>
              <a:t>Bedrock's Converse API returns a reply in character, with the context window kept trimmed and coherent.</a:t>
            </a:r>
          </a:p>
        </p:txBody>
      </p:sp>
      <p:sp>
        <p:nvSpPr>
          <p:cNvPr id="7" name="Text Placeholder 6"/>
          <p:cNvSpPr>
            <a:spLocks noGrp="1"/>
          </p:cNvSpPr>
          <p:nvPr>
            <p:ph type="body" idx="15"/>
          </p:nvPr>
        </p:nvSpPr>
        <p:spPr/>
        <p:txBody>
          <a:bodyPr wrap="square">
            <a:normAutofit/>
          </a:bodyPr>
          <a:lstStyle/>
          <a:p>
            <a:r>
              <a:t>3. Extraction runs</a:t>
            </a:r>
          </a:p>
        </p:txBody>
      </p:sp>
      <p:sp>
        <p:nvSpPr>
          <p:cNvPr id="8" name="Content Placeholder 7"/>
          <p:cNvSpPr>
            <a:spLocks noGrp="1"/>
          </p:cNvSpPr>
          <p:nvPr>
            <p:ph sz="half" idx="16"/>
          </p:nvPr>
        </p:nvSpPr>
        <p:spPr/>
        <p:txBody>
          <a:bodyPr wrap="square">
            <a:normAutofit fontScale="92500"/>
          </a:bodyPr>
          <a:lstStyle/>
          <a:p>
            <a:r>
              <a:t>A second Bedrock call uses tool-use to pull structured preferences from the same message, in parallel.</a:t>
            </a:r>
          </a:p>
        </p:txBody>
      </p:sp>
      <p:sp>
        <p:nvSpPr>
          <p:cNvPr id="9" name="Text Placeholder 8"/>
          <p:cNvSpPr>
            <a:spLocks noGrp="1"/>
          </p:cNvSpPr>
          <p:nvPr>
            <p:ph type="body" idx="17"/>
          </p:nvPr>
        </p:nvSpPr>
        <p:spPr/>
        <p:txBody>
          <a:bodyPr wrap="square">
            <a:normAutofit/>
          </a:bodyPr>
          <a:lstStyle/>
          <a:p>
            <a:r>
              <a:t>4. Profile updates</a:t>
            </a:r>
          </a:p>
        </p:txBody>
      </p:sp>
      <p:sp>
        <p:nvSpPr>
          <p:cNvPr id="10" name="Content Placeholder 9"/>
          <p:cNvSpPr>
            <a:spLocks noGrp="1"/>
          </p:cNvSpPr>
          <p:nvPr>
            <p:ph sz="half" idx="18"/>
          </p:nvPr>
        </p:nvSpPr>
        <p:spPr/>
        <p:txBody>
          <a:bodyPr wrap="square">
            <a:normAutofit fontScale="92500"/>
          </a:bodyPr>
          <a:lstStyle/>
          <a:p>
            <a:r>
              <a:t>Preferences are persisted, pushed back over the same socket, and highlighted as they land.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The designer agent explored eight directions</a:t>
            </a:r>
          </a:p>
        </p:txBody>
      </p:sp>
      <p:sp>
        <p:nvSpPr>
          <p:cNvPr id="3" name="Text Placeholder 2"/>
          <p:cNvSpPr>
            <a:spLocks noGrp="1"/>
          </p:cNvSpPr>
          <p:nvPr>
            <p:ph type="body" idx="1"/>
          </p:nvPr>
        </p:nvSpPr>
        <p:spPr/>
        <p:txBody>
          <a:bodyPr wrap="square">
            <a:normAutofit/>
          </a:bodyPr>
          <a:lstStyle/>
          <a:p>
            <a:r>
              <a:t>Love letter</a:t>
            </a:r>
          </a:p>
        </p:txBody>
      </p:sp>
      <p:sp>
        <p:nvSpPr>
          <p:cNvPr id="4" name="Content Placeholder 3"/>
          <p:cNvSpPr>
            <a:spLocks noGrp="1"/>
          </p:cNvSpPr>
          <p:nvPr>
            <p:ph sz="half" idx="2"/>
          </p:nvPr>
        </p:nvSpPr>
        <p:spPr/>
        <p:txBody>
          <a:bodyPr wrap="square">
            <a:normAutofit/>
          </a:bodyPr>
          <a:lstStyle/>
          <a:p>
            <a:r>
              <a:t>Warm and editorial</a:t>
            </a:r>
          </a:p>
        </p:txBody>
      </p:sp>
      <p:sp>
        <p:nvSpPr>
          <p:cNvPr id="5" name="Text Placeholder 4"/>
          <p:cNvSpPr>
            <a:spLocks noGrp="1"/>
          </p:cNvSpPr>
          <p:nvPr>
            <p:ph type="body" sz="quarter" idx="3"/>
          </p:nvPr>
        </p:nvSpPr>
        <p:spPr/>
        <p:txBody>
          <a:bodyPr wrap="square">
            <a:normAutofit/>
          </a:bodyPr>
          <a:lstStyle/>
          <a:p>
            <a:r>
              <a:t>Atelier</a:t>
            </a:r>
          </a:p>
        </p:txBody>
      </p:sp>
      <p:sp>
        <p:nvSpPr>
          <p:cNvPr id="6" name="Content Placeholder 5"/>
          <p:cNvSpPr>
            <a:spLocks noGrp="1"/>
          </p:cNvSpPr>
          <p:nvPr>
            <p:ph sz="quarter" idx="4"/>
          </p:nvPr>
        </p:nvSpPr>
        <p:spPr/>
        <p:txBody>
          <a:bodyPr wrap="square">
            <a:normAutofit/>
          </a:bodyPr>
          <a:lstStyle/>
          <a:p>
            <a:r>
              <a:t>Restrained, tool-like</a:t>
            </a:r>
          </a:p>
        </p:txBody>
      </p:sp>
      <p:sp>
        <p:nvSpPr>
          <p:cNvPr id="7" name="Text Placeholder 6"/>
          <p:cNvSpPr>
            <a:spLocks noGrp="1"/>
          </p:cNvSpPr>
          <p:nvPr>
            <p:ph type="body" sz="quarter" idx="13"/>
          </p:nvPr>
        </p:nvSpPr>
        <p:spPr/>
        <p:txBody>
          <a:bodyPr wrap="square">
            <a:normAutofit/>
          </a:bodyPr>
          <a:lstStyle/>
          <a:p>
            <a:r>
              <a:t>Dossier</a:t>
            </a:r>
          </a:p>
        </p:txBody>
      </p:sp>
      <p:sp>
        <p:nvSpPr>
          <p:cNvPr id="8" name="Content Placeholder 7"/>
          <p:cNvSpPr>
            <a:spLocks noGrp="1"/>
          </p:cNvSpPr>
          <p:nvPr>
            <p:ph sz="quarter" idx="14"/>
          </p:nvPr>
        </p:nvSpPr>
        <p:spPr/>
        <p:txBody>
          <a:bodyPr wrap="square">
            <a:normAutofit/>
          </a:bodyPr>
          <a:lstStyle/>
          <a:p>
            <a:r>
              <a:t>Dense, information-first</a:t>
            </a:r>
          </a:p>
        </p:txBody>
      </p:sp>
      <p:sp>
        <p:nvSpPr>
          <p:cNvPr id="9" name="Text Placeholder 8"/>
          <p:cNvSpPr>
            <a:spLocks noGrp="1"/>
          </p:cNvSpPr>
          <p:nvPr>
            <p:ph type="body" sz="quarter" idx="15"/>
          </p:nvPr>
        </p:nvSpPr>
        <p:spPr/>
        <p:txBody>
          <a:bodyPr wrap="square">
            <a:normAutofit/>
          </a:bodyPr>
          <a:lstStyle/>
          <a:p>
            <a:r>
              <a:t>Her card — chosen</a:t>
            </a:r>
          </a:p>
        </p:txBody>
      </p:sp>
      <p:sp>
        <p:nvSpPr>
          <p:cNvPr id="10" name="Content Placeholder 9"/>
          <p:cNvSpPr>
            <a:spLocks noGrp="1"/>
          </p:cNvSpPr>
          <p:nvPr>
            <p:ph sz="quarter" idx="16"/>
          </p:nvPr>
        </p:nvSpPr>
        <p:spPr/>
        <p:txBody>
          <a:bodyPr wrap="square">
            <a:normAutofit/>
          </a:bodyPr>
          <a:lstStyle/>
          <a:p>
            <a:r>
              <a:t>Portrait-led, least chrome</a:t>
            </a:r>
          </a:p>
        </p:txBody>
      </p:sp>
      <p:sp>
        <p:nvSpPr>
          <p:cNvPr id="11" name="Picture Placeholder 10"/>
          <p:cNvSpPr>
            <a:spLocks noGrp="1"/>
          </p:cNvSpPr>
          <p:nvPr>
            <p:ph type="pic" sz="quarter" idx="17"/>
          </p:nvPr>
        </p:nvSpPr>
        <p:spPr/>
        <p:txBody>
          <a:bodyPr/>
          <a:lstStyle/>
          <a:p>
            <a:endParaRPr lang="en-IL"/>
          </a:p>
        </p:txBody>
      </p:sp>
      <p:sp>
        <p:nvSpPr>
          <p:cNvPr id="12" name="Picture Placeholder 11"/>
          <p:cNvSpPr>
            <a:spLocks noGrp="1"/>
          </p:cNvSpPr>
          <p:nvPr>
            <p:ph type="pic" sz="quarter" idx="18"/>
          </p:nvPr>
        </p:nvSpPr>
        <p:spPr/>
        <p:txBody>
          <a:bodyPr/>
          <a:lstStyle/>
          <a:p>
            <a:endParaRPr lang="en-IL"/>
          </a:p>
        </p:txBody>
      </p:sp>
      <p:sp>
        <p:nvSpPr>
          <p:cNvPr id="13" name="Picture Placeholder 12"/>
          <p:cNvSpPr>
            <a:spLocks noGrp="1"/>
          </p:cNvSpPr>
          <p:nvPr>
            <p:ph type="pic" sz="quarter" idx="19"/>
          </p:nvPr>
        </p:nvSpPr>
        <p:spPr/>
        <p:txBody>
          <a:bodyPr/>
          <a:lstStyle/>
          <a:p>
            <a:endParaRPr lang="en-IL"/>
          </a:p>
        </p:txBody>
      </p:sp>
      <p:sp>
        <p:nvSpPr>
          <p:cNvPr id="14" name="Picture Placeholder 13"/>
          <p:cNvSpPr>
            <a:spLocks noGrp="1"/>
          </p:cNvSpPr>
          <p:nvPr>
            <p:ph type="pic" sz="quarter" idx="20"/>
          </p:nvPr>
        </p:nvSpPr>
        <p:spPr/>
        <p:txBody>
          <a:bodyPr/>
          <a:lstStyle/>
          <a:p>
            <a:endParaRPr lang="en-IL"/>
          </a:p>
        </p:txBody>
      </p:sp>
      <p:pic>
        <p:nvPicPr>
          <p:cNvPr id="15" name="Picture 14" descr="mockup-love-letter.png"/>
          <p:cNvPicPr>
            <a:picLocks noChangeAspect="1"/>
          </p:cNvPicPr>
          <p:nvPr/>
        </p:nvPicPr>
        <p:blipFill>
          <a:blip r:embed="rId3"/>
          <a:stretch>
            <a:fillRect/>
          </a:stretch>
        </p:blipFill>
        <p:spPr>
          <a:xfrm>
            <a:off x="548640" y="1600200"/>
            <a:ext cx="2606040" cy="1627632"/>
          </a:xfrm>
          <a:prstGeom prst="rect">
            <a:avLst/>
          </a:prstGeom>
        </p:spPr>
      </p:pic>
      <p:pic>
        <p:nvPicPr>
          <p:cNvPr id="16" name="Picture 15" descr="mockup-atelier.png"/>
          <p:cNvPicPr>
            <a:picLocks noChangeAspect="1"/>
          </p:cNvPicPr>
          <p:nvPr/>
        </p:nvPicPr>
        <p:blipFill>
          <a:blip r:embed="rId4"/>
          <a:stretch>
            <a:fillRect/>
          </a:stretch>
        </p:blipFill>
        <p:spPr>
          <a:xfrm>
            <a:off x="3383280" y="1600200"/>
            <a:ext cx="2606040" cy="1627632"/>
          </a:xfrm>
          <a:prstGeom prst="rect">
            <a:avLst/>
          </a:prstGeom>
        </p:spPr>
      </p:pic>
      <p:pic>
        <p:nvPicPr>
          <p:cNvPr id="17" name="Picture 16" descr="mockup-dossier.png"/>
          <p:cNvPicPr>
            <a:picLocks noChangeAspect="1"/>
          </p:cNvPicPr>
          <p:nvPr/>
        </p:nvPicPr>
        <p:blipFill>
          <a:blip r:embed="rId5"/>
          <a:stretch>
            <a:fillRect/>
          </a:stretch>
        </p:blipFill>
        <p:spPr>
          <a:xfrm>
            <a:off x="6217920" y="1600200"/>
            <a:ext cx="2606040" cy="1627632"/>
          </a:xfrm>
          <a:prstGeom prst="rect">
            <a:avLst/>
          </a:prstGeom>
        </p:spPr>
      </p:pic>
      <p:pic>
        <p:nvPicPr>
          <p:cNvPr id="18" name="Picture 17" descr="mockup-her-card.png"/>
          <p:cNvPicPr>
            <a:picLocks noChangeAspect="1"/>
          </p:cNvPicPr>
          <p:nvPr/>
        </p:nvPicPr>
        <p:blipFill>
          <a:blip r:embed="rId6"/>
          <a:stretch>
            <a:fillRect/>
          </a:stretch>
        </p:blipFill>
        <p:spPr>
          <a:xfrm>
            <a:off x="9052560" y="1600200"/>
            <a:ext cx="2606040" cy="16276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4"/>
          </p:nvPr>
        </p:nvSpPr>
        <p:spPr/>
        <p:txBody>
          <a:bodyPr/>
          <a:lstStyle/>
          <a:p>
            <a:endParaRPr lang="en-IL"/>
          </a:p>
        </p:txBody>
      </p:sp>
      <p:sp>
        <p:nvSpPr>
          <p:cNvPr id="3" name="Content Placeholder 2"/>
          <p:cNvSpPr>
            <a:spLocks noGrp="1"/>
          </p:cNvSpPr>
          <p:nvPr>
            <p:ph sz="quarter" idx="15"/>
          </p:nvPr>
        </p:nvSpPr>
        <p:spPr/>
        <p:txBody>
          <a:bodyPr wrap="square">
            <a:normAutofit/>
          </a:bodyPr>
          <a:lstStyle/>
          <a:p>
            <a:r>
              <a:t>Two terminals: backend, then frontend</a:t>
            </a:r>
          </a:p>
          <a:p>
            <a:r>
              <a:t>Backend needs Bedrock access in the region</a:t>
            </a:r>
          </a:p>
          <a:p>
            <a:r>
              <a:t>Four messages in, name and birthday at 100%</a:t>
            </a:r>
          </a:p>
          <a:p>
            <a:r>
              <a:t>Richer categories were still landing</a:t>
            </a:r>
          </a:p>
          <a:p>
            <a:r>
              <a:t>That gap is top of the next list</a:t>
            </a:r>
          </a:p>
        </p:txBody>
      </p:sp>
      <p:sp>
        <p:nvSpPr>
          <p:cNvPr id="4" name="Title 3"/>
          <p:cNvSpPr>
            <a:spLocks noGrp="1"/>
          </p:cNvSpPr>
          <p:nvPr>
            <p:ph type="title"/>
          </p:nvPr>
        </p:nvSpPr>
        <p:spPr/>
        <p:txBody>
          <a:bodyPr wrap="square">
            <a:normAutofit/>
          </a:bodyPr>
          <a:lstStyle/>
          <a:p>
            <a:r>
              <a:t>Live demo</a:t>
            </a:r>
          </a:p>
        </p:txBody>
      </p:sp>
      <p:pic>
        <p:nvPicPr>
          <p:cNvPr id="5" name="Picture 4" descr="app-live.png"/>
          <p:cNvPicPr>
            <a:picLocks noChangeAspect="1"/>
          </p:cNvPicPr>
          <p:nvPr/>
        </p:nvPicPr>
        <p:blipFill>
          <a:blip r:embed="rId3"/>
          <a:stretch>
            <a:fillRect/>
          </a:stretch>
        </p:blipFill>
        <p:spPr>
          <a:xfrm>
            <a:off x="6309360" y="1737360"/>
            <a:ext cx="5394960" cy="359359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wrap="square">
            <a:normAutofit/>
          </a:bodyPr>
          <a:lstStyle/>
          <a:p>
            <a:r>
              <a:t>Shipped</a:t>
            </a:r>
          </a:p>
        </p:txBody>
      </p:sp>
      <p:sp>
        <p:nvSpPr>
          <p:cNvPr id="3" name="Content Placeholder 2"/>
          <p:cNvSpPr>
            <a:spLocks noGrp="1"/>
          </p:cNvSpPr>
          <p:nvPr>
            <p:ph sz="half" idx="2"/>
          </p:nvPr>
        </p:nvSpPr>
        <p:spPr/>
        <p:txBody>
          <a:bodyPr wrap="square">
            <a:normAutofit fontScale="77500" lnSpcReduction="20000"/>
          </a:bodyPr>
          <a:lstStyle/>
          <a:p>
            <a:r>
              <a:t>The agent workflow: loop, router, 8 hooks, gate</a:t>
            </a:r>
          </a:p>
          <a:p>
            <a:r>
              <a:t>Full-stack app on Bedrock with retry logic</a:t>
            </a:r>
          </a:p>
          <a:p>
            <a:r>
              <a:t>Async extraction via tool-use</a:t>
            </a:r>
          </a:p>
          <a:p>
            <a:r>
              <a:t>DynamoDB behind a storage interface</a:t>
            </a:r>
          </a:p>
          <a:p>
            <a:r>
              <a:t>CDK stacks deployed; CI runs four gates</a:t>
            </a:r>
          </a:p>
        </p:txBody>
      </p:sp>
      <p:sp>
        <p:nvSpPr>
          <p:cNvPr id="4" name="Text Placeholder 3"/>
          <p:cNvSpPr>
            <a:spLocks noGrp="1"/>
          </p:cNvSpPr>
          <p:nvPr>
            <p:ph type="body" sz="quarter" idx="3"/>
          </p:nvPr>
        </p:nvSpPr>
        <p:spPr/>
        <p:txBody>
          <a:bodyPr wrap="square">
            <a:normAutofit/>
          </a:bodyPr>
          <a:lstStyle/>
          <a:p>
            <a:r>
              <a:t>Next</a:t>
            </a:r>
          </a:p>
        </p:txBody>
      </p:sp>
      <p:sp>
        <p:nvSpPr>
          <p:cNvPr id="5" name="Content Placeholder 4"/>
          <p:cNvSpPr>
            <a:spLocks noGrp="1"/>
          </p:cNvSpPr>
          <p:nvPr>
            <p:ph sz="quarter" idx="4"/>
          </p:nvPr>
        </p:nvSpPr>
        <p:spPr/>
        <p:txBody>
          <a:bodyPr wrap="square">
            <a:normAutofit fontScale="85000" lnSpcReduction="20000"/>
          </a:bodyPr>
          <a:lstStyle/>
          <a:p>
            <a:r>
              <a:t>Tighten preference-category extraction</a:t>
            </a:r>
          </a:p>
          <a:p>
            <a:r>
              <a:t>Auto-label PRs by agent at creation time</a:t>
            </a:r>
          </a:p>
          <a:p>
            <a:r>
              <a:t>Real AgentCore SDK, replacing the stub</a:t>
            </a:r>
          </a:p>
          <a:p>
            <a:r>
              <a:t>Session persistence across reloads</a:t>
            </a:r>
          </a:p>
          <a:p>
            <a:r>
              <a:t>Export or share the partner profile</a:t>
            </a:r>
          </a:p>
        </p:txBody>
      </p:sp>
      <p:sp>
        <p:nvSpPr>
          <p:cNvPr id="6" name="Title 5"/>
          <p:cNvSpPr>
            <a:spLocks noGrp="1"/>
          </p:cNvSpPr>
          <p:nvPr>
            <p:ph type="title"/>
          </p:nvPr>
        </p:nvSpPr>
        <p:spPr/>
        <p:txBody>
          <a:bodyPr wrap="square">
            <a:normAutofit/>
          </a:bodyPr>
          <a:lstStyle/>
          <a:p>
            <a:r>
              <a:rPr dirty="0"/>
              <a:t>Built, and what's next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18BD0FD-8E70-BF3C-74C9-48DBB1F59988}"/>
              </a:ext>
            </a:extLst>
          </p:cNvPr>
          <p:cNvPicPr>
            <a:picLocks noChangeAspect="1"/>
          </p:cNvPicPr>
          <p:nvPr/>
        </p:nvPicPr>
        <p:blipFill>
          <a:blip r:embed="rId2"/>
          <a:stretch>
            <a:fillRect/>
          </a:stretch>
        </p:blipFill>
        <p:spPr>
          <a:xfrm>
            <a:off x="2209800" y="1845373"/>
            <a:ext cx="7772400" cy="3167253"/>
          </a:xfrm>
          <a:prstGeom prst="rect">
            <a:avLst/>
          </a:prstGeom>
        </p:spPr>
      </p:pic>
    </p:spTree>
    <p:extLst>
      <p:ext uri="{BB962C8B-B14F-4D97-AF65-F5344CB8AC3E}">
        <p14:creationId xmlns:p14="http://schemas.microsoft.com/office/powerpoint/2010/main" val="506907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wrap="square">
            <a:normAutofit fontScale="55000" lnSpcReduction="20000"/>
          </a:bodyPr>
          <a:lstStyle/>
          <a:p>
            <a:r>
              <a:rPr dirty="0"/>
              <a:t>Read the methodology · open any PR · questions welcome</a:t>
            </a:r>
          </a:p>
        </p:txBody>
      </p:sp>
      <p:sp>
        <p:nvSpPr>
          <p:cNvPr id="3" name="Text Placeholder 2"/>
          <p:cNvSpPr>
            <a:spLocks noGrp="1"/>
          </p:cNvSpPr>
          <p:nvPr>
            <p:ph type="body" sz="quarter" idx="11"/>
          </p:nvPr>
        </p:nvSpPr>
        <p:spPr/>
        <p:txBody>
          <a:bodyPr wrap="square">
            <a:normAutofit/>
          </a:bodyPr>
          <a:lstStyle/>
          <a:p>
            <a:r>
              <a:t>Coral Steinberg</a:t>
            </a:r>
          </a:p>
        </p:txBody>
      </p:sp>
      <p:sp>
        <p:nvSpPr>
          <p:cNvPr id="4" name="Title 3"/>
          <p:cNvSpPr>
            <a:spLocks noGrp="1"/>
          </p:cNvSpPr>
          <p:nvPr>
            <p:ph type="title"/>
          </p:nvPr>
        </p:nvSpPr>
        <p:spPr/>
        <p:txBody>
          <a:bodyPr wrap="square">
            <a:normAutofit/>
          </a:bodyPr>
          <a:lstStyle/>
          <a:p>
            <a:r>
              <a:t>Thank you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C4CE49-D2BA-5F6F-5B73-54F999FB77EC}"/>
              </a:ext>
            </a:extLst>
          </p:cNvPr>
          <p:cNvSpPr>
            <a:spLocks noGrp="1"/>
          </p:cNvSpPr>
          <p:nvPr>
            <p:ph type="title"/>
          </p:nvPr>
        </p:nvSpPr>
        <p:spPr/>
        <p:txBody>
          <a:bodyPr/>
          <a:lstStyle/>
          <a:p>
            <a:endParaRPr lang="en-IL"/>
          </a:p>
        </p:txBody>
      </p:sp>
    </p:spTree>
    <p:extLst>
      <p:ext uri="{BB962C8B-B14F-4D97-AF65-F5344CB8AC3E}">
        <p14:creationId xmlns:p14="http://schemas.microsoft.com/office/powerpoint/2010/main" val="3641240383"/>
      </p:ext>
    </p:extLst>
  </p:cSld>
  <p:clrMapOvr>
    <a:masterClrMapping/>
  </p:clrMapOvr>
</p:sld>
</file>

<file path=ppt/theme/theme1.xml><?xml version="1.0" encoding="utf-8"?>
<a:theme xmlns:a="http://schemas.openxmlformats.org/drawingml/2006/main" name="Category FCD Dark">
  <a:themeElements>
    <a:clrScheme name="AWS Template">
      <a:dk1>
        <a:srgbClr val="161E2D"/>
      </a:dk1>
      <a:lt1>
        <a:srgbClr val="FFFFFF"/>
      </a:lt1>
      <a:dk2>
        <a:srgbClr val="00193D"/>
      </a:dk2>
      <a:lt2>
        <a:srgbClr val="F5F7FF"/>
      </a:lt2>
      <a:accent1>
        <a:srgbClr val="0073E5"/>
      </a:accent1>
      <a:accent2>
        <a:srgbClr val="FF6A3D"/>
      </a:accent2>
      <a:accent3>
        <a:srgbClr val="5900B2"/>
      </a:accent3>
      <a:accent4>
        <a:srgbClr val="001A99"/>
      </a:accent4>
      <a:accent5>
        <a:srgbClr val="C300E0"/>
      </a:accent5>
      <a:accent6>
        <a:srgbClr val="00E500"/>
      </a:accent6>
      <a:hlink>
        <a:srgbClr val="42B4FF"/>
      </a:hlink>
      <a:folHlink>
        <a:srgbClr val="B2A8FF"/>
      </a:folHlink>
    </a:clrScheme>
    <a:fontScheme name="Ember Display">
      <a:majorFont>
        <a:latin typeface="Ember Modern Display Standard"/>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extLst>
    <a:ext uri="{05A4C25C-085E-4340-85A3-A5531E510DB2}">
      <thm15:themeFamily xmlns:thm15="http://schemas.microsoft.com/office/thememl/2012/main" name="Service FCD Dark Template_v4.0" id="{348FB266-294F-4294-BD50-8067665FDD80}" vid="{F4E09400-B85F-4C40-95BD-2FC571B16BE7}"/>
    </a:ext>
  </a:extLst>
</a:theme>
</file>

<file path=ppt/theme/theme2.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Squid Ink">
      <a:srgbClr val="232F3E"/>
    </a:custClr>
    <a:custClr name="Smile">
      <a:srgbClr val="FF9900"/>
    </a:custClr>
    <a:custClr name="Peach">
      <a:srgbClr val="FFAD97"/>
    </a:custClr>
    <a:custClr name="Rind">
      <a:srgbClr val="FBD8BF"/>
    </a:custClr>
    <a:custClr name="Lab">
      <a:srgbClr val="38EF7D"/>
    </a:custClr>
    <a:custClr name="Mist">
      <a:srgbClr val="9FFCEA"/>
    </a:custClr>
    <a:custClr name="Sea Blue">
      <a:srgbClr val="005276"/>
    </a:custClr>
    <a:custClr name="Aqua">
      <a:srgbClr val="007FAA"/>
    </a:custClr>
    <a:custClr name="Anchor">
      <a:srgbClr val="003181"/>
    </a:custClr>
    <a:custClr name="Sky">
      <a:srgbClr val="2074D5"/>
    </a:custClr>
    <a:custClr name="Cyan">
      <a:srgbClr val="7CE8F4"/>
    </a:custClr>
    <a:custClr name="Galaxy">
      <a:srgbClr val="330066"/>
    </a:custClr>
    <a:custClr name="Violet">
      <a:srgbClr val="7C5AED"/>
    </a:custClr>
    <a:custClr name="Cosmos">
      <a:srgbClr val="DF2A5D"/>
    </a:custClr>
    <a:custClr name="Magenta">
      <a:srgbClr val="F46EBB"/>
    </a:custClr>
    <a:custClr name="Dark Squid Ink">
      <a:srgbClr val="161E2D"/>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Squid Ink">
      <a:srgbClr val="232F3E"/>
    </a:custClr>
    <a:custClr name="Smile">
      <a:srgbClr val="FF9900"/>
    </a:custClr>
    <a:custClr name="Peach">
      <a:srgbClr val="FFAD97"/>
    </a:custClr>
    <a:custClr name="Rind">
      <a:srgbClr val="FBD8BF"/>
    </a:custClr>
    <a:custClr name="Lab">
      <a:srgbClr val="38EF7D"/>
    </a:custClr>
    <a:custClr name="Mist">
      <a:srgbClr val="9FFCEA"/>
    </a:custClr>
    <a:custClr name="Sea Blue">
      <a:srgbClr val="005276"/>
    </a:custClr>
    <a:custClr name="Aqua">
      <a:srgbClr val="007FAA"/>
    </a:custClr>
    <a:custClr name="Anchor">
      <a:srgbClr val="003181"/>
    </a:custClr>
    <a:custClr name="Sky">
      <a:srgbClr val="2074D5"/>
    </a:custClr>
    <a:custClr name="Cyan">
      <a:srgbClr val="7CE8F4"/>
    </a:custClr>
    <a:custClr name="Galaxy">
      <a:srgbClr val="330066"/>
    </a:custClr>
    <a:custClr name="Violet">
      <a:srgbClr val="7C5AED"/>
    </a:custClr>
    <a:custClr name="Cosmos">
      <a:srgbClr val="DF2A5D"/>
    </a:custClr>
    <a:custClr name="Magenta">
      <a:srgbClr val="F46EBB"/>
    </a:custClr>
    <a:custClr name="Dark Squid Ink">
      <a:srgbClr val="161E2D"/>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Service FCD Dark Template_v4.0</Template>
  <TotalTime>6643</TotalTime>
  <Words>3058</Words>
  <Application>Microsoft Macintosh PowerPoint</Application>
  <PresentationFormat>Widescreen</PresentationFormat>
  <Paragraphs>128</Paragraphs>
  <Slides>21</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Amazon Ember</vt:lpstr>
      <vt:lpstr>Ember Modern Display Standard</vt:lpstr>
      <vt:lpstr>Amazon Ember Display Heavy</vt:lpstr>
      <vt:lpstr>Amazon Ember Display</vt:lpstr>
      <vt:lpstr>Wingdings</vt:lpstr>
      <vt:lpstr>Amazon Ember Display Medium</vt:lpstr>
      <vt:lpstr>Amazon Ember Heavy</vt:lpstr>
      <vt:lpstr>Amazon Ember Mono</vt:lpstr>
      <vt:lpstr>Arial</vt:lpstr>
      <vt:lpstr>Category FCD Dark</vt:lpstr>
      <vt:lpstr>Valentin</vt:lpstr>
      <vt:lpstr>Agenda</vt:lpstr>
      <vt:lpstr>An experiment in agentic development</vt:lpstr>
      <vt:lpstr>Six agents, disjoint ownership</vt:lpstr>
      <vt:lpstr>Hub and spoke, not a recursive tangle</vt:lpstr>
      <vt:lpstr>Five phases, spec before build</vt:lpstr>
      <vt:lpstr>The first design didn't work</vt:lpstr>
      <vt:lpstr>Orchestrator-led: control advances by a call</vt:lpstr>
      <vt:lpstr>Guardrails where judgement is weakest</vt:lpstr>
      <vt:lpstr>A real-world wrinkle</vt:lpstr>
      <vt:lpstr>The work, as a graph — every node is a real PR</vt:lpstr>
      <vt:lpstr>By the numbers</vt:lpstr>
      <vt:lpstr>Honest scope</vt:lpstr>
      <vt:lpstr>So what did they build?</vt:lpstr>
      <vt:lpstr>One message, four moves</vt:lpstr>
      <vt:lpstr>The designer agent explored eight directions</vt:lpstr>
      <vt:lpstr>Live demo</vt:lpstr>
      <vt:lpstr>Built, and what's next</vt:lpstr>
      <vt:lpstr>PowerPoint Presentation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LeVan, Michelle</dc:creator>
  <cp:lastModifiedBy>Coral Steinberg</cp:lastModifiedBy>
  <cp:revision>40</cp:revision>
  <dcterms:created xsi:type="dcterms:W3CDTF">2024-08-06T14:58:26Z</dcterms:created>
  <dcterms:modified xsi:type="dcterms:W3CDTF">2026-08-23T07:28:39Z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2025-11-25T06:15:34Z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befa1cec-eb3f-43ec-be33-4a127fe1a70a</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ies>
</file>