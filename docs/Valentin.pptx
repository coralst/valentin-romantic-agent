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892" r:id="rId1"/>
  </p:sldMasterIdLst>
  <p:notesMasterIdLst>
    <p:notesMasterId r:id="rId12"/>
  </p:notesMasterIdLst>
  <p:handoutMasterIdLst>
    <p:handoutMasterId r:id="rId13"/>
  </p:handout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Amazon Ember" panose="020B0603020204020204" pitchFamily="34" charset="0"/>
      <p:regular r:id="rId14"/>
      <p:bold r:id="rId15"/>
      <p:italic r:id="rId16"/>
      <p:boldItalic r:id="rId17"/>
    </p:embeddedFont>
    <p:embeddedFont>
      <p:font typeface="Amazon Ember Display" panose="020B0603020204020204" pitchFamily="34" charset="0"/>
      <p:regular r:id="rId18"/>
      <p:bold r:id="rId19"/>
      <p:italic r:id="rId20"/>
      <p:boldItalic r:id="rId21"/>
    </p:embeddedFont>
    <p:embeddedFont>
      <p:font typeface="Amazon Ember Display Heavy" panose="020B0603020204020204" pitchFamily="34" charset="0"/>
      <p:regular r:id="rId22"/>
      <p:bold r:id="rId23"/>
      <p:italic r:id="rId24"/>
      <p:boldItalic r:id="rId25"/>
    </p:embeddedFont>
    <p:embeddedFont>
      <p:font typeface="Amazon Ember Display Medium" panose="020B0603020204020204" pitchFamily="34" charset="0"/>
      <p:regular r:id="rId26"/>
      <p:bold r:id="rId27"/>
      <p:italic r:id="rId28"/>
      <p:boldItalic r:id="rId29"/>
    </p:embeddedFont>
    <p:embeddedFont>
      <p:font typeface="Amazon Ember Heavy" panose="020B0603020204020204" pitchFamily="34" charset="0"/>
      <p:bold r:id="rId30"/>
      <p:italic r:id="rId31"/>
      <p:boldItalic r:id="rId32"/>
    </p:embeddedFont>
    <p:embeddedFont>
      <p:font typeface="Amazon Ember Mono" panose="020B0603020204020204" pitchFamily="34" charset="0"/>
      <p:regular r:id="rId33"/>
      <p:bold r:id="rId34"/>
      <p:italic r:id="rId35"/>
      <p:boldItalic r:id="rId36"/>
    </p:embeddedFont>
    <p:embeddedFont>
      <p:font typeface="Ember Modern Display Standard" panose="020B0503020204020204" pitchFamily="34"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nt slides" id="{EC17E99E-D672-4609-B42A-AE99DD1E8900}">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2" pos="19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27"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500"/>
    <a:srgbClr val="161E2D"/>
    <a:srgbClr val="292929"/>
    <a:srgbClr val="42B4FF"/>
    <a:srgbClr val="0073E5"/>
    <a:srgbClr val="FF9900"/>
    <a:srgbClr val="E6E6E6"/>
    <a:srgbClr val="FFFFFF"/>
    <a:srgbClr val="FFAD97"/>
    <a:srgbClr val="9FFC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36" autoAdjust="0"/>
    <p:restoredTop sz="81849" autoAdjust="0"/>
  </p:normalViewPr>
  <p:slideViewPr>
    <p:cSldViewPr snapToGrid="0">
      <p:cViewPr varScale="1">
        <p:scale>
          <a:sx n="103" d="100"/>
          <a:sy n="103" d="100"/>
        </p:scale>
        <p:origin x="704" y="168"/>
      </p:cViewPr>
      <p:guideLst>
        <p:guide pos="1992"/>
        <p:guide orient="horz" pos="2160"/>
      </p:guideLst>
    </p:cSldViewPr>
  </p:slideViewPr>
  <p:outlineViewPr>
    <p:cViewPr>
      <p:scale>
        <a:sx n="33" d="100"/>
        <a:sy n="33" d="100"/>
      </p:scale>
      <p:origin x="0" y="-17552"/>
    </p:cViewPr>
  </p:outlineViewPr>
  <p:notesTextViewPr>
    <p:cViewPr>
      <p:scale>
        <a:sx n="3" d="2"/>
        <a:sy n="3" d="2"/>
      </p:scale>
      <p:origin x="0" y="0"/>
    </p:cViewPr>
  </p:notesTextViewPr>
  <p:sorterViewPr>
    <p:cViewPr>
      <p:scale>
        <a:sx n="25" d="100"/>
        <a:sy n="25" d="100"/>
      </p:scale>
      <p:origin x="0" y="0"/>
    </p:cViewPr>
  </p:sorterViewPr>
  <p:notesViewPr>
    <p:cSldViewPr snapToGrid="0" showGuides="1">
      <p:cViewPr>
        <p:scale>
          <a:sx n="110" d="100"/>
          <a:sy n="110" d="100"/>
        </p:scale>
        <p:origin x="3264" y="-109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font" Target="fonts/font26.fntdata"/><Relationship Id="rId21" Type="http://schemas.openxmlformats.org/officeDocument/2006/relationships/font" Target="fonts/font8.fntdata"/><Relationship Id="rId34" Type="http://schemas.openxmlformats.org/officeDocument/2006/relationships/font" Target="fonts/font21.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3.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font" Target="fonts/font19.fntdata"/><Relationship Id="rId37" Type="http://schemas.openxmlformats.org/officeDocument/2006/relationships/font" Target="fonts/font24.fntdata"/><Relationship Id="rId40" Type="http://schemas.openxmlformats.org/officeDocument/2006/relationships/font" Target="fonts/font2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36" Type="http://schemas.openxmlformats.org/officeDocument/2006/relationships/font" Target="fonts/font23.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font" Target="fonts/font22.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font" Target="fonts/font20.fntdata"/><Relationship Id="rId38" Type="http://schemas.openxmlformats.org/officeDocument/2006/relationships/font" Target="fonts/font25.fntdata"/><Relationship Id="rId46" Type="http://schemas.microsoft.com/office/2018/10/relationships/authors" Target="authors.xml"/><Relationship Id="rId20" Type="http://schemas.openxmlformats.org/officeDocument/2006/relationships/font" Target="fonts/font7.fntdata"/><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30B3F9-42E9-426B-B3D2-D6012D7491A2}"/>
              </a:ext>
            </a:extLst>
          </p:cNvPr>
          <p:cNvSpPr>
            <a:spLocks noGrp="1"/>
          </p:cNvSpPr>
          <p:nvPr>
            <p:ph type="sldNum" sz="quarter" idx="3"/>
          </p:nvPr>
        </p:nvSpPr>
        <p:spPr>
          <a:xfrm>
            <a:off x="1943100" y="8685213"/>
            <a:ext cx="2971800" cy="458787"/>
          </a:xfrm>
          <a:prstGeom prst="rect">
            <a:avLst/>
          </a:prstGeom>
        </p:spPr>
        <p:txBody>
          <a:bodyPr vert="horz" lIns="91440" tIns="45720" rIns="91440" bIns="45720" rtlCol="0" anchor="b"/>
          <a:lstStyle>
            <a:lvl1pPr algn="r">
              <a:defRPr sz="1200"/>
            </a:lvl1pPr>
          </a:lstStyle>
          <a:p>
            <a:pPr algn="ctr"/>
            <a:fld id="{C71F7584-9745-40DA-BD49-9A41A97B2D2E}" type="slidenum">
              <a:rPr lang="en-US" sz="1000" smtClean="0"/>
              <a:pPr algn="ctr"/>
              <a:t>‹#›</a:t>
            </a:fld>
            <a:endParaRPr lang="en-US" sz="1000" dirty="0"/>
          </a:p>
        </p:txBody>
      </p:sp>
    </p:spTree>
    <p:extLst>
      <p:ext uri="{BB962C8B-B14F-4D97-AF65-F5344CB8AC3E}">
        <p14:creationId xmlns:p14="http://schemas.microsoft.com/office/powerpoint/2010/main" val="1292530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8150" y="457200"/>
            <a:ext cx="5981700" cy="3364706"/>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19100" y="4197679"/>
            <a:ext cx="6000750" cy="4328803"/>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1943100" y="8685213"/>
            <a:ext cx="2971800" cy="458787"/>
          </a:xfrm>
          <a:prstGeom prst="rect">
            <a:avLst/>
          </a:prstGeom>
        </p:spPr>
        <p:txBody>
          <a:bodyPr vert="horz" lIns="91440" tIns="45720" rIns="91440" bIns="45720" rtlCol="0" anchor="b"/>
          <a:lstStyle>
            <a:lvl1pPr algn="ctr">
              <a:defRPr sz="1000"/>
            </a:lvl1pPr>
          </a:lstStyle>
          <a:p>
            <a:fld id="{A3D89E5F-BEEF-42A1-A57B-E5A736D51194}" type="slidenum">
              <a:rPr lang="en-US" smtClean="0"/>
              <a:pPr/>
              <a:t>‹#›</a:t>
            </a:fld>
            <a:endParaRPr lang="en-US" dirty="0"/>
          </a:p>
        </p:txBody>
      </p:sp>
    </p:spTree>
    <p:extLst>
      <p:ext uri="{BB962C8B-B14F-4D97-AF65-F5344CB8AC3E}">
        <p14:creationId xmlns:p14="http://schemas.microsoft.com/office/powerpoint/2010/main" val="2644871954"/>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300"/>
      </a:spcAft>
      <a:defRPr sz="1200" kern="1200">
        <a:solidFill>
          <a:schemeClr val="tx1"/>
        </a:solidFill>
        <a:latin typeface="+mn-lt"/>
        <a:ea typeface="+mn-ea"/>
        <a:cs typeface="+mn-cs"/>
      </a:defRPr>
    </a:lvl1pPr>
    <a:lvl2pPr marL="225425" indent="-1063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2pPr>
    <a:lvl3pPr marL="463550" indent="-1190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3pPr>
    <a:lvl4pPr marL="747713" indent="-1190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4pPr>
    <a:lvl5pPr marL="973138" indent="-117475"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2160" userDrawn="1">
          <p15:clr>
            <a:srgbClr val="F26B43"/>
          </p15:clr>
        </p15:guide>
        <p15:guide id="2" orient="horz" pos="2880" userDrawn="1">
          <p15:clr>
            <a:srgbClr val="F26B43"/>
          </p15:clr>
        </p15:guide>
        <p15:guide id="3" pos="264" userDrawn="1">
          <p15:clr>
            <a:srgbClr val="F26B43"/>
          </p15:clr>
        </p15:guide>
        <p15:guide id="4" pos="4056" userDrawn="1">
          <p15:clr>
            <a:srgbClr val="F26B43"/>
          </p15:clr>
        </p15:guide>
        <p15:guide id="5" orient="horz" pos="288" userDrawn="1">
          <p15:clr>
            <a:srgbClr val="F26B43"/>
          </p15:clr>
        </p15:guide>
        <p15:guide id="6" orient="horz" pos="264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Valentin is an AI romantic concierge. You talk to him about the person you love, and he quietly builds a structured profile of them — the kind of notes nobody thinks to write down. Built as a full-stack app on AWS Bedrock. I'll show it running at the 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roadmap: why this problem is worth solving, what the product does, the architecture, how I arrived at the interface, the stack, a live demo, and where it goes next. About ten minutes, then questions.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know her birthday. You half-remember the restaurant she liked. You forget the offhand comment about the trip she's always wanted — and then you're buying a candle again. Questionnaires fail because they feel clinical and the interesting details aren't fields. "She's very cool, she likes to surf and dance salsa" carries more signal than any dropdown — but only if something is listening and giving it structure.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Valentin runs a warm interview. Every message is analysed in the background, and anything he learns lands in her profile immediately — tagged by category and by confidence. Certain when you said it outright, likely when he inferred it. The screenshot shows a fully populated profile: eighteen fields, each with a confidence percentage, grouped into Basics, Relationship, and preference categories, with a calendar surfacing the next important date.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important design decision is step three. Extraction is a separate Bedrock call using tool-use, and it runs off the reply's critical path. The chat never waits on it. That means the conversation stays as fast as a normal chat while the profile fills in behind it — if extraction is slow or fails, you still get your reply. Everything flows over one WebSocket, so the client gets both the message and the profile delta on the same connection.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product is emotional, so the interface had to be. I built each candidate as a real working HTML mockup rather than a static comp — eight in total, four shown here. Love letter was too precious, atelier too cold, dossier felt like surveillance, which is exactly the wrong feeling for this product. Her card won: a portrait leads, the profile reads as something you'd keep rather than a database record, and it has the least chrome of the three finalists.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Deliberately boring choices. The one piece of design I'd call out is the storage interface: swapping the in-memory store for DynamoDB touched a single file, and the test suite never knew, because tests run against the in-memory implementation. Extraction maps into eight preference categories via Bedrock tool-use. Tests are Vitest and React Testing Library for units, Playwright across Chromium, Firefox and WebKit for the critical flows. Infrastructure is CDK, deployed to dev and prod.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real capture, not a mockup — four messages into an actual conversation. He picks up the name and birthday at full confidence and reflects them straight into the panel on the right. Worth being honest about what you're seeing: the Basics fields populate reliably, while the richer preference categories — surfing, salsa, Thai food, love language — are extracted but were still landing when I took this. That's the main thing I'm tightening next. If I'm demoing live, this is the moment to run it and ask the audience for someone to describe.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left, what's working today: the full stack, Bedrock integration with retries, async extraction, a multi-session sidebar that rehydrates both chat and profile when you switch, DynamoDB persistence, CDK stacks deployed and passing health checks, and unit plus end-to-end suites. On the right, what's next. Top of that list is tightening extraction for the richer categories, since that's the gap you saw in the demo. After that the interesting work is proactive: Valentin noticing an anniversary is three weeks out and suggesting something based on what he already knows.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 happy to take questions, dig into the architecture, or run the demo again with someone from the room describing their own partner.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gradi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BD4D8D4-CAB7-30A9-E0D1-FF90E1042C3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1" y="551423"/>
            <a:ext cx="1010270" cy="604149"/>
          </a:xfrm>
          <a:prstGeom prst="rect">
            <a:avLst/>
          </a:prstGeom>
        </p:spPr>
      </p:pic>
      <p:sp>
        <p:nvSpPr>
          <p:cNvPr id="34" name="Text Placeholder 11">
            <a:extLst>
              <a:ext uri="{FF2B5EF4-FFF2-40B4-BE49-F238E27FC236}">
                <a16:creationId xmlns:a16="http://schemas.microsoft.com/office/drawing/2014/main" id="{CC6394AE-9889-3497-D2CF-B3A13B83B639}"/>
              </a:ext>
            </a:extLst>
          </p:cNvPr>
          <p:cNvSpPr>
            <a:spLocks noGrp="1"/>
          </p:cNvSpPr>
          <p:nvPr>
            <p:ph type="body" sz="quarter" idx="14" hasCustomPrompt="1"/>
          </p:nvPr>
        </p:nvSpPr>
        <p:spPr>
          <a:xfrm>
            <a:off x="426595" y="4572926"/>
            <a:ext cx="3702329" cy="369332"/>
          </a:xfrm>
        </p:spPr>
        <p:txBody>
          <a:bodyPr/>
          <a:lstStyle>
            <a:lvl1pPr marL="0" indent="0">
              <a:buNone/>
              <a:defRPr sz="2000" b="1" cap="none" spc="0" baseline="0">
                <a:solidFill>
                  <a:schemeClr val="bg1"/>
                </a:solidFill>
              </a:defRPr>
            </a:lvl1pPr>
          </a:lstStyle>
          <a:p>
            <a:pPr lvl="0"/>
            <a:r>
              <a:rPr lang="en-US" dirty="0"/>
              <a:t>Speaker name (pronouns)</a:t>
            </a:r>
          </a:p>
        </p:txBody>
      </p:sp>
      <p:sp>
        <p:nvSpPr>
          <p:cNvPr id="35" name="Text Placeholder 15">
            <a:extLst>
              <a:ext uri="{FF2B5EF4-FFF2-40B4-BE49-F238E27FC236}">
                <a16:creationId xmlns:a16="http://schemas.microsoft.com/office/drawing/2014/main" id="{4558D9E7-4CE8-14F0-81B1-BC0FB89484F5}"/>
              </a:ext>
            </a:extLst>
          </p:cNvPr>
          <p:cNvSpPr>
            <a:spLocks noGrp="1"/>
          </p:cNvSpPr>
          <p:nvPr>
            <p:ph type="body" sz="quarter" idx="15" hasCustomPrompt="1"/>
          </p:nvPr>
        </p:nvSpPr>
        <p:spPr>
          <a:xfrm>
            <a:off x="426595" y="4946988"/>
            <a:ext cx="3702329" cy="535531"/>
          </a:xfrm>
        </p:spPr>
        <p:txBody>
          <a:bodyPr/>
          <a:lstStyle>
            <a:lvl1pPr marL="0" indent="0">
              <a:spcAft>
                <a:spcPts val="30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Speaker job title</a:t>
            </a:r>
            <a:br>
              <a:rPr lang="en-US" dirty="0"/>
            </a:br>
            <a:r>
              <a:rPr lang="en-US" dirty="0"/>
              <a:t>Speaker company</a:t>
            </a:r>
          </a:p>
        </p:txBody>
      </p:sp>
      <p:sp>
        <p:nvSpPr>
          <p:cNvPr id="2" name="TextBox 1">
            <a:extLst>
              <a:ext uri="{FF2B5EF4-FFF2-40B4-BE49-F238E27FC236}">
                <a16:creationId xmlns:a16="http://schemas.microsoft.com/office/drawing/2014/main" id="{AABDFDB3-98F4-4A70-E1E9-6DC287A939E1}"/>
              </a:ext>
            </a:extLst>
          </p:cNvPr>
          <p:cNvSpPr txBox="1"/>
          <p:nvPr userDrawn="1"/>
        </p:nvSpPr>
        <p:spPr>
          <a:xfrm>
            <a:off x="330617" y="6392988"/>
            <a:ext cx="260199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Amazon Ember Display"/>
                <a:ea typeface="+mn-ea"/>
                <a:cs typeface="+mn-cs"/>
              </a:rPr>
              <a:t>© 2026 Amazon Web Services, Inc. or its affiliates. All rights reserved</a:t>
            </a:r>
          </a:p>
        </p:txBody>
      </p:sp>
      <p:sp>
        <p:nvSpPr>
          <p:cNvPr id="13" name="Subtitle 2">
            <a:extLst>
              <a:ext uri="{FF2B5EF4-FFF2-40B4-BE49-F238E27FC236}">
                <a16:creationId xmlns:a16="http://schemas.microsoft.com/office/drawing/2014/main" id="{BA24688F-E4D3-455D-9B0B-AA55FFBE5DE2}"/>
              </a:ext>
            </a:extLst>
          </p:cNvPr>
          <p:cNvSpPr>
            <a:spLocks noGrp="1"/>
          </p:cNvSpPr>
          <p:nvPr>
            <p:ph type="subTitle" idx="1" hasCustomPrompt="1"/>
          </p:nvPr>
        </p:nvSpPr>
        <p:spPr>
          <a:xfrm>
            <a:off x="426595" y="3533486"/>
            <a:ext cx="6660005" cy="978729"/>
          </a:xfrm>
        </p:spPr>
        <p:txBody>
          <a:bodyPr wrap="square"/>
          <a:lstStyle>
            <a:lvl1pPr marL="0" indent="0" algn="l" defTabSz="914400" rtl="0" eaLnBrk="1" latinLnBrk="0" hangingPunct="1">
              <a:lnSpc>
                <a:spcPct val="90000"/>
              </a:lnSpc>
              <a:spcBef>
                <a:spcPts val="0"/>
              </a:spcBef>
              <a:spcAft>
                <a:spcPts val="0"/>
              </a:spcAft>
              <a:buClr>
                <a:schemeClr val="tx1"/>
              </a:buClr>
              <a:buSzPct val="90000"/>
              <a:buFont typeface="Arial" panose="020B0604020202020204" pitchFamily="34" charset="0"/>
              <a:buNone/>
              <a:tabLst/>
              <a:defRPr lang="en-US" sz="3200" b="0" i="0" kern="1200" cap="none" spc="0" baseline="0" dirty="0">
                <a:solidFill>
                  <a:schemeClr val="bg1"/>
                </a:solidFill>
                <a:latin typeface="Ember Modern Display Standard" panose="020B0503020204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Customer outcome/approved PDP tagline</a:t>
            </a:r>
          </a:p>
        </p:txBody>
      </p:sp>
      <p:sp>
        <p:nvSpPr>
          <p:cNvPr id="17" name="Title 1">
            <a:extLst>
              <a:ext uri="{FF2B5EF4-FFF2-40B4-BE49-F238E27FC236}">
                <a16:creationId xmlns:a16="http://schemas.microsoft.com/office/drawing/2014/main" id="{79961D1F-6D82-4C7B-979E-00AB8FB74D9A}"/>
              </a:ext>
            </a:extLst>
          </p:cNvPr>
          <p:cNvSpPr>
            <a:spLocks noGrp="1"/>
          </p:cNvSpPr>
          <p:nvPr>
            <p:ph type="ctrTitle" hasCustomPrompt="1"/>
          </p:nvPr>
        </p:nvSpPr>
        <p:spPr>
          <a:xfrm>
            <a:off x="426596" y="2746988"/>
            <a:ext cx="6660004" cy="757130"/>
          </a:xfrm>
        </p:spPr>
        <p:txBody>
          <a:bodyPr wrap="square" anchor="t" anchorCtr="0"/>
          <a:lstStyle>
            <a:lvl1pPr algn="l">
              <a:defRPr sz="4800">
                <a:solidFill>
                  <a:schemeClr val="bg1"/>
                </a:solidFill>
                <a:latin typeface="+mj-lt"/>
              </a:defRPr>
            </a:lvl1pPr>
          </a:lstStyle>
          <a:p>
            <a:r>
              <a:rPr lang="en-US" dirty="0"/>
              <a:t>First-use service name</a:t>
            </a:r>
          </a:p>
        </p:txBody>
      </p:sp>
    </p:spTree>
    <p:extLst>
      <p:ext uri="{BB962C8B-B14F-4D97-AF65-F5344CB8AC3E}">
        <p14:creationId xmlns:p14="http://schemas.microsoft.com/office/powerpoint/2010/main" val="40411149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gradi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A132D961-6013-D997-E7FA-8B088EFC76B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1" y="551423"/>
            <a:ext cx="1010270" cy="604149"/>
          </a:xfrm>
          <a:prstGeom prst="rect">
            <a:avLst/>
          </a:prstGeom>
        </p:spPr>
      </p:pic>
      <p:sp>
        <p:nvSpPr>
          <p:cNvPr id="2" name="TextBox 1">
            <a:extLst>
              <a:ext uri="{FF2B5EF4-FFF2-40B4-BE49-F238E27FC236}">
                <a16:creationId xmlns:a16="http://schemas.microsoft.com/office/drawing/2014/main" id="{A371873D-140F-FD12-96E5-EA3769A5633A}"/>
              </a:ext>
            </a:extLst>
          </p:cNvPr>
          <p:cNvSpPr txBox="1"/>
          <p:nvPr userDrawn="1"/>
        </p:nvSpPr>
        <p:spPr>
          <a:xfrm>
            <a:off x="330617" y="6392988"/>
            <a:ext cx="260199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Amazon Ember Display"/>
                <a:ea typeface="+mn-ea"/>
                <a:cs typeface="+mn-cs"/>
              </a:rPr>
              <a:t>© 2025, Amazon Web Services, Inc. or its affiliates. All rights reserved</a:t>
            </a:r>
          </a:p>
        </p:txBody>
      </p:sp>
      <p:sp>
        <p:nvSpPr>
          <p:cNvPr id="9" name="Text Placeholder 11">
            <a:extLst>
              <a:ext uri="{FF2B5EF4-FFF2-40B4-BE49-F238E27FC236}">
                <a16:creationId xmlns:a16="http://schemas.microsoft.com/office/drawing/2014/main" id="{75D9CB6F-A0EE-4054-99DA-3953E48C73BA}"/>
              </a:ext>
            </a:extLst>
          </p:cNvPr>
          <p:cNvSpPr>
            <a:spLocks noGrp="1"/>
          </p:cNvSpPr>
          <p:nvPr>
            <p:ph type="body" sz="quarter" idx="14" hasCustomPrompt="1"/>
          </p:nvPr>
        </p:nvSpPr>
        <p:spPr>
          <a:xfrm>
            <a:off x="426595" y="4572926"/>
            <a:ext cx="3702329" cy="369332"/>
          </a:xfrm>
        </p:spPr>
        <p:txBody>
          <a:bodyPr/>
          <a:lstStyle>
            <a:lvl1pPr marL="0" indent="0">
              <a:buNone/>
              <a:defRPr sz="2000" b="1" cap="none" spc="0" baseline="0">
                <a:solidFill>
                  <a:schemeClr val="bg1"/>
                </a:solidFill>
              </a:defRPr>
            </a:lvl1pPr>
          </a:lstStyle>
          <a:p>
            <a:pPr lvl="0"/>
            <a:r>
              <a:rPr lang="en-US" dirty="0"/>
              <a:t>Speaker name (pronouns)</a:t>
            </a:r>
          </a:p>
        </p:txBody>
      </p:sp>
      <p:sp>
        <p:nvSpPr>
          <p:cNvPr id="11" name="Text Placeholder 15">
            <a:extLst>
              <a:ext uri="{FF2B5EF4-FFF2-40B4-BE49-F238E27FC236}">
                <a16:creationId xmlns:a16="http://schemas.microsoft.com/office/drawing/2014/main" id="{873FB102-BFBC-4E6E-A041-FBB002BA4B5F}"/>
              </a:ext>
            </a:extLst>
          </p:cNvPr>
          <p:cNvSpPr>
            <a:spLocks noGrp="1"/>
          </p:cNvSpPr>
          <p:nvPr>
            <p:ph type="body" sz="quarter" idx="15" hasCustomPrompt="1"/>
          </p:nvPr>
        </p:nvSpPr>
        <p:spPr>
          <a:xfrm>
            <a:off x="426595" y="4946988"/>
            <a:ext cx="3702329" cy="535531"/>
          </a:xfrm>
        </p:spPr>
        <p:txBody>
          <a:bodyPr/>
          <a:lstStyle>
            <a:lvl1pPr marL="0" indent="0">
              <a:spcAft>
                <a:spcPts val="30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Speaker job title</a:t>
            </a:r>
            <a:br>
              <a:rPr lang="en-US" dirty="0"/>
            </a:br>
            <a:r>
              <a:rPr lang="en-US" dirty="0"/>
              <a:t>Speaker company</a:t>
            </a:r>
          </a:p>
        </p:txBody>
      </p:sp>
      <p:sp>
        <p:nvSpPr>
          <p:cNvPr id="12" name="Title 1">
            <a:extLst>
              <a:ext uri="{FF2B5EF4-FFF2-40B4-BE49-F238E27FC236}">
                <a16:creationId xmlns:a16="http://schemas.microsoft.com/office/drawing/2014/main" id="{9519B66F-8E51-49C9-BFFD-FA5E8934C29E}"/>
              </a:ext>
            </a:extLst>
          </p:cNvPr>
          <p:cNvSpPr>
            <a:spLocks noGrp="1"/>
          </p:cNvSpPr>
          <p:nvPr>
            <p:ph type="ctrTitle" hasCustomPrompt="1"/>
          </p:nvPr>
        </p:nvSpPr>
        <p:spPr>
          <a:xfrm>
            <a:off x="426596" y="2746988"/>
            <a:ext cx="6660004" cy="757130"/>
          </a:xfrm>
        </p:spPr>
        <p:txBody>
          <a:bodyPr wrap="square" anchor="t" anchorCtr="0"/>
          <a:lstStyle>
            <a:lvl1pPr algn="l">
              <a:defRPr sz="4800">
                <a:solidFill>
                  <a:schemeClr val="bg1"/>
                </a:solidFill>
                <a:latin typeface="+mj-lt"/>
              </a:defRPr>
            </a:lvl1pPr>
          </a:lstStyle>
          <a:p>
            <a:r>
              <a:rPr lang="en-US" dirty="0"/>
              <a:t>First-use service name</a:t>
            </a:r>
          </a:p>
        </p:txBody>
      </p:sp>
      <p:sp>
        <p:nvSpPr>
          <p:cNvPr id="13" name="Subtitle 2">
            <a:extLst>
              <a:ext uri="{FF2B5EF4-FFF2-40B4-BE49-F238E27FC236}">
                <a16:creationId xmlns:a16="http://schemas.microsoft.com/office/drawing/2014/main" id="{1CCA407B-D14D-4B7D-8136-FEEF4F712AD8}"/>
              </a:ext>
            </a:extLst>
          </p:cNvPr>
          <p:cNvSpPr>
            <a:spLocks noGrp="1"/>
          </p:cNvSpPr>
          <p:nvPr>
            <p:ph type="subTitle" idx="1" hasCustomPrompt="1"/>
          </p:nvPr>
        </p:nvSpPr>
        <p:spPr>
          <a:xfrm>
            <a:off x="426595" y="3533486"/>
            <a:ext cx="6660005" cy="978729"/>
          </a:xfrm>
        </p:spPr>
        <p:txBody>
          <a:bodyPr wrap="square"/>
          <a:lstStyle>
            <a:lvl1pPr marL="0" indent="0" algn="l" defTabSz="914400" rtl="0" eaLnBrk="1" latinLnBrk="0" hangingPunct="1">
              <a:lnSpc>
                <a:spcPct val="90000"/>
              </a:lnSpc>
              <a:spcBef>
                <a:spcPts val="0"/>
              </a:spcBef>
              <a:spcAft>
                <a:spcPts val="0"/>
              </a:spcAft>
              <a:buClr>
                <a:schemeClr val="tx1"/>
              </a:buClr>
              <a:buSzPct val="90000"/>
              <a:buFont typeface="Arial" panose="020B0604020202020204" pitchFamily="34" charset="0"/>
              <a:buNone/>
              <a:tabLst/>
              <a:defRPr lang="en-US" sz="3200" b="0" i="0" kern="1200" cap="none" spc="0" baseline="0" dirty="0">
                <a:solidFill>
                  <a:schemeClr val="bg1"/>
                </a:solidFill>
                <a:latin typeface="Ember Modern Display Standard" panose="020B0503020204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Customer outcome/approved PDP tagline</a:t>
            </a:r>
          </a:p>
        </p:txBody>
      </p:sp>
    </p:spTree>
    <p:extLst>
      <p:ext uri="{BB962C8B-B14F-4D97-AF65-F5344CB8AC3E}">
        <p14:creationId xmlns:p14="http://schemas.microsoft.com/office/powerpoint/2010/main" val="3084225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slide gradi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A132D961-6013-D997-E7FA-8B088EFC76B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1" y="551423"/>
            <a:ext cx="1010270" cy="604149"/>
          </a:xfrm>
          <a:prstGeom prst="rect">
            <a:avLst/>
          </a:prstGeom>
        </p:spPr>
      </p:pic>
      <p:sp>
        <p:nvSpPr>
          <p:cNvPr id="2" name="TextBox 1">
            <a:extLst>
              <a:ext uri="{FF2B5EF4-FFF2-40B4-BE49-F238E27FC236}">
                <a16:creationId xmlns:a16="http://schemas.microsoft.com/office/drawing/2014/main" id="{ED9A09D1-FCAF-59C5-4E2E-599CA8F3C3B0}"/>
              </a:ext>
            </a:extLst>
          </p:cNvPr>
          <p:cNvSpPr txBox="1"/>
          <p:nvPr userDrawn="1"/>
        </p:nvSpPr>
        <p:spPr>
          <a:xfrm>
            <a:off x="330617" y="6392988"/>
            <a:ext cx="260199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Amazon Ember Display"/>
                <a:ea typeface="+mn-ea"/>
                <a:cs typeface="+mn-cs"/>
              </a:rPr>
              <a:t>© 2025, Amazon Web Services, Inc. or its affiliates. All rights reserved</a:t>
            </a:r>
          </a:p>
        </p:txBody>
      </p:sp>
      <p:sp>
        <p:nvSpPr>
          <p:cNvPr id="9" name="Text Placeholder 11">
            <a:extLst>
              <a:ext uri="{FF2B5EF4-FFF2-40B4-BE49-F238E27FC236}">
                <a16:creationId xmlns:a16="http://schemas.microsoft.com/office/drawing/2014/main" id="{934F628F-274B-453A-8328-B7BCA8FA3B40}"/>
              </a:ext>
            </a:extLst>
          </p:cNvPr>
          <p:cNvSpPr>
            <a:spLocks noGrp="1"/>
          </p:cNvSpPr>
          <p:nvPr>
            <p:ph type="body" sz="quarter" idx="14" hasCustomPrompt="1"/>
          </p:nvPr>
        </p:nvSpPr>
        <p:spPr>
          <a:xfrm>
            <a:off x="426595" y="4572926"/>
            <a:ext cx="3702329" cy="369332"/>
          </a:xfrm>
        </p:spPr>
        <p:txBody>
          <a:bodyPr/>
          <a:lstStyle>
            <a:lvl1pPr marL="0" indent="0">
              <a:buNone/>
              <a:defRPr sz="2000" b="1" cap="none" spc="0" baseline="0">
                <a:solidFill>
                  <a:schemeClr val="bg1"/>
                </a:solidFill>
              </a:defRPr>
            </a:lvl1pPr>
          </a:lstStyle>
          <a:p>
            <a:pPr lvl="0"/>
            <a:r>
              <a:rPr lang="en-US" dirty="0"/>
              <a:t>Speaker name (pronouns)</a:t>
            </a:r>
          </a:p>
        </p:txBody>
      </p:sp>
      <p:sp>
        <p:nvSpPr>
          <p:cNvPr id="11" name="Text Placeholder 15">
            <a:extLst>
              <a:ext uri="{FF2B5EF4-FFF2-40B4-BE49-F238E27FC236}">
                <a16:creationId xmlns:a16="http://schemas.microsoft.com/office/drawing/2014/main" id="{E082A4C1-D48F-4F5E-94DD-4780258ABACE}"/>
              </a:ext>
            </a:extLst>
          </p:cNvPr>
          <p:cNvSpPr>
            <a:spLocks noGrp="1"/>
          </p:cNvSpPr>
          <p:nvPr>
            <p:ph type="body" sz="quarter" idx="15" hasCustomPrompt="1"/>
          </p:nvPr>
        </p:nvSpPr>
        <p:spPr>
          <a:xfrm>
            <a:off x="426595" y="4946988"/>
            <a:ext cx="3702329" cy="535531"/>
          </a:xfrm>
        </p:spPr>
        <p:txBody>
          <a:bodyPr/>
          <a:lstStyle>
            <a:lvl1pPr marL="0" indent="0">
              <a:spcAft>
                <a:spcPts val="30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Speaker job title</a:t>
            </a:r>
            <a:br>
              <a:rPr lang="en-US" dirty="0"/>
            </a:br>
            <a:r>
              <a:rPr lang="en-US" dirty="0"/>
              <a:t>Speaker company</a:t>
            </a:r>
          </a:p>
        </p:txBody>
      </p:sp>
      <p:sp>
        <p:nvSpPr>
          <p:cNvPr id="12" name="Title 1">
            <a:extLst>
              <a:ext uri="{FF2B5EF4-FFF2-40B4-BE49-F238E27FC236}">
                <a16:creationId xmlns:a16="http://schemas.microsoft.com/office/drawing/2014/main" id="{49D5459A-A3F0-43A1-A353-20C1527EC2E6}"/>
              </a:ext>
            </a:extLst>
          </p:cNvPr>
          <p:cNvSpPr>
            <a:spLocks noGrp="1"/>
          </p:cNvSpPr>
          <p:nvPr>
            <p:ph type="ctrTitle" hasCustomPrompt="1"/>
          </p:nvPr>
        </p:nvSpPr>
        <p:spPr>
          <a:xfrm>
            <a:off x="426596" y="2746988"/>
            <a:ext cx="6660004" cy="757130"/>
          </a:xfrm>
        </p:spPr>
        <p:txBody>
          <a:bodyPr wrap="square" anchor="t" anchorCtr="0"/>
          <a:lstStyle>
            <a:lvl1pPr algn="l">
              <a:defRPr sz="4800">
                <a:solidFill>
                  <a:schemeClr val="bg1"/>
                </a:solidFill>
                <a:latin typeface="+mj-lt"/>
              </a:defRPr>
            </a:lvl1pPr>
          </a:lstStyle>
          <a:p>
            <a:r>
              <a:rPr lang="en-US" dirty="0"/>
              <a:t>First-use service name</a:t>
            </a:r>
          </a:p>
        </p:txBody>
      </p:sp>
      <p:sp>
        <p:nvSpPr>
          <p:cNvPr id="13" name="Subtitle 2">
            <a:extLst>
              <a:ext uri="{FF2B5EF4-FFF2-40B4-BE49-F238E27FC236}">
                <a16:creationId xmlns:a16="http://schemas.microsoft.com/office/drawing/2014/main" id="{FA895A05-431F-437C-B83D-07C7AD89A4B4}"/>
              </a:ext>
            </a:extLst>
          </p:cNvPr>
          <p:cNvSpPr>
            <a:spLocks noGrp="1"/>
          </p:cNvSpPr>
          <p:nvPr>
            <p:ph type="subTitle" idx="1" hasCustomPrompt="1"/>
          </p:nvPr>
        </p:nvSpPr>
        <p:spPr>
          <a:xfrm>
            <a:off x="426595" y="3533486"/>
            <a:ext cx="6660005" cy="978729"/>
          </a:xfrm>
        </p:spPr>
        <p:txBody>
          <a:bodyPr wrap="square"/>
          <a:lstStyle>
            <a:lvl1pPr marL="0" indent="0" algn="l" defTabSz="914400" rtl="0" eaLnBrk="1" latinLnBrk="0" hangingPunct="1">
              <a:lnSpc>
                <a:spcPct val="90000"/>
              </a:lnSpc>
              <a:spcBef>
                <a:spcPts val="0"/>
              </a:spcBef>
              <a:spcAft>
                <a:spcPts val="0"/>
              </a:spcAft>
              <a:buClr>
                <a:schemeClr val="tx1"/>
              </a:buClr>
              <a:buSzPct val="90000"/>
              <a:buFont typeface="Arial" panose="020B0604020202020204" pitchFamily="34" charset="0"/>
              <a:buNone/>
              <a:tabLst/>
              <a:defRPr lang="en-US" sz="3200" b="0" i="0" kern="1200" cap="none" spc="0" baseline="0" dirty="0">
                <a:solidFill>
                  <a:schemeClr val="bg1"/>
                </a:solidFill>
                <a:latin typeface="Ember Modern Display Standard" panose="020B0503020204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Customer outcome/approved PDP tagline</a:t>
            </a:r>
          </a:p>
        </p:txBody>
      </p:sp>
    </p:spTree>
    <p:extLst>
      <p:ext uri="{BB962C8B-B14F-4D97-AF65-F5344CB8AC3E}">
        <p14:creationId xmlns:p14="http://schemas.microsoft.com/office/powerpoint/2010/main" val="2713693030"/>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
    <p:bg>
      <p:bgPr>
        <a:solidFill>
          <a:schemeClr val="bg1"/>
        </a:solid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9E09F29F-FB70-4479-9632-85DE314617E2}"/>
              </a:ext>
            </a:extLst>
          </p:cNvPr>
          <p:cNvSpPr>
            <a:spLocks noGrp="1"/>
          </p:cNvSpPr>
          <p:nvPr>
            <p:ph type="body" sz="quarter" idx="10" hasCustomPrompt="1"/>
          </p:nvPr>
        </p:nvSpPr>
        <p:spPr>
          <a:xfrm>
            <a:off x="425038" y="1365662"/>
            <a:ext cx="11430000" cy="424732"/>
          </a:xfrm>
        </p:spPr>
        <p:txBody>
          <a:bodyPr vert="horz" wrap="square" lIns="0" tIns="45720" rIns="0" bIns="45720" rtlCol="0">
            <a:spAutoFit/>
          </a:bodyPr>
          <a:lstStyle>
            <a:lvl1pPr marL="0" indent="0">
              <a:spcAft>
                <a:spcPts val="3000"/>
              </a:spcAft>
              <a:buNone/>
              <a:defRPr lang="en-US" sz="2400" smtClean="0"/>
            </a:lvl1pPr>
            <a:lvl2pPr marL="0" indent="0">
              <a:spcAft>
                <a:spcPts val="3000"/>
              </a:spcAft>
              <a:buNone/>
              <a:defRPr lang="en-US" sz="2400" smtClean="0"/>
            </a:lvl2pPr>
            <a:lvl3pPr marL="0" indent="0">
              <a:spcAft>
                <a:spcPts val="3000"/>
              </a:spcAft>
              <a:buNone/>
              <a:defRPr lang="en-US" sz="2400" smtClean="0"/>
            </a:lvl3pPr>
            <a:lvl4pPr marL="0" indent="0">
              <a:spcAft>
                <a:spcPts val="3000"/>
              </a:spcAft>
              <a:buNone/>
              <a:defRPr lang="en-US" sz="2400" smtClean="0"/>
            </a:lvl4pPr>
            <a:lvl5pPr marL="0" indent="0">
              <a:spcAft>
                <a:spcPts val="3000"/>
              </a:spcAft>
              <a:buNone/>
              <a:defRPr lang="en-US" sz="2400"/>
            </a:lvl5pPr>
          </a:lstStyle>
          <a:p>
            <a:pPr marL="228600" lvl="0" indent="-228600">
              <a:spcAft>
                <a:spcPts val="3000"/>
              </a:spcAft>
              <a:buClr>
                <a:schemeClr val="tx1"/>
              </a:buClr>
            </a:pPr>
            <a:r>
              <a:rPr lang="en-US" dirty="0"/>
              <a:t>List high-level agenda items without bullets</a:t>
            </a:r>
          </a:p>
        </p:txBody>
      </p:sp>
      <p:sp>
        <p:nvSpPr>
          <p:cNvPr id="7" name="Title 1">
            <a:extLst>
              <a:ext uri="{FF2B5EF4-FFF2-40B4-BE49-F238E27FC236}">
                <a16:creationId xmlns:a16="http://schemas.microsoft.com/office/drawing/2014/main" id="{D68B243B-41D9-49D9-B6A5-A7EE461B5515}"/>
              </a:ext>
            </a:extLst>
          </p:cNvPr>
          <p:cNvSpPr>
            <a:spLocks noGrp="1"/>
          </p:cNvSpPr>
          <p:nvPr>
            <p:ph type="title" hasCustomPrompt="1"/>
          </p:nvPr>
        </p:nvSpPr>
        <p:spPr>
          <a:xfrm>
            <a:off x="425038" y="307752"/>
            <a:ext cx="11430000" cy="638175"/>
          </a:xfrm>
        </p:spPr>
        <p:txBody>
          <a:bodyPr/>
          <a:lstStyle>
            <a:lvl1pPr>
              <a:defRPr/>
            </a:lvl1pPr>
          </a:lstStyle>
          <a:p>
            <a:r>
              <a:rPr lang="en-US" dirty="0"/>
              <a:t>Agenda</a:t>
            </a:r>
          </a:p>
        </p:txBody>
      </p:sp>
    </p:spTree>
    <p:extLst>
      <p:ext uri="{BB962C8B-B14F-4D97-AF65-F5344CB8AC3E}">
        <p14:creationId xmlns:p14="http://schemas.microsoft.com/office/powerpoint/2010/main" val="1889715690"/>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_2">
    <p:bg>
      <p:bgPr>
        <a:solidFill>
          <a:schemeClr val="bg1"/>
        </a:solidFill>
        <a:effectLst/>
      </p:bgPr>
    </p:bg>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C80C750-A3DA-DD57-9D7D-AE81CEF72200}"/>
              </a:ext>
            </a:extLst>
          </p:cNvPr>
          <p:cNvSpPr/>
          <p:nvPr userDrawn="1"/>
        </p:nvSpPr>
        <p:spPr>
          <a:xfrm>
            <a:off x="6096000" y="342900"/>
            <a:ext cx="5753100" cy="5867400"/>
          </a:xfrm>
          <a:prstGeom prst="roundRect">
            <a:avLst>
              <a:gd name="adj" fmla="val 416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 name="Text Placeholder 5">
            <a:extLst>
              <a:ext uri="{FF2B5EF4-FFF2-40B4-BE49-F238E27FC236}">
                <a16:creationId xmlns:a16="http://schemas.microsoft.com/office/drawing/2014/main" id="{9E09F29F-FB70-4479-9632-85DE314617E2}"/>
              </a:ext>
            </a:extLst>
          </p:cNvPr>
          <p:cNvSpPr>
            <a:spLocks noGrp="1"/>
          </p:cNvSpPr>
          <p:nvPr>
            <p:ph type="body" sz="quarter" idx="10" hasCustomPrompt="1"/>
          </p:nvPr>
        </p:nvSpPr>
        <p:spPr>
          <a:xfrm>
            <a:off x="6368415" y="582592"/>
            <a:ext cx="5246370" cy="5349916"/>
          </a:xfrm>
          <a:prstGeom prst="rect">
            <a:avLst/>
          </a:prstGeom>
          <a:noFill/>
        </p:spPr>
        <p:txBody>
          <a:bodyPr vert="horz" wrap="square" lIns="0" tIns="91440" rIns="0" bIns="274320" rtlCol="0">
            <a:normAutofit/>
          </a:bodyPr>
          <a:lstStyle>
            <a:lvl1pPr marL="0" indent="0">
              <a:spcAft>
                <a:spcPts val="3000"/>
              </a:spcAft>
              <a:buNone/>
              <a:defRPr lang="en-US" sz="2400" smtClean="0"/>
            </a:lvl1pPr>
            <a:lvl2pPr marL="0" indent="0">
              <a:spcAft>
                <a:spcPts val="3000"/>
              </a:spcAft>
              <a:buNone/>
              <a:defRPr lang="en-US" sz="2400" smtClean="0"/>
            </a:lvl2pPr>
            <a:lvl3pPr marL="0" indent="0">
              <a:spcAft>
                <a:spcPts val="3000"/>
              </a:spcAft>
              <a:buNone/>
              <a:defRPr lang="en-US" sz="2400" smtClean="0"/>
            </a:lvl3pPr>
            <a:lvl4pPr marL="0" indent="0">
              <a:spcAft>
                <a:spcPts val="3000"/>
              </a:spcAft>
              <a:buNone/>
              <a:defRPr lang="en-US" sz="2400" smtClean="0"/>
            </a:lvl4pPr>
            <a:lvl5pPr marL="0" indent="0">
              <a:spcAft>
                <a:spcPts val="3000"/>
              </a:spcAft>
              <a:buNone/>
              <a:defRPr lang="en-US" sz="2400"/>
            </a:lvl5pPr>
          </a:lstStyle>
          <a:p>
            <a:pPr marL="228600" lvl="0" indent="-228600">
              <a:spcAft>
                <a:spcPts val="3000"/>
              </a:spcAft>
              <a:buClr>
                <a:schemeClr val="tx1"/>
              </a:buClr>
            </a:pPr>
            <a:r>
              <a:rPr lang="en-US" dirty="0"/>
              <a:t>List high-level agenda items without bullets</a:t>
            </a:r>
          </a:p>
        </p:txBody>
      </p:sp>
      <p:pic>
        <p:nvPicPr>
          <p:cNvPr id="12" name="Graphic 11">
            <a:extLst>
              <a:ext uri="{FF2B5EF4-FFF2-40B4-BE49-F238E27FC236}">
                <a16:creationId xmlns:a16="http://schemas.microsoft.com/office/drawing/2014/main" id="{EB950FD9-0857-BC4D-D724-141D5EC11C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368415" y="5720715"/>
            <a:ext cx="228600" cy="228600"/>
          </a:xfrm>
          <a:prstGeom prst="rect">
            <a:avLst/>
          </a:prstGeom>
        </p:spPr>
      </p:pic>
      <p:sp>
        <p:nvSpPr>
          <p:cNvPr id="9" name="Title 1">
            <a:extLst>
              <a:ext uri="{FF2B5EF4-FFF2-40B4-BE49-F238E27FC236}">
                <a16:creationId xmlns:a16="http://schemas.microsoft.com/office/drawing/2014/main" id="{14C6B6DF-6E73-4139-9C0B-24E2B25A4B6E}"/>
              </a:ext>
            </a:extLst>
          </p:cNvPr>
          <p:cNvSpPr>
            <a:spLocks noGrp="1"/>
          </p:cNvSpPr>
          <p:nvPr>
            <p:ph type="title" hasCustomPrompt="1"/>
          </p:nvPr>
        </p:nvSpPr>
        <p:spPr>
          <a:xfrm>
            <a:off x="1272763" y="2957512"/>
            <a:ext cx="2622962" cy="638175"/>
          </a:xfrm>
        </p:spPr>
        <p:txBody>
          <a:bodyPr/>
          <a:lstStyle>
            <a:lvl1pPr>
              <a:defRPr sz="4000"/>
            </a:lvl1pPr>
          </a:lstStyle>
          <a:p>
            <a:r>
              <a:rPr lang="en-US" dirty="0"/>
              <a:t>Agenda</a:t>
            </a:r>
          </a:p>
        </p:txBody>
      </p:sp>
    </p:spTree>
    <p:extLst>
      <p:ext uri="{BB962C8B-B14F-4D97-AF65-F5344CB8AC3E}">
        <p14:creationId xmlns:p14="http://schemas.microsoft.com/office/powerpoint/2010/main" val="142131809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_3">
    <p:bg>
      <p:bgPr>
        <a:solidFill>
          <a:schemeClr val="bg1"/>
        </a:solidFill>
        <a:effectLst/>
      </p:bgPr>
    </p:bg>
    <p:spTree>
      <p:nvGrpSpPr>
        <p:cNvPr id="1" name=""/>
        <p:cNvGrpSpPr/>
        <p:nvPr/>
      </p:nvGrpSpPr>
      <p:grpSpPr>
        <a:xfrm>
          <a:off x="0" y="0"/>
          <a:ext cx="0" cy="0"/>
          <a:chOff x="0" y="0"/>
          <a:chExt cx="0" cy="0"/>
        </a:xfrm>
      </p:grpSpPr>
      <p:sp>
        <p:nvSpPr>
          <p:cNvPr id="59" name="Rectangle: Rounded Corners 14">
            <a:extLst>
              <a:ext uri="{FF2B5EF4-FFF2-40B4-BE49-F238E27FC236}">
                <a16:creationId xmlns:a16="http://schemas.microsoft.com/office/drawing/2014/main" id="{90CAB64E-C3D8-D3B4-BDBE-B1CFA3F66B17}"/>
              </a:ext>
            </a:extLst>
          </p:cNvPr>
          <p:cNvSpPr/>
          <p:nvPr userDrawn="1"/>
        </p:nvSpPr>
        <p:spPr>
          <a:xfrm>
            <a:off x="421483" y="4085415"/>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9" name="Rectangle: Rounded Corners 14">
            <a:extLst>
              <a:ext uri="{FF2B5EF4-FFF2-40B4-BE49-F238E27FC236}">
                <a16:creationId xmlns:a16="http://schemas.microsoft.com/office/drawing/2014/main" id="{AC58A4AF-5F75-90B5-E2D5-B6AD307D8E47}"/>
              </a:ext>
            </a:extLst>
          </p:cNvPr>
          <p:cNvSpPr/>
          <p:nvPr userDrawn="1"/>
        </p:nvSpPr>
        <p:spPr>
          <a:xfrm>
            <a:off x="421483" y="1954198"/>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38" name="Text Placeholder 37">
            <a:extLst>
              <a:ext uri="{FF2B5EF4-FFF2-40B4-BE49-F238E27FC236}">
                <a16:creationId xmlns:a16="http://schemas.microsoft.com/office/drawing/2014/main" id="{2059F353-311B-F409-C62D-0FFAB22CC7EC}"/>
              </a:ext>
            </a:extLst>
          </p:cNvPr>
          <p:cNvSpPr>
            <a:spLocks noGrp="1"/>
          </p:cNvSpPr>
          <p:nvPr>
            <p:ph type="body" sz="quarter" idx="12" hasCustomPrompt="1"/>
          </p:nvPr>
        </p:nvSpPr>
        <p:spPr>
          <a:xfrm>
            <a:off x="1702543" y="2486421"/>
            <a:ext cx="1884680" cy="707886"/>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High-level agenda item</a:t>
            </a:r>
          </a:p>
        </p:txBody>
      </p:sp>
      <p:sp>
        <p:nvSpPr>
          <p:cNvPr id="47" name="Text Placeholder 37">
            <a:extLst>
              <a:ext uri="{FF2B5EF4-FFF2-40B4-BE49-F238E27FC236}">
                <a16:creationId xmlns:a16="http://schemas.microsoft.com/office/drawing/2014/main" id="{953B5177-9BDA-5DF1-2654-40F84CED969A}"/>
              </a:ext>
            </a:extLst>
          </p:cNvPr>
          <p:cNvSpPr>
            <a:spLocks noGrp="1"/>
          </p:cNvSpPr>
          <p:nvPr>
            <p:ph type="body" sz="quarter" idx="18" hasCustomPrompt="1"/>
          </p:nvPr>
        </p:nvSpPr>
        <p:spPr>
          <a:xfrm>
            <a:off x="1702543" y="4617638"/>
            <a:ext cx="1884680" cy="707886"/>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High-level agenda item</a:t>
            </a:r>
          </a:p>
        </p:txBody>
      </p:sp>
      <p:sp>
        <p:nvSpPr>
          <p:cNvPr id="3" name="Rectangle: Rounded Corners 14">
            <a:extLst>
              <a:ext uri="{FF2B5EF4-FFF2-40B4-BE49-F238E27FC236}">
                <a16:creationId xmlns:a16="http://schemas.microsoft.com/office/drawing/2014/main" id="{A5B475CB-72C2-5DA6-7F4B-A11AA9DCF4BD}"/>
              </a:ext>
            </a:extLst>
          </p:cNvPr>
          <p:cNvSpPr/>
          <p:nvPr userDrawn="1"/>
        </p:nvSpPr>
        <p:spPr>
          <a:xfrm>
            <a:off x="8248904" y="1954198"/>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4" name="Text Placeholder 37">
            <a:extLst>
              <a:ext uri="{FF2B5EF4-FFF2-40B4-BE49-F238E27FC236}">
                <a16:creationId xmlns:a16="http://schemas.microsoft.com/office/drawing/2014/main" id="{98BA58F2-33BE-123D-9CEF-7FFCF6EB2A59}"/>
              </a:ext>
            </a:extLst>
          </p:cNvPr>
          <p:cNvSpPr>
            <a:spLocks noGrp="1"/>
          </p:cNvSpPr>
          <p:nvPr>
            <p:ph type="body" sz="quarter" idx="20" hasCustomPrompt="1"/>
          </p:nvPr>
        </p:nvSpPr>
        <p:spPr>
          <a:xfrm>
            <a:off x="9529964" y="2486421"/>
            <a:ext cx="1884680" cy="707886"/>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High-level agenda item</a:t>
            </a:r>
          </a:p>
        </p:txBody>
      </p:sp>
      <p:sp>
        <p:nvSpPr>
          <p:cNvPr id="6" name="Rectangle: Rounded Corners 14">
            <a:extLst>
              <a:ext uri="{FF2B5EF4-FFF2-40B4-BE49-F238E27FC236}">
                <a16:creationId xmlns:a16="http://schemas.microsoft.com/office/drawing/2014/main" id="{6FC7776F-E0BD-07D6-3B13-FA34C298FA42}"/>
              </a:ext>
            </a:extLst>
          </p:cNvPr>
          <p:cNvSpPr/>
          <p:nvPr userDrawn="1"/>
        </p:nvSpPr>
        <p:spPr>
          <a:xfrm>
            <a:off x="4335193" y="1954198"/>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7" name="Text Placeholder 37">
            <a:extLst>
              <a:ext uri="{FF2B5EF4-FFF2-40B4-BE49-F238E27FC236}">
                <a16:creationId xmlns:a16="http://schemas.microsoft.com/office/drawing/2014/main" id="{22CD3051-126F-857F-1DC9-D67B4E2B2BE9}"/>
              </a:ext>
            </a:extLst>
          </p:cNvPr>
          <p:cNvSpPr>
            <a:spLocks noGrp="1"/>
          </p:cNvSpPr>
          <p:nvPr>
            <p:ph type="body" sz="quarter" idx="22" hasCustomPrompt="1"/>
          </p:nvPr>
        </p:nvSpPr>
        <p:spPr>
          <a:xfrm>
            <a:off x="5616253" y="2486421"/>
            <a:ext cx="1884680" cy="707886"/>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High-level agenda item</a:t>
            </a:r>
          </a:p>
        </p:txBody>
      </p:sp>
      <p:sp>
        <p:nvSpPr>
          <p:cNvPr id="10" name="Rectangle: Rounded Corners 14">
            <a:extLst>
              <a:ext uri="{FF2B5EF4-FFF2-40B4-BE49-F238E27FC236}">
                <a16:creationId xmlns:a16="http://schemas.microsoft.com/office/drawing/2014/main" id="{F1D15092-6C97-448C-5A10-94969E090303}"/>
              </a:ext>
            </a:extLst>
          </p:cNvPr>
          <p:cNvSpPr/>
          <p:nvPr userDrawn="1"/>
        </p:nvSpPr>
        <p:spPr>
          <a:xfrm>
            <a:off x="4335193" y="4085415"/>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11" name="Text Placeholder 37">
            <a:extLst>
              <a:ext uri="{FF2B5EF4-FFF2-40B4-BE49-F238E27FC236}">
                <a16:creationId xmlns:a16="http://schemas.microsoft.com/office/drawing/2014/main" id="{73E22F3E-D239-535A-31BB-7FA69E425ACF}"/>
              </a:ext>
            </a:extLst>
          </p:cNvPr>
          <p:cNvSpPr>
            <a:spLocks noGrp="1"/>
          </p:cNvSpPr>
          <p:nvPr>
            <p:ph type="body" sz="quarter" idx="24" hasCustomPrompt="1"/>
          </p:nvPr>
        </p:nvSpPr>
        <p:spPr>
          <a:xfrm>
            <a:off x="5616253" y="4617638"/>
            <a:ext cx="1884680" cy="707886"/>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High-level agenda item</a:t>
            </a:r>
          </a:p>
        </p:txBody>
      </p:sp>
      <p:sp>
        <p:nvSpPr>
          <p:cNvPr id="13" name="Rectangle: Rounded Corners 14">
            <a:extLst>
              <a:ext uri="{FF2B5EF4-FFF2-40B4-BE49-F238E27FC236}">
                <a16:creationId xmlns:a16="http://schemas.microsoft.com/office/drawing/2014/main" id="{668F1842-A029-8577-1313-202C5B12D1E5}"/>
              </a:ext>
            </a:extLst>
          </p:cNvPr>
          <p:cNvSpPr/>
          <p:nvPr userDrawn="1"/>
        </p:nvSpPr>
        <p:spPr>
          <a:xfrm>
            <a:off x="8251327" y="4085415"/>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14" name="Text Placeholder 37">
            <a:extLst>
              <a:ext uri="{FF2B5EF4-FFF2-40B4-BE49-F238E27FC236}">
                <a16:creationId xmlns:a16="http://schemas.microsoft.com/office/drawing/2014/main" id="{DE014517-16BD-2C94-81FC-CDCCF037A972}"/>
              </a:ext>
            </a:extLst>
          </p:cNvPr>
          <p:cNvSpPr>
            <a:spLocks noGrp="1"/>
          </p:cNvSpPr>
          <p:nvPr>
            <p:ph type="body" sz="quarter" idx="26" hasCustomPrompt="1"/>
          </p:nvPr>
        </p:nvSpPr>
        <p:spPr>
          <a:xfrm>
            <a:off x="9532387" y="4617638"/>
            <a:ext cx="1884680" cy="707886"/>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High-level agenda item</a:t>
            </a:r>
          </a:p>
        </p:txBody>
      </p:sp>
      <p:sp>
        <p:nvSpPr>
          <p:cNvPr id="16" name="TextBox 15">
            <a:extLst>
              <a:ext uri="{FF2B5EF4-FFF2-40B4-BE49-F238E27FC236}">
                <a16:creationId xmlns:a16="http://schemas.microsoft.com/office/drawing/2014/main" id="{50490370-8095-4FF7-9907-E4C4C470F817}"/>
              </a:ext>
            </a:extLst>
          </p:cNvPr>
          <p:cNvSpPr txBox="1"/>
          <p:nvPr userDrawn="1"/>
        </p:nvSpPr>
        <p:spPr>
          <a:xfrm>
            <a:off x="421483" y="2388859"/>
            <a:ext cx="1028700" cy="923330"/>
          </a:xfrm>
          <a:prstGeom prst="rect">
            <a:avLst/>
          </a:prstGeom>
          <a:noFill/>
        </p:spPr>
        <p:txBody>
          <a:bodyPr wrap="square" lIns="0" rIns="0" rtlCol="0">
            <a:spAutoFit/>
          </a:bodyPr>
          <a:lstStyle/>
          <a:p>
            <a:pPr algn="ctr"/>
            <a:r>
              <a:rPr lang="en-US" sz="5400" b="1" dirty="0">
                <a:solidFill>
                  <a:schemeClr val="bg2">
                    <a:lumMod val="25000"/>
                    <a:lumOff val="75000"/>
                  </a:schemeClr>
                </a:solidFill>
                <a:latin typeface="Amazon Ember Mono" panose="020B0509020204020204" pitchFamily="49" charset="0"/>
                <a:ea typeface="Amazon Ember Mono" panose="020B0509020204020204" pitchFamily="49" charset="0"/>
                <a:cs typeface="Amazon Ember Mono" panose="020B0509020204020204" pitchFamily="49" charset="0"/>
              </a:rPr>
              <a:t>01</a:t>
            </a:r>
          </a:p>
        </p:txBody>
      </p:sp>
      <p:sp>
        <p:nvSpPr>
          <p:cNvPr id="24" name="TextBox 23">
            <a:extLst>
              <a:ext uri="{FF2B5EF4-FFF2-40B4-BE49-F238E27FC236}">
                <a16:creationId xmlns:a16="http://schemas.microsoft.com/office/drawing/2014/main" id="{3AEE7DEE-7D9A-4276-9EB6-752424F39F1C}"/>
              </a:ext>
            </a:extLst>
          </p:cNvPr>
          <p:cNvSpPr txBox="1"/>
          <p:nvPr userDrawn="1"/>
        </p:nvSpPr>
        <p:spPr>
          <a:xfrm>
            <a:off x="4326021" y="2378699"/>
            <a:ext cx="1028700" cy="923330"/>
          </a:xfrm>
          <a:prstGeom prst="rect">
            <a:avLst/>
          </a:prstGeom>
          <a:noFill/>
        </p:spPr>
        <p:txBody>
          <a:bodyPr wrap="square" lIns="0" rIns="0" rtlCol="0">
            <a:spAutoFit/>
          </a:bodyPr>
          <a:lstStyle/>
          <a:p>
            <a:pPr algn="ctr"/>
            <a:r>
              <a:rPr lang="en-US" sz="5400" b="1" dirty="0">
                <a:solidFill>
                  <a:schemeClr val="bg2">
                    <a:lumMod val="25000"/>
                    <a:lumOff val="75000"/>
                  </a:schemeClr>
                </a:solidFill>
                <a:latin typeface="Amazon Ember Mono" panose="020B0509020204020204" pitchFamily="49" charset="0"/>
                <a:ea typeface="Amazon Ember Mono" panose="020B0509020204020204" pitchFamily="49" charset="0"/>
                <a:cs typeface="Amazon Ember Mono" panose="020B0509020204020204" pitchFamily="49" charset="0"/>
              </a:rPr>
              <a:t>02</a:t>
            </a:r>
          </a:p>
        </p:txBody>
      </p:sp>
      <p:sp>
        <p:nvSpPr>
          <p:cNvPr id="25" name="TextBox 24">
            <a:extLst>
              <a:ext uri="{FF2B5EF4-FFF2-40B4-BE49-F238E27FC236}">
                <a16:creationId xmlns:a16="http://schemas.microsoft.com/office/drawing/2014/main" id="{5C8147F8-4CFA-4453-AD1E-42C05058C1A8}"/>
              </a:ext>
            </a:extLst>
          </p:cNvPr>
          <p:cNvSpPr txBox="1"/>
          <p:nvPr userDrawn="1"/>
        </p:nvSpPr>
        <p:spPr>
          <a:xfrm>
            <a:off x="8249257" y="2404167"/>
            <a:ext cx="1028700" cy="923330"/>
          </a:xfrm>
          <a:prstGeom prst="rect">
            <a:avLst/>
          </a:prstGeom>
          <a:noFill/>
        </p:spPr>
        <p:txBody>
          <a:bodyPr wrap="square" lIns="0" rIns="0" rtlCol="0">
            <a:spAutoFit/>
          </a:bodyPr>
          <a:lstStyle/>
          <a:p>
            <a:pPr algn="ctr"/>
            <a:r>
              <a:rPr lang="en-US" sz="5400" b="1" dirty="0">
                <a:solidFill>
                  <a:schemeClr val="bg2">
                    <a:lumMod val="25000"/>
                    <a:lumOff val="75000"/>
                  </a:schemeClr>
                </a:solidFill>
                <a:latin typeface="Amazon Ember Mono" panose="020B0509020204020204" pitchFamily="49" charset="0"/>
                <a:ea typeface="Amazon Ember Mono" panose="020B0509020204020204" pitchFamily="49" charset="0"/>
                <a:cs typeface="Amazon Ember Mono" panose="020B0509020204020204" pitchFamily="49" charset="0"/>
              </a:rPr>
              <a:t>03</a:t>
            </a:r>
          </a:p>
        </p:txBody>
      </p:sp>
      <p:sp>
        <p:nvSpPr>
          <p:cNvPr id="27" name="TextBox 26">
            <a:extLst>
              <a:ext uri="{FF2B5EF4-FFF2-40B4-BE49-F238E27FC236}">
                <a16:creationId xmlns:a16="http://schemas.microsoft.com/office/drawing/2014/main" id="{0C44F348-0DC8-42B8-BA62-8E316ABD3433}"/>
              </a:ext>
            </a:extLst>
          </p:cNvPr>
          <p:cNvSpPr txBox="1"/>
          <p:nvPr userDrawn="1"/>
        </p:nvSpPr>
        <p:spPr>
          <a:xfrm>
            <a:off x="404943" y="4538491"/>
            <a:ext cx="1028700" cy="923330"/>
          </a:xfrm>
          <a:prstGeom prst="rect">
            <a:avLst/>
          </a:prstGeom>
          <a:noFill/>
        </p:spPr>
        <p:txBody>
          <a:bodyPr wrap="square" lIns="0" rIns="0" rtlCol="0">
            <a:spAutoFit/>
          </a:bodyPr>
          <a:lstStyle/>
          <a:p>
            <a:pPr algn="ctr"/>
            <a:r>
              <a:rPr lang="en-US" sz="5400" b="1" dirty="0">
                <a:solidFill>
                  <a:schemeClr val="bg2">
                    <a:lumMod val="25000"/>
                    <a:lumOff val="75000"/>
                  </a:schemeClr>
                </a:solidFill>
                <a:latin typeface="Amazon Ember Mono" panose="020B0509020204020204" pitchFamily="49" charset="0"/>
                <a:ea typeface="Amazon Ember Mono" panose="020B0509020204020204" pitchFamily="49" charset="0"/>
                <a:cs typeface="Amazon Ember Mono" panose="020B0509020204020204" pitchFamily="49" charset="0"/>
              </a:rPr>
              <a:t>04</a:t>
            </a:r>
          </a:p>
        </p:txBody>
      </p:sp>
      <p:sp>
        <p:nvSpPr>
          <p:cNvPr id="28" name="TextBox 27">
            <a:extLst>
              <a:ext uri="{FF2B5EF4-FFF2-40B4-BE49-F238E27FC236}">
                <a16:creationId xmlns:a16="http://schemas.microsoft.com/office/drawing/2014/main" id="{5B21C583-3D85-4D98-B68A-206066A4ABFC}"/>
              </a:ext>
            </a:extLst>
          </p:cNvPr>
          <p:cNvSpPr txBox="1"/>
          <p:nvPr userDrawn="1"/>
        </p:nvSpPr>
        <p:spPr>
          <a:xfrm>
            <a:off x="4344408" y="4509916"/>
            <a:ext cx="1028700" cy="923330"/>
          </a:xfrm>
          <a:prstGeom prst="rect">
            <a:avLst/>
          </a:prstGeom>
          <a:noFill/>
        </p:spPr>
        <p:txBody>
          <a:bodyPr wrap="square" lIns="0" rIns="0" rtlCol="0">
            <a:spAutoFit/>
          </a:bodyPr>
          <a:lstStyle/>
          <a:p>
            <a:pPr algn="ctr"/>
            <a:r>
              <a:rPr lang="en-US" sz="5400" b="1" dirty="0">
                <a:solidFill>
                  <a:schemeClr val="bg2">
                    <a:lumMod val="25000"/>
                    <a:lumOff val="75000"/>
                  </a:schemeClr>
                </a:solidFill>
                <a:latin typeface="Amazon Ember Mono" panose="020B0509020204020204" pitchFamily="49" charset="0"/>
                <a:ea typeface="Amazon Ember Mono" panose="020B0509020204020204" pitchFamily="49" charset="0"/>
                <a:cs typeface="Amazon Ember Mono" panose="020B0509020204020204" pitchFamily="49" charset="0"/>
              </a:rPr>
              <a:t>05</a:t>
            </a:r>
          </a:p>
        </p:txBody>
      </p:sp>
      <p:sp>
        <p:nvSpPr>
          <p:cNvPr id="29" name="TextBox 28">
            <a:extLst>
              <a:ext uri="{FF2B5EF4-FFF2-40B4-BE49-F238E27FC236}">
                <a16:creationId xmlns:a16="http://schemas.microsoft.com/office/drawing/2014/main" id="{8A032C29-7FB4-421D-A53F-BF6A05E85DC1}"/>
              </a:ext>
            </a:extLst>
          </p:cNvPr>
          <p:cNvSpPr txBox="1"/>
          <p:nvPr userDrawn="1"/>
        </p:nvSpPr>
        <p:spPr>
          <a:xfrm>
            <a:off x="8249257" y="4520076"/>
            <a:ext cx="1028700" cy="923330"/>
          </a:xfrm>
          <a:prstGeom prst="rect">
            <a:avLst/>
          </a:prstGeom>
          <a:noFill/>
        </p:spPr>
        <p:txBody>
          <a:bodyPr wrap="square" lIns="0" rIns="0" rtlCol="0">
            <a:spAutoFit/>
          </a:bodyPr>
          <a:lstStyle/>
          <a:p>
            <a:pPr algn="ctr"/>
            <a:r>
              <a:rPr lang="en-US" sz="5400" b="1" dirty="0">
                <a:solidFill>
                  <a:schemeClr val="bg2">
                    <a:lumMod val="25000"/>
                    <a:lumOff val="75000"/>
                  </a:schemeClr>
                </a:solidFill>
                <a:latin typeface="Amazon Ember Mono" panose="020B0509020204020204" pitchFamily="49" charset="0"/>
                <a:ea typeface="Amazon Ember Mono" panose="020B0509020204020204" pitchFamily="49" charset="0"/>
                <a:cs typeface="Amazon Ember Mono" panose="020B0509020204020204" pitchFamily="49" charset="0"/>
              </a:rPr>
              <a:t>06</a:t>
            </a:r>
          </a:p>
        </p:txBody>
      </p:sp>
      <p:sp>
        <p:nvSpPr>
          <p:cNvPr id="30" name="Title 1">
            <a:extLst>
              <a:ext uri="{FF2B5EF4-FFF2-40B4-BE49-F238E27FC236}">
                <a16:creationId xmlns:a16="http://schemas.microsoft.com/office/drawing/2014/main" id="{74744BA4-7C49-44B6-8EA8-A61708128779}"/>
              </a:ext>
            </a:extLst>
          </p:cNvPr>
          <p:cNvSpPr>
            <a:spLocks noGrp="1"/>
          </p:cNvSpPr>
          <p:nvPr>
            <p:ph type="title" hasCustomPrompt="1"/>
          </p:nvPr>
        </p:nvSpPr>
        <p:spPr>
          <a:xfrm>
            <a:off x="425038" y="307752"/>
            <a:ext cx="11430000" cy="638175"/>
          </a:xfrm>
        </p:spPr>
        <p:txBody>
          <a:bodyPr/>
          <a:lstStyle>
            <a:lvl1pPr>
              <a:defRPr/>
            </a:lvl1pPr>
          </a:lstStyle>
          <a:p>
            <a:r>
              <a:rPr lang="en-US" dirty="0"/>
              <a:t>Agenda</a:t>
            </a:r>
          </a:p>
        </p:txBody>
      </p:sp>
    </p:spTree>
    <p:extLst>
      <p:ext uri="{BB962C8B-B14F-4D97-AF65-F5344CB8AC3E}">
        <p14:creationId xmlns:p14="http://schemas.microsoft.com/office/powerpoint/2010/main" val="1135475613"/>
      </p:ext>
    </p:extLst>
  </p:cSld>
  <p:clrMapOvr>
    <a:masterClrMapping/>
  </p:clrMapOvr>
  <p:extLst>
    <p:ext uri="{DCECCB84-F9BA-43D5-87BE-67443E8EF086}">
      <p15:sldGuideLst xmlns:p15="http://schemas.microsoft.com/office/powerpoint/2012/main">
        <p15:guide id="1" orient="horz" pos="1944" userDrawn="1">
          <p15:clr>
            <a:srgbClr val="FBAE40"/>
          </p15:clr>
        </p15:guide>
        <p15:guide id="2" orient="horz" pos="328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73FA-018C-42B4-99E2-A1521E83ABDD}"/>
              </a:ext>
            </a:extLst>
          </p:cNvPr>
          <p:cNvSpPr>
            <a:spLocks noGrp="1"/>
          </p:cNvSpPr>
          <p:nvPr>
            <p:ph type="title" hasCustomPrompt="1"/>
          </p:nvPr>
        </p:nvSpPr>
        <p:spPr>
          <a:xfrm>
            <a:off x="-1" y="-647700"/>
            <a:ext cx="12479867" cy="638175"/>
          </a:xfrm>
        </p:spPr>
        <p:txBody>
          <a:bodyPr/>
          <a:lstStyle>
            <a:lvl1pPr>
              <a:defRPr sz="2400">
                <a:solidFill>
                  <a:schemeClr val="bg1">
                    <a:lumMod val="65000"/>
                    <a:lumOff val="35000"/>
                  </a:schemeClr>
                </a:solidFill>
              </a:defRPr>
            </a:lvl1pPr>
          </a:lstStyle>
          <a:p>
            <a:r>
              <a:rPr lang="en-US"/>
              <a:t>Blank layout (enter descriptive title here for accessibility)</a:t>
            </a:r>
          </a:p>
        </p:txBody>
      </p:sp>
    </p:spTree>
    <p:extLst>
      <p:ext uri="{BB962C8B-B14F-4D97-AF65-F5344CB8AC3E}">
        <p14:creationId xmlns:p14="http://schemas.microsoft.com/office/powerpoint/2010/main" val="600348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a:xfrm>
            <a:off x="425038" y="355015"/>
            <a:ext cx="11430001" cy="638175"/>
          </a:xfrm>
        </p:spPr>
        <p:txBody>
          <a:bodyPr/>
          <a:lstStyle>
            <a:lvl1pPr>
              <a:defRPr/>
            </a:lvl1pPr>
          </a:lstStyle>
          <a:p>
            <a:r>
              <a:rPr lang="en-US" dirty="0"/>
              <a:t>Title only layout</a:t>
            </a:r>
          </a:p>
        </p:txBody>
      </p:sp>
    </p:spTree>
    <p:extLst>
      <p:ext uri="{BB962C8B-B14F-4D97-AF65-F5344CB8AC3E}">
        <p14:creationId xmlns:p14="http://schemas.microsoft.com/office/powerpoint/2010/main" val="211840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602579A-F003-4256-9071-88F3CD2BA3E7}"/>
              </a:ext>
            </a:extLst>
          </p:cNvPr>
          <p:cNvSpPr>
            <a:spLocks noGrp="1"/>
          </p:cNvSpPr>
          <p:nvPr>
            <p:ph type="body" sz="quarter" idx="10" hasCustomPrompt="1"/>
          </p:nvPr>
        </p:nvSpPr>
        <p:spPr>
          <a:xfrm>
            <a:off x="425038" y="1051130"/>
            <a:ext cx="11416450"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8" name="Title 1">
            <a:extLst>
              <a:ext uri="{FF2B5EF4-FFF2-40B4-BE49-F238E27FC236}">
                <a16:creationId xmlns:a16="http://schemas.microsoft.com/office/drawing/2014/main" id="{5E353A7C-118D-EB9D-83D3-ABB36CA1BE19}"/>
              </a:ext>
            </a:extLst>
          </p:cNvPr>
          <p:cNvSpPr>
            <a:spLocks noGrp="1"/>
          </p:cNvSpPr>
          <p:nvPr>
            <p:ph type="title" hasCustomPrompt="1"/>
          </p:nvPr>
        </p:nvSpPr>
        <p:spPr>
          <a:xfrm>
            <a:off x="425038" y="355015"/>
            <a:ext cx="11430001" cy="638175"/>
          </a:xfrm>
        </p:spPr>
        <p:txBody>
          <a:bodyPr/>
          <a:lstStyle>
            <a:lvl1pPr>
              <a:defRPr/>
            </a:lvl1pPr>
          </a:lstStyle>
          <a:p>
            <a:r>
              <a:rPr lang="en-US" dirty="0"/>
              <a:t>Title and subtitle layout</a:t>
            </a:r>
          </a:p>
        </p:txBody>
      </p:sp>
    </p:spTree>
    <p:extLst>
      <p:ext uri="{BB962C8B-B14F-4D97-AF65-F5344CB8AC3E}">
        <p14:creationId xmlns:p14="http://schemas.microsoft.com/office/powerpoint/2010/main" val="346539161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9B2D-B36B-40AC-9254-12739BCD5930}"/>
              </a:ext>
            </a:extLst>
          </p:cNvPr>
          <p:cNvSpPr>
            <a:spLocks noGrp="1"/>
          </p:cNvSpPr>
          <p:nvPr>
            <p:ph type="title" hasCustomPrompt="1"/>
          </p:nvPr>
        </p:nvSpPr>
        <p:spPr/>
        <p:txBody>
          <a:bodyPr/>
          <a:lstStyle>
            <a:lvl1pPr>
              <a:defRPr/>
            </a:lvl1pPr>
          </a:lstStyle>
          <a:p>
            <a:r>
              <a:rPr lang="en-US"/>
              <a:t>Title and content layout</a:t>
            </a:r>
          </a:p>
        </p:txBody>
      </p:sp>
      <p:sp>
        <p:nvSpPr>
          <p:cNvPr id="3" name="Content Placeholder 2">
            <a:extLst>
              <a:ext uri="{FF2B5EF4-FFF2-40B4-BE49-F238E27FC236}">
                <a16:creationId xmlns:a16="http://schemas.microsoft.com/office/drawing/2014/main" id="{704FFD8E-0DC3-4B8E-8C49-6A0F23E3D239}"/>
              </a:ext>
            </a:extLst>
          </p:cNvPr>
          <p:cNvSpPr>
            <a:spLocks noGrp="1"/>
          </p:cNvSpPr>
          <p:nvPr>
            <p:ph idx="1" hasCustomPrompt="1"/>
          </p:nvPr>
        </p:nvSpPr>
        <p:spPr>
          <a:xfrm>
            <a:off x="425038" y="1384288"/>
            <a:ext cx="11430001" cy="21544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685800" indent="0">
              <a:lnSpc>
                <a:spcPct val="100000"/>
              </a:lnSpc>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50564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Bullete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7D87-D3C3-4EBC-8F18-A1178903C794}"/>
              </a:ext>
            </a:extLst>
          </p:cNvPr>
          <p:cNvSpPr>
            <a:spLocks noGrp="1"/>
          </p:cNvSpPr>
          <p:nvPr>
            <p:ph type="title" hasCustomPrompt="1"/>
          </p:nvPr>
        </p:nvSpPr>
        <p:spPr/>
        <p:txBody>
          <a:bodyPr/>
          <a:lstStyle>
            <a:lvl1pPr>
              <a:defRPr/>
            </a:lvl1pPr>
          </a:lstStyle>
          <a:p>
            <a:r>
              <a:rPr lang="en-US"/>
              <a:t>Title and bulleted content layout</a:t>
            </a:r>
          </a:p>
        </p:txBody>
      </p:sp>
      <p:sp>
        <p:nvSpPr>
          <p:cNvPr id="7" name="Content Placeholder 6">
            <a:extLst>
              <a:ext uri="{FF2B5EF4-FFF2-40B4-BE49-F238E27FC236}">
                <a16:creationId xmlns:a16="http://schemas.microsoft.com/office/drawing/2014/main" id="{EA6700F0-47BA-4878-9AD3-6E38759C53FE}"/>
              </a:ext>
            </a:extLst>
          </p:cNvPr>
          <p:cNvSpPr>
            <a:spLocks noGrp="1"/>
          </p:cNvSpPr>
          <p:nvPr>
            <p:ph sz="quarter" idx="13" hasCustomPrompt="1"/>
          </p:nvPr>
        </p:nvSpPr>
        <p:spPr>
          <a:xfrm>
            <a:off x="419100" y="1379208"/>
            <a:ext cx="11430000" cy="2154436"/>
          </a:xfrm>
        </p:spPr>
        <p:txBody>
          <a:bodyPr/>
          <a:lstStyle>
            <a:lvl1pPr marL="344488" indent="-344488">
              <a:lnSpc>
                <a:spcPct val="100000"/>
              </a:lnSpc>
              <a:tabLst/>
              <a:defRPr/>
            </a:lvl1pPr>
            <a:lvl2pPr marL="577850" indent="-349250">
              <a:lnSpc>
                <a:spcPct val="100000"/>
              </a:lnSpc>
              <a:tabLst/>
              <a:defRPr/>
            </a:lvl2pPr>
            <a:lvl3pPr marL="750888" indent="-293688">
              <a:lnSpc>
                <a:spcPct val="100000"/>
              </a:lnSpc>
              <a:tabLst/>
              <a:defRPr/>
            </a:lvl3pPr>
            <a:lvl4pPr marL="923925" indent="-238125">
              <a:lnSpc>
                <a:spcPct val="100000"/>
              </a:lnSpc>
              <a:tabLst/>
              <a:defRPr/>
            </a:lvl4pPr>
            <a:lvl5pPr marL="923925" indent="-238125">
              <a:lnSpc>
                <a:spcPct val="100000"/>
              </a:lnSpc>
              <a:tabLst/>
              <a:defRPr/>
            </a:lvl5pPr>
          </a:lstStyle>
          <a:p>
            <a:pPr lvl="0"/>
            <a:r>
              <a:rPr lang="en-US" dirty="0"/>
              <a:t>Enter bulleted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0122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ubtitle, and Content">
    <p:bg>
      <p:bgPr>
        <a:solidFill>
          <a:schemeClr val="bg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F57A7C1-7536-4D4B-BE66-71930AD49764}"/>
              </a:ext>
            </a:extLst>
          </p:cNvPr>
          <p:cNvSpPr>
            <a:spLocks noGrp="1"/>
          </p:cNvSpPr>
          <p:nvPr>
            <p:ph sz="quarter" idx="11" hasCustomPrompt="1"/>
          </p:nvPr>
        </p:nvSpPr>
        <p:spPr>
          <a:xfrm>
            <a:off x="425038" y="1714500"/>
            <a:ext cx="11430000" cy="2215991"/>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685800" indent="0">
              <a:lnSpc>
                <a:spcPct val="100000"/>
              </a:lnSpc>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3">
            <a:extLst>
              <a:ext uri="{FF2B5EF4-FFF2-40B4-BE49-F238E27FC236}">
                <a16:creationId xmlns:a16="http://schemas.microsoft.com/office/drawing/2014/main" id="{26533B27-C869-906A-42B9-A3B4EB3734F2}"/>
              </a:ext>
            </a:extLst>
          </p:cNvPr>
          <p:cNvSpPr>
            <a:spLocks noGrp="1"/>
          </p:cNvSpPr>
          <p:nvPr>
            <p:ph type="body" sz="quarter" idx="10" hasCustomPrompt="1"/>
          </p:nvPr>
        </p:nvSpPr>
        <p:spPr>
          <a:xfrm>
            <a:off x="425038" y="1051130"/>
            <a:ext cx="11416450"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9" name="Title 1">
            <a:extLst>
              <a:ext uri="{FF2B5EF4-FFF2-40B4-BE49-F238E27FC236}">
                <a16:creationId xmlns:a16="http://schemas.microsoft.com/office/drawing/2014/main" id="{5C245E11-CD57-0DC2-F98E-E23501A81549}"/>
              </a:ext>
            </a:extLst>
          </p:cNvPr>
          <p:cNvSpPr>
            <a:spLocks noGrp="1"/>
          </p:cNvSpPr>
          <p:nvPr>
            <p:ph type="title" hasCustomPrompt="1"/>
          </p:nvPr>
        </p:nvSpPr>
        <p:spPr>
          <a:xfrm>
            <a:off x="425038" y="355015"/>
            <a:ext cx="11430001" cy="638175"/>
          </a:xfrm>
        </p:spPr>
        <p:txBody>
          <a:bodyPr/>
          <a:lstStyle>
            <a:lvl1pPr>
              <a:defRPr/>
            </a:lvl1pPr>
          </a:lstStyle>
          <a:p>
            <a:r>
              <a:rPr lang="en-US" dirty="0"/>
              <a:t>Title, subtitle, and content layout</a:t>
            </a:r>
          </a:p>
        </p:txBody>
      </p:sp>
    </p:spTree>
    <p:extLst>
      <p:ext uri="{BB962C8B-B14F-4D97-AF65-F5344CB8AC3E}">
        <p14:creationId xmlns:p14="http://schemas.microsoft.com/office/powerpoint/2010/main" val="157185233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bg>
      <p:bgPr>
        <a:solidFill>
          <a:schemeClr val="bg1"/>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434AC24-E85E-407F-973E-699BC706DC81}"/>
              </a:ext>
            </a:extLst>
          </p:cNvPr>
          <p:cNvSpPr>
            <a:spLocks noGrp="1"/>
          </p:cNvSpPr>
          <p:nvPr>
            <p:ph sz="quarter" idx="11" hasCustomPrompt="1"/>
          </p:nvPr>
        </p:nvSpPr>
        <p:spPr>
          <a:xfrm>
            <a:off x="432651" y="1718953"/>
            <a:ext cx="11428476"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bulleted slide content</a:t>
            </a:r>
          </a:p>
          <a:p>
            <a:pPr lvl="1"/>
            <a:r>
              <a:rPr lang="en-US"/>
              <a:t>Second level</a:t>
            </a:r>
          </a:p>
          <a:p>
            <a:pPr lvl="2"/>
            <a:r>
              <a:rPr lang="en-US"/>
              <a:t>Third level</a:t>
            </a:r>
          </a:p>
          <a:p>
            <a:pPr lvl="3"/>
            <a:r>
              <a:rPr lang="en-US"/>
              <a:t>Fourth level</a:t>
            </a:r>
          </a:p>
          <a:p>
            <a:pPr lvl="4"/>
            <a:r>
              <a:rPr lang="en-US"/>
              <a:t>Fifth level</a:t>
            </a:r>
          </a:p>
        </p:txBody>
      </p:sp>
      <p:sp>
        <p:nvSpPr>
          <p:cNvPr id="8" name="Text Placeholder 3">
            <a:extLst>
              <a:ext uri="{FF2B5EF4-FFF2-40B4-BE49-F238E27FC236}">
                <a16:creationId xmlns:a16="http://schemas.microsoft.com/office/drawing/2014/main" id="{A897A4EB-DEC7-4ECF-C9F0-40FEC2CE8C10}"/>
              </a:ext>
            </a:extLst>
          </p:cNvPr>
          <p:cNvSpPr>
            <a:spLocks noGrp="1"/>
          </p:cNvSpPr>
          <p:nvPr>
            <p:ph type="body" sz="quarter" idx="10" hasCustomPrompt="1"/>
          </p:nvPr>
        </p:nvSpPr>
        <p:spPr>
          <a:xfrm>
            <a:off x="425038" y="1051130"/>
            <a:ext cx="11416450"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9" name="Title 1">
            <a:extLst>
              <a:ext uri="{FF2B5EF4-FFF2-40B4-BE49-F238E27FC236}">
                <a16:creationId xmlns:a16="http://schemas.microsoft.com/office/drawing/2014/main" id="{1BF3B587-2CF3-0A49-DC35-6C0270C94C3E}"/>
              </a:ext>
            </a:extLst>
          </p:cNvPr>
          <p:cNvSpPr>
            <a:spLocks noGrp="1"/>
          </p:cNvSpPr>
          <p:nvPr>
            <p:ph type="title" hasCustomPrompt="1"/>
          </p:nvPr>
        </p:nvSpPr>
        <p:spPr>
          <a:xfrm>
            <a:off x="425038" y="355015"/>
            <a:ext cx="11430001" cy="638175"/>
          </a:xfrm>
        </p:spPr>
        <p:txBody>
          <a:bodyPr/>
          <a:lstStyle>
            <a:lvl1pPr>
              <a:defRPr/>
            </a:lvl1pPr>
          </a:lstStyle>
          <a:p>
            <a:r>
              <a:rPr lang="en-US" dirty="0"/>
              <a:t>Title, subtitle, and bulleted content layout</a:t>
            </a:r>
          </a:p>
        </p:txBody>
      </p:sp>
    </p:spTree>
    <p:extLst>
      <p:ext uri="{BB962C8B-B14F-4D97-AF65-F5344CB8AC3E}">
        <p14:creationId xmlns:p14="http://schemas.microsoft.com/office/powerpoint/2010/main" val="365872026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plit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a:xfrm>
            <a:off x="430976" y="2205761"/>
            <a:ext cx="4512969" cy="1223239"/>
          </a:xfrm>
        </p:spPr>
        <p:txBody>
          <a:bodyPr/>
          <a:lstStyle>
            <a:lvl1pPr>
              <a:lnSpc>
                <a:spcPct val="100000"/>
              </a:lnSpc>
              <a:defRPr/>
            </a:lvl1pPr>
          </a:lstStyle>
          <a:p>
            <a:r>
              <a:rPr lang="en-US"/>
              <a:t>Two-column split layout</a:t>
            </a:r>
          </a:p>
        </p:txBody>
      </p:sp>
      <p:sp>
        <p:nvSpPr>
          <p:cNvPr id="67" name="Content Placeholder 5">
            <a:extLst>
              <a:ext uri="{FF2B5EF4-FFF2-40B4-BE49-F238E27FC236}">
                <a16:creationId xmlns:a16="http://schemas.microsoft.com/office/drawing/2014/main" id="{026DE44C-E9F0-9274-C6EF-480B89C93754}"/>
              </a:ext>
            </a:extLst>
          </p:cNvPr>
          <p:cNvSpPr>
            <a:spLocks noGrp="1"/>
          </p:cNvSpPr>
          <p:nvPr>
            <p:ph sz="quarter" idx="11" hasCustomPrompt="1"/>
          </p:nvPr>
        </p:nvSpPr>
        <p:spPr>
          <a:xfrm>
            <a:off x="6210300" y="342900"/>
            <a:ext cx="5638800" cy="5867400"/>
          </a:xfrm>
        </p:spPr>
        <p:txBody>
          <a:bodyPr anchor="ctr">
            <a:noAutofit/>
          </a:bodyPr>
          <a:lstStyle>
            <a:lvl1pPr marL="0" indent="0">
              <a:lnSpc>
                <a:spcPct val="100000"/>
              </a:lnSpc>
              <a:buNone/>
              <a:defRPr sz="2200"/>
            </a:lvl1pPr>
            <a:lvl2pPr marL="228600" indent="0">
              <a:lnSpc>
                <a:spcPct val="100000"/>
              </a:lnSpc>
              <a:buNone/>
              <a:defRPr sz="2200"/>
            </a:lvl2pPr>
            <a:lvl3pPr marL="457200" indent="0">
              <a:lnSpc>
                <a:spcPct val="100000"/>
              </a:lnSpc>
              <a:buNone/>
              <a:defRPr sz="2200"/>
            </a:lvl3pPr>
            <a:lvl4pPr marL="685800" indent="0">
              <a:lnSpc>
                <a:spcPct val="100000"/>
              </a:lnSpc>
              <a:buNone/>
              <a:defRPr sz="2200"/>
            </a:lvl4pPr>
            <a:lvl5pPr marL="685800" indent="0">
              <a:lnSpc>
                <a:spcPct val="100000"/>
              </a:lnSpc>
              <a:buNone/>
              <a:defRPr sz="22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62A99E-A782-B58E-F99E-24FD392305D7}"/>
              </a:ext>
            </a:extLst>
          </p:cNvPr>
          <p:cNvSpPr>
            <a:spLocks noGrp="1"/>
          </p:cNvSpPr>
          <p:nvPr>
            <p:ph type="body" sz="quarter" idx="10" hasCustomPrompt="1"/>
          </p:nvPr>
        </p:nvSpPr>
        <p:spPr>
          <a:xfrm>
            <a:off x="432499" y="3491104"/>
            <a:ext cx="4511446"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3208549416"/>
      </p:ext>
    </p:extLst>
  </p:cSld>
  <p:clrMapOvr>
    <a:masterClrMapping/>
  </p:clrMapOvr>
  <p:extLst>
    <p:ext uri="{DCECCB84-F9BA-43D5-87BE-67443E8EF086}">
      <p15:sldGuideLst xmlns:p15="http://schemas.microsoft.com/office/powerpoint/2012/main">
        <p15:guide id="5" pos="3768">
          <p15:clr>
            <a:srgbClr val="FBAE40"/>
          </p15:clr>
        </p15:guide>
        <p15:guide id="6" pos="391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hoto, content">
    <p:bg>
      <p:bgPr>
        <a:solidFill>
          <a:schemeClr val="bg1"/>
        </a:solidFill>
        <a:effectLst/>
      </p:bgPr>
    </p:bg>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75D90089-32EE-F5C2-4BB1-D9B6D2E65A8B}"/>
              </a:ext>
            </a:extLst>
          </p:cNvPr>
          <p:cNvSpPr>
            <a:spLocks noGrp="1"/>
          </p:cNvSpPr>
          <p:nvPr>
            <p:ph type="pic" sz="quarter" idx="12" hasCustomPrompt="1"/>
          </p:nvPr>
        </p:nvSpPr>
        <p:spPr>
          <a:xfrm>
            <a:off x="420624" y="1371600"/>
            <a:ext cx="5267952" cy="4838699"/>
          </a:xfrm>
          <a:prstGeom prst="roundRect">
            <a:avLst>
              <a:gd name="adj" fmla="val 3930"/>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3" name="Content Placeholder 3">
            <a:extLst>
              <a:ext uri="{FF2B5EF4-FFF2-40B4-BE49-F238E27FC236}">
                <a16:creationId xmlns:a16="http://schemas.microsoft.com/office/drawing/2014/main" id="{8CFB96E6-BBAC-AD0A-175B-7376E3B05072}"/>
              </a:ext>
            </a:extLst>
          </p:cNvPr>
          <p:cNvSpPr>
            <a:spLocks noGrp="1"/>
          </p:cNvSpPr>
          <p:nvPr>
            <p:ph sz="half" idx="13" hasCustomPrompt="1"/>
          </p:nvPr>
        </p:nvSpPr>
        <p:spPr>
          <a:xfrm>
            <a:off x="6206196" y="1375464"/>
            <a:ext cx="5642904" cy="4834835"/>
          </a:xfrm>
        </p:spPr>
        <p:txBody>
          <a:bodyPr/>
          <a:lstStyle>
            <a:lvl1pPr marL="0" indent="0">
              <a:lnSpc>
                <a:spcPct val="100000"/>
              </a:lnSpc>
              <a:spcAft>
                <a:spcPts val="800"/>
              </a:spcAft>
              <a:buNone/>
              <a:defRPr sz="2400"/>
            </a:lvl1pPr>
            <a:lvl2pPr marL="228600" indent="0">
              <a:lnSpc>
                <a:spcPct val="100000"/>
              </a:lnSpc>
              <a:spcAft>
                <a:spcPts val="600"/>
              </a:spcAft>
              <a:buNone/>
              <a:defRPr sz="2000"/>
            </a:lvl2pPr>
            <a:lvl3pPr marL="457200" indent="0">
              <a:lnSpc>
                <a:spcPct val="100000"/>
              </a:lnSpc>
              <a:buNone/>
              <a:defRPr sz="1800"/>
            </a:lvl3pPr>
            <a:lvl4pPr marL="685800" indent="0">
              <a:lnSpc>
                <a:spcPct val="100000"/>
              </a:lnSpc>
              <a:buNone/>
              <a:defRPr sz="1600"/>
            </a:lvl4pPr>
            <a:lvl5pPr marL="685800" indent="0">
              <a:lnSpc>
                <a:spcPct val="100000"/>
              </a:lnSpc>
              <a:buNone/>
              <a:defRPr sz="16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2AC20348-E270-3649-15FB-DBA2D6E8FA80}"/>
              </a:ext>
            </a:extLst>
          </p:cNvPr>
          <p:cNvSpPr>
            <a:spLocks noGrp="1"/>
          </p:cNvSpPr>
          <p:nvPr>
            <p:ph type="title" hasCustomPrompt="1"/>
          </p:nvPr>
        </p:nvSpPr>
        <p:spPr>
          <a:xfrm>
            <a:off x="425038" y="348838"/>
            <a:ext cx="11424062" cy="641762"/>
          </a:xfrm>
        </p:spPr>
        <p:txBody>
          <a:bodyPr anchor="t"/>
          <a:lstStyle>
            <a:lvl1pPr>
              <a:defRPr sz="3200"/>
            </a:lvl1pPr>
          </a:lstStyle>
          <a:p>
            <a:r>
              <a:rPr lang="en-US" dirty="0"/>
              <a:t>Image with text layout</a:t>
            </a:r>
          </a:p>
        </p:txBody>
      </p:sp>
    </p:spTree>
    <p:extLst>
      <p:ext uri="{BB962C8B-B14F-4D97-AF65-F5344CB8AC3E}">
        <p14:creationId xmlns:p14="http://schemas.microsoft.com/office/powerpoint/2010/main" val="7730673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7ABE728A-88F0-A7F4-7EEB-7ECB91002550}"/>
              </a:ext>
            </a:extLst>
          </p:cNvPr>
          <p:cNvSpPr>
            <a:spLocks noGrp="1"/>
          </p:cNvSpPr>
          <p:nvPr>
            <p:ph type="pic" sz="quarter" idx="14" hasCustomPrompt="1"/>
          </p:nvPr>
        </p:nvSpPr>
        <p:spPr>
          <a:xfrm>
            <a:off x="6248400" y="0"/>
            <a:ext cx="5943600" cy="6858000"/>
          </a:xfrm>
        </p:spPr>
        <p:txBody>
          <a:bodyPr anchor="ctr">
            <a:noAutofit/>
          </a:bodyPr>
          <a:lstStyle>
            <a:lvl1pPr marL="0" indent="0" algn="ctr">
              <a:buNone/>
              <a:defRPr sz="1800"/>
            </a:lvl1pPr>
          </a:lstStyle>
          <a:p>
            <a:r>
              <a:rPr lang="en-US" dirty="0"/>
              <a:t>Click icon to add image</a:t>
            </a:r>
            <a:br>
              <a:rPr lang="en-US" dirty="0"/>
            </a:br>
            <a:br>
              <a:rPr lang="en-US" dirty="0"/>
            </a:br>
            <a:endParaRPr lang="en-US" dirty="0"/>
          </a:p>
          <a:p>
            <a:endParaRPr lang="en-US" dirty="0"/>
          </a:p>
        </p:txBody>
      </p:sp>
      <p:sp>
        <p:nvSpPr>
          <p:cNvPr id="12" name="Content Placeholder 10">
            <a:extLst>
              <a:ext uri="{FF2B5EF4-FFF2-40B4-BE49-F238E27FC236}">
                <a16:creationId xmlns:a16="http://schemas.microsoft.com/office/drawing/2014/main" id="{A07AADC7-4137-55D8-2DD5-7F564F3E6472}"/>
              </a:ext>
            </a:extLst>
          </p:cNvPr>
          <p:cNvSpPr>
            <a:spLocks noGrp="1"/>
          </p:cNvSpPr>
          <p:nvPr>
            <p:ph sz="quarter" idx="15" hasCustomPrompt="1"/>
          </p:nvPr>
        </p:nvSpPr>
        <p:spPr>
          <a:xfrm>
            <a:off x="419100" y="1371600"/>
            <a:ext cx="5524500" cy="4838700"/>
          </a:xfrm>
        </p:spPr>
        <p:txBody>
          <a:bodyPr>
            <a:noAutofit/>
          </a:bodyPr>
          <a:lstStyle>
            <a:lvl1pPr>
              <a:defRPr/>
            </a:lvl1pPr>
          </a:lstStyle>
          <a:p>
            <a:pPr lvl="0"/>
            <a:r>
              <a:rPr lang="en-US"/>
              <a:t>Enter slide content</a:t>
            </a:r>
          </a:p>
          <a:p>
            <a:pPr lvl="1"/>
            <a:r>
              <a:rPr lang="en-US"/>
              <a:t>Second level</a:t>
            </a:r>
          </a:p>
          <a:p>
            <a:pPr lvl="2"/>
            <a:r>
              <a:rPr lang="en-US"/>
              <a:t>Third level</a:t>
            </a:r>
          </a:p>
        </p:txBody>
      </p:sp>
      <p:sp>
        <p:nvSpPr>
          <p:cNvPr id="14" name="Title 1">
            <a:extLst>
              <a:ext uri="{FF2B5EF4-FFF2-40B4-BE49-F238E27FC236}">
                <a16:creationId xmlns:a16="http://schemas.microsoft.com/office/drawing/2014/main" id="{80A5EF2A-6B19-91E3-D4AC-C09B90F39C31}"/>
              </a:ext>
            </a:extLst>
          </p:cNvPr>
          <p:cNvSpPr>
            <a:spLocks noGrp="1"/>
          </p:cNvSpPr>
          <p:nvPr>
            <p:ph type="title" hasCustomPrompt="1"/>
          </p:nvPr>
        </p:nvSpPr>
        <p:spPr>
          <a:xfrm>
            <a:off x="426562" y="342900"/>
            <a:ext cx="11422538" cy="649159"/>
          </a:xfrm>
        </p:spPr>
        <p:txBody>
          <a:bodyPr/>
          <a:lstStyle>
            <a:lvl1pPr>
              <a:defRPr/>
            </a:lvl1pPr>
          </a:lstStyle>
          <a:p>
            <a:r>
              <a:rPr lang="en-US" dirty="0"/>
              <a:t>Title, content, image layout</a:t>
            </a:r>
          </a:p>
        </p:txBody>
      </p:sp>
    </p:spTree>
    <p:extLst>
      <p:ext uri="{BB962C8B-B14F-4D97-AF65-F5344CB8AC3E}">
        <p14:creationId xmlns:p14="http://schemas.microsoft.com/office/powerpoint/2010/main" val="2281358072"/>
      </p:ext>
    </p:extLst>
  </p:cSld>
  <p:clrMapOvr>
    <a:masterClrMapping/>
  </p:clrMapOvr>
  <p:extLst>
    <p:ext uri="{DCECCB84-F9BA-43D5-87BE-67443E8EF086}">
      <p15:sldGuideLst xmlns:p15="http://schemas.microsoft.com/office/powerpoint/2012/main">
        <p15:guide id="1" pos="3744">
          <p15:clr>
            <a:srgbClr val="FBAE40"/>
          </p15:clr>
        </p15:guide>
        <p15:guide id="2" pos="3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image_2">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8C8D795-EFA6-CAB2-DC1A-984AF693B336}"/>
              </a:ext>
            </a:extLst>
          </p:cNvPr>
          <p:cNvSpPr>
            <a:spLocks noGrp="1"/>
          </p:cNvSpPr>
          <p:nvPr>
            <p:ph idx="1" hasCustomPrompt="1"/>
          </p:nvPr>
        </p:nvSpPr>
        <p:spPr>
          <a:xfrm>
            <a:off x="425038" y="1615083"/>
            <a:ext cx="5791199" cy="452854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DE1E7C15-5FCB-D508-6617-48FD9D1E2380}"/>
              </a:ext>
            </a:extLst>
          </p:cNvPr>
          <p:cNvSpPr>
            <a:spLocks noGrp="1"/>
          </p:cNvSpPr>
          <p:nvPr>
            <p:ph type="title" hasCustomPrompt="1"/>
          </p:nvPr>
        </p:nvSpPr>
        <p:spPr>
          <a:xfrm>
            <a:off x="426562" y="342900"/>
            <a:ext cx="11422538" cy="649159"/>
          </a:xfrm>
        </p:spPr>
        <p:txBody>
          <a:bodyPr/>
          <a:lstStyle>
            <a:lvl1pPr>
              <a:defRPr/>
            </a:lvl1pPr>
          </a:lstStyle>
          <a:p>
            <a:r>
              <a:rPr lang="en-US" dirty="0"/>
              <a:t>Title, subtitle, content, image layout</a:t>
            </a:r>
          </a:p>
        </p:txBody>
      </p:sp>
      <p:sp>
        <p:nvSpPr>
          <p:cNvPr id="10" name="Text Placeholder 3">
            <a:extLst>
              <a:ext uri="{FF2B5EF4-FFF2-40B4-BE49-F238E27FC236}">
                <a16:creationId xmlns:a16="http://schemas.microsoft.com/office/drawing/2014/main" id="{B6D9906B-00A8-E965-4668-9C14C1AD8D70}"/>
              </a:ext>
            </a:extLst>
          </p:cNvPr>
          <p:cNvSpPr>
            <a:spLocks noGrp="1"/>
          </p:cNvSpPr>
          <p:nvPr>
            <p:ph type="body" sz="quarter" idx="11" hasCustomPrompt="1"/>
          </p:nvPr>
        </p:nvSpPr>
        <p:spPr>
          <a:xfrm>
            <a:off x="425038" y="1051130"/>
            <a:ext cx="11424062"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11" name="Picture Placeholder 6">
            <a:extLst>
              <a:ext uri="{FF2B5EF4-FFF2-40B4-BE49-F238E27FC236}">
                <a16:creationId xmlns:a16="http://schemas.microsoft.com/office/drawing/2014/main" id="{894C800D-263A-84AE-09B0-A12E69D8A1C2}"/>
              </a:ext>
            </a:extLst>
          </p:cNvPr>
          <p:cNvSpPr>
            <a:spLocks noGrp="1"/>
          </p:cNvSpPr>
          <p:nvPr>
            <p:ph type="pic" sz="quarter" idx="13" hasCustomPrompt="1"/>
          </p:nvPr>
        </p:nvSpPr>
        <p:spPr>
          <a:xfrm>
            <a:off x="6686566" y="342900"/>
            <a:ext cx="5162534" cy="5867400"/>
          </a:xfrm>
          <a:prstGeom prst="roundRect">
            <a:avLst>
              <a:gd name="adj" fmla="val 5034"/>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25942261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photo">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C0FBAC3-DE1C-A165-12D1-A8AC06706DCD}"/>
              </a:ext>
            </a:extLst>
          </p:cNvPr>
          <p:cNvSpPr>
            <a:spLocks noGrp="1"/>
          </p:cNvSpPr>
          <p:nvPr>
            <p:ph type="pic" sz="quarter" idx="12" hasCustomPrompt="1"/>
          </p:nvPr>
        </p:nvSpPr>
        <p:spPr>
          <a:xfrm>
            <a:off x="1893477" y="1485898"/>
            <a:ext cx="8405047" cy="4724402"/>
          </a:xfrm>
          <a:prstGeom prst="roundRect">
            <a:avLst>
              <a:gd name="adj" fmla="val 3930"/>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8" name="Text Placeholder 3">
            <a:extLst>
              <a:ext uri="{FF2B5EF4-FFF2-40B4-BE49-F238E27FC236}">
                <a16:creationId xmlns:a16="http://schemas.microsoft.com/office/drawing/2014/main" id="{FCCAD4ED-2188-B627-6CDA-9539CE07D9A5}"/>
              </a:ext>
            </a:extLst>
          </p:cNvPr>
          <p:cNvSpPr>
            <a:spLocks noGrp="1"/>
          </p:cNvSpPr>
          <p:nvPr>
            <p:ph type="body" sz="quarter" idx="10" hasCustomPrompt="1"/>
          </p:nvPr>
        </p:nvSpPr>
        <p:spPr>
          <a:xfrm>
            <a:off x="425038" y="1051130"/>
            <a:ext cx="11424061"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9" name="Title 1">
            <a:extLst>
              <a:ext uri="{FF2B5EF4-FFF2-40B4-BE49-F238E27FC236}">
                <a16:creationId xmlns:a16="http://schemas.microsoft.com/office/drawing/2014/main" id="{D47BD224-F150-DFCA-ABDE-7F725FB4BD3C}"/>
              </a:ext>
            </a:extLst>
          </p:cNvPr>
          <p:cNvSpPr>
            <a:spLocks noGrp="1"/>
          </p:cNvSpPr>
          <p:nvPr>
            <p:ph type="title" hasCustomPrompt="1"/>
          </p:nvPr>
        </p:nvSpPr>
        <p:spPr>
          <a:xfrm>
            <a:off x="425038" y="355015"/>
            <a:ext cx="11424061" cy="638175"/>
          </a:xfrm>
        </p:spPr>
        <p:txBody>
          <a:bodyPr/>
          <a:lstStyle>
            <a:lvl1pPr>
              <a:defRPr/>
            </a:lvl1pPr>
          </a:lstStyle>
          <a:p>
            <a:r>
              <a:rPr lang="en-US" dirty="0"/>
              <a:t>Image with title and subtitle layout</a:t>
            </a:r>
          </a:p>
        </p:txBody>
      </p:sp>
    </p:spTree>
    <p:extLst>
      <p:ext uri="{BB962C8B-B14F-4D97-AF65-F5344CB8AC3E}">
        <p14:creationId xmlns:p14="http://schemas.microsoft.com/office/powerpoint/2010/main" val="423324281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1_Full bleed photo">
    <p:spTree>
      <p:nvGrpSpPr>
        <p:cNvPr id="1" name=""/>
        <p:cNvGrpSpPr/>
        <p:nvPr/>
      </p:nvGrpSpPr>
      <p:grpSpPr>
        <a:xfrm>
          <a:off x="0" y="0"/>
          <a:ext cx="0" cy="0"/>
          <a:chOff x="0" y="0"/>
          <a:chExt cx="0" cy="0"/>
        </a:xfrm>
      </p:grpSpPr>
      <p:sp>
        <p:nvSpPr>
          <p:cNvPr id="16" name="Picture Placeholder 6">
            <a:extLst>
              <a:ext uri="{FF2B5EF4-FFF2-40B4-BE49-F238E27FC236}">
                <a16:creationId xmlns:a16="http://schemas.microsoft.com/office/drawing/2014/main" id="{A27BB3CF-1205-0027-049B-BD3567B2E330}"/>
              </a:ext>
            </a:extLst>
          </p:cNvPr>
          <p:cNvSpPr>
            <a:spLocks noGrp="1"/>
          </p:cNvSpPr>
          <p:nvPr>
            <p:ph type="pic" sz="quarter" idx="13" hasCustomPrompt="1"/>
          </p:nvPr>
        </p:nvSpPr>
        <p:spPr>
          <a:xfrm>
            <a:off x="0" y="0"/>
            <a:ext cx="12192000" cy="6858000"/>
          </a:xfrm>
          <a:prstGeom prst="rect">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0" name="Title 2">
            <a:extLst>
              <a:ext uri="{FF2B5EF4-FFF2-40B4-BE49-F238E27FC236}">
                <a16:creationId xmlns:a16="http://schemas.microsoft.com/office/drawing/2014/main" id="{8478C7A9-D31C-969E-487C-F31C96AF24FE}"/>
              </a:ext>
            </a:extLst>
          </p:cNvPr>
          <p:cNvSpPr>
            <a:spLocks noGrp="1"/>
          </p:cNvSpPr>
          <p:nvPr>
            <p:ph type="title" hasCustomPrompt="1"/>
          </p:nvPr>
        </p:nvSpPr>
        <p:spPr>
          <a:xfrm>
            <a:off x="0" y="-796413"/>
            <a:ext cx="12192000" cy="786888"/>
          </a:xfrm>
        </p:spPr>
        <p:txBody>
          <a:bodyPr/>
          <a:lstStyle>
            <a:lvl1pPr>
              <a:defRPr sz="2400">
                <a:solidFill>
                  <a:schemeClr val="bg1">
                    <a:lumMod val="65000"/>
                    <a:lumOff val="35000"/>
                  </a:schemeClr>
                </a:solidFill>
              </a:defRPr>
            </a:lvl1pPr>
          </a:lstStyle>
          <a:p>
            <a:r>
              <a:rPr lang="en-US" dirty="0"/>
              <a:t>Full-screen image layout (enter descriptive title here for accessibility)</a:t>
            </a:r>
          </a:p>
        </p:txBody>
      </p:sp>
      <p:sp>
        <p:nvSpPr>
          <p:cNvPr id="4" name="TextBox 3">
            <a:extLst>
              <a:ext uri="{FF2B5EF4-FFF2-40B4-BE49-F238E27FC236}">
                <a16:creationId xmlns:a16="http://schemas.microsoft.com/office/drawing/2014/main" id="{9A85B178-48DE-F116-DA62-DDDD0C02C33F}"/>
              </a:ext>
            </a:extLst>
          </p:cNvPr>
          <p:cNvSpPr txBox="1"/>
          <p:nvPr userDrawn="1"/>
        </p:nvSpPr>
        <p:spPr>
          <a:xfrm>
            <a:off x="1141084" y="6389813"/>
            <a:ext cx="2601994" cy="184666"/>
          </a:xfrm>
          <a:prstGeom prst="rect">
            <a:avLst/>
          </a:prstGeom>
          <a:noFill/>
        </p:spPr>
        <p:txBody>
          <a:bodyPr wrap="none" rtlCol="0">
            <a:spAutoFit/>
          </a:bodyPr>
          <a:lstStyle/>
          <a:p>
            <a:pPr algn="l"/>
            <a:r>
              <a:rPr lang="en-US" sz="600" dirty="0"/>
              <a:t>© 2025, Amazon Web Services, Inc. or its affiliates. All rights reserved</a:t>
            </a:r>
          </a:p>
        </p:txBody>
      </p:sp>
      <p:pic>
        <p:nvPicPr>
          <p:cNvPr id="5" name="Graphic 4">
            <a:extLst>
              <a:ext uri="{FF2B5EF4-FFF2-40B4-BE49-F238E27FC236}">
                <a16:creationId xmlns:a16="http://schemas.microsoft.com/office/drawing/2014/main" id="{5FFA95F2-4148-1F47-512A-7995E770EFC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9100" y="6338002"/>
            <a:ext cx="388818" cy="232516"/>
          </a:xfrm>
          <a:prstGeom prst="rect">
            <a:avLst/>
          </a:prstGeom>
        </p:spPr>
      </p:pic>
    </p:spTree>
    <p:extLst>
      <p:ext uri="{BB962C8B-B14F-4D97-AF65-F5344CB8AC3E}">
        <p14:creationId xmlns:p14="http://schemas.microsoft.com/office/powerpoint/2010/main" val="33857822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with Bulle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FE80-980F-4BC9-94C9-A90DD04139E5}"/>
              </a:ext>
            </a:extLst>
          </p:cNvPr>
          <p:cNvSpPr>
            <a:spLocks noGrp="1"/>
          </p:cNvSpPr>
          <p:nvPr>
            <p:ph type="title" hasCustomPrompt="1"/>
          </p:nvPr>
        </p:nvSpPr>
        <p:spPr/>
        <p:txBody>
          <a:bodyPr/>
          <a:lstStyle>
            <a:lvl1pPr>
              <a:defRPr/>
            </a:lvl1pPr>
          </a:lstStyle>
          <a:p>
            <a:r>
              <a:rPr lang="en-US" dirty="0"/>
              <a:t>Two-column with bullets layout</a:t>
            </a:r>
          </a:p>
        </p:txBody>
      </p:sp>
      <p:sp>
        <p:nvSpPr>
          <p:cNvPr id="3" name="Content Placeholder 2">
            <a:extLst>
              <a:ext uri="{FF2B5EF4-FFF2-40B4-BE49-F238E27FC236}">
                <a16:creationId xmlns:a16="http://schemas.microsoft.com/office/drawing/2014/main" id="{A62328A3-F00F-4DC0-B02A-392A2AB97F8A}"/>
              </a:ext>
            </a:extLst>
          </p:cNvPr>
          <p:cNvSpPr>
            <a:spLocks noGrp="1"/>
          </p:cNvSpPr>
          <p:nvPr>
            <p:ph sz="half" idx="1" hasCustomPrompt="1"/>
          </p:nvPr>
        </p:nvSpPr>
        <p:spPr>
          <a:xfrm>
            <a:off x="425038" y="1390203"/>
            <a:ext cx="5562600"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2E00FB0-23B9-4CB2-8C87-2533F333654B}"/>
              </a:ext>
            </a:extLst>
          </p:cNvPr>
          <p:cNvSpPr>
            <a:spLocks noGrp="1"/>
          </p:cNvSpPr>
          <p:nvPr>
            <p:ph sz="half" idx="2" hasCustomPrompt="1"/>
          </p:nvPr>
        </p:nvSpPr>
        <p:spPr>
          <a:xfrm>
            <a:off x="6216240" y="1390203"/>
            <a:ext cx="5638799"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2019145"/>
      </p:ext>
    </p:extLst>
  </p:cSld>
  <p:clrMapOvr>
    <a:masterClrMapping/>
  </p:clrMapOvr>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447F764-8D3D-4D65-9DEE-EB4D76A91939}"/>
              </a:ext>
            </a:extLst>
          </p:cNvPr>
          <p:cNvSpPr>
            <a:spLocks noGrp="1"/>
          </p:cNvSpPr>
          <p:nvPr>
            <p:ph type="body" idx="1" hasCustomPrompt="1"/>
          </p:nvPr>
        </p:nvSpPr>
        <p:spPr>
          <a:xfrm>
            <a:off x="419100" y="1371600"/>
            <a:ext cx="5562597" cy="480131"/>
          </a:xfrm>
        </p:spPr>
        <p:txBody>
          <a:bodyPr anchor="b"/>
          <a:lstStyle>
            <a:lvl1pPr marL="0" indent="0">
              <a:buNone/>
              <a:defRPr sz="2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a:t>
            </a:r>
          </a:p>
        </p:txBody>
      </p:sp>
      <p:sp>
        <p:nvSpPr>
          <p:cNvPr id="4" name="Content Placeholder 3">
            <a:extLst>
              <a:ext uri="{FF2B5EF4-FFF2-40B4-BE49-F238E27FC236}">
                <a16:creationId xmlns:a16="http://schemas.microsoft.com/office/drawing/2014/main" id="{1FFD69C2-FBB8-4670-938B-F05693537C12}"/>
              </a:ext>
            </a:extLst>
          </p:cNvPr>
          <p:cNvSpPr>
            <a:spLocks noGrp="1"/>
          </p:cNvSpPr>
          <p:nvPr>
            <p:ph sz="half" idx="2" hasCustomPrompt="1"/>
          </p:nvPr>
        </p:nvSpPr>
        <p:spPr>
          <a:xfrm>
            <a:off x="419100" y="2041412"/>
            <a:ext cx="5562597" cy="2000548"/>
          </a:xfrm>
        </p:spPr>
        <p:txBody>
          <a:bodyPr/>
          <a:lstStyle>
            <a:lvl1pPr marL="342900" indent="-342900">
              <a:lnSpc>
                <a:spcPct val="100000"/>
              </a:lnSpc>
              <a:buFont typeface="Arial" panose="020B0604020202020204" pitchFamily="34" charset="0"/>
              <a:buChar char="•"/>
              <a:defRPr sz="2400"/>
            </a:lvl1pPr>
            <a:lvl2pPr marL="571500" indent="-342900">
              <a:lnSpc>
                <a:spcPct val="100000"/>
              </a:lnSpc>
              <a:buFont typeface="Arial" panose="020B0604020202020204" pitchFamily="34" charset="0"/>
              <a:buChar char="•"/>
              <a:defRPr sz="2000"/>
            </a:lvl2pPr>
            <a:lvl3pPr marL="742950" indent="-285750">
              <a:lnSpc>
                <a:spcPct val="100000"/>
              </a:lnSpc>
              <a:buFont typeface="Arial" panose="020B0604020202020204" pitchFamily="34" charset="0"/>
              <a:buChar char="•"/>
              <a:defRPr sz="1800"/>
            </a:lvl3pPr>
            <a:lvl4pPr marL="971550" indent="-285750">
              <a:lnSpc>
                <a:spcPct val="100000"/>
              </a:lnSpc>
              <a:buFont typeface="Arial" panose="020B0604020202020204" pitchFamily="34" charset="0"/>
              <a:buChar char="•"/>
              <a:defRPr sz="1600"/>
            </a:lvl4pPr>
            <a:lvl5pPr marL="971550" indent="-285750">
              <a:lnSpc>
                <a:spcPct val="100000"/>
              </a:lnSpc>
              <a:buFont typeface="Arial" panose="020B0604020202020204" pitchFamily="34" charset="0"/>
              <a:buChar char="•"/>
              <a:defRPr sz="1600"/>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122A0D-CA84-4D80-B7CB-26EC3C0607BA}"/>
              </a:ext>
            </a:extLst>
          </p:cNvPr>
          <p:cNvSpPr>
            <a:spLocks noGrp="1"/>
          </p:cNvSpPr>
          <p:nvPr>
            <p:ph type="body" sz="quarter" idx="3" hasCustomPrompt="1"/>
          </p:nvPr>
        </p:nvSpPr>
        <p:spPr>
          <a:xfrm>
            <a:off x="6210304" y="1371600"/>
            <a:ext cx="5638798" cy="480131"/>
          </a:xfrm>
        </p:spPr>
        <p:txBody>
          <a:bodyPr anchor="b"/>
          <a:lstStyle>
            <a:lvl1pPr marL="0" indent="0">
              <a:buNone/>
              <a:defRPr sz="2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a:t>
            </a:r>
          </a:p>
        </p:txBody>
      </p:sp>
      <p:sp>
        <p:nvSpPr>
          <p:cNvPr id="6" name="Content Placeholder 5">
            <a:extLst>
              <a:ext uri="{FF2B5EF4-FFF2-40B4-BE49-F238E27FC236}">
                <a16:creationId xmlns:a16="http://schemas.microsoft.com/office/drawing/2014/main" id="{7521A746-02E0-4C53-AAE0-D0AE61EBDA6B}"/>
              </a:ext>
            </a:extLst>
          </p:cNvPr>
          <p:cNvSpPr>
            <a:spLocks noGrp="1"/>
          </p:cNvSpPr>
          <p:nvPr>
            <p:ph sz="quarter" idx="4" hasCustomPrompt="1"/>
          </p:nvPr>
        </p:nvSpPr>
        <p:spPr>
          <a:xfrm>
            <a:off x="6210303" y="2041412"/>
            <a:ext cx="5638797" cy="2000548"/>
          </a:xfrm>
        </p:spPr>
        <p:txBody>
          <a:bodyPr/>
          <a:lstStyle>
            <a:lvl1pPr marL="342900" indent="-342900">
              <a:lnSpc>
                <a:spcPct val="100000"/>
              </a:lnSpc>
              <a:buFont typeface="Arial" panose="020B0604020202020204" pitchFamily="34" charset="0"/>
              <a:buChar char="•"/>
              <a:defRPr sz="2400"/>
            </a:lvl1pPr>
            <a:lvl2pPr marL="571500" indent="-342900">
              <a:lnSpc>
                <a:spcPct val="100000"/>
              </a:lnSpc>
              <a:buFont typeface="Arial" panose="020B0604020202020204" pitchFamily="34" charset="0"/>
              <a:buChar char="•"/>
              <a:defRPr sz="2000"/>
            </a:lvl2pPr>
            <a:lvl3pPr marL="742950" indent="-285750">
              <a:lnSpc>
                <a:spcPct val="100000"/>
              </a:lnSpc>
              <a:buFont typeface="Arial" panose="020B0604020202020204" pitchFamily="34" charset="0"/>
              <a:buChar char="•"/>
              <a:defRPr sz="1800"/>
            </a:lvl3pPr>
            <a:lvl4pPr marL="971550" indent="-285750">
              <a:lnSpc>
                <a:spcPct val="100000"/>
              </a:lnSpc>
              <a:buFont typeface="Arial" panose="020B0604020202020204" pitchFamily="34" charset="0"/>
              <a:buChar char="•"/>
              <a:defRPr sz="1600"/>
            </a:lvl4pPr>
            <a:lvl5pPr marL="971550" indent="-285750">
              <a:lnSpc>
                <a:spcPct val="100000"/>
              </a:lnSpc>
              <a:buFont typeface="Arial" panose="020B0604020202020204" pitchFamily="34" charset="0"/>
              <a:buChar char="•"/>
              <a:defRPr sz="16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10" name="Title 1">
            <a:extLst>
              <a:ext uri="{FF2B5EF4-FFF2-40B4-BE49-F238E27FC236}">
                <a16:creationId xmlns:a16="http://schemas.microsoft.com/office/drawing/2014/main" id="{E28D7165-8EDA-CC8C-3250-C5B8025510A5}"/>
              </a:ext>
            </a:extLst>
          </p:cNvPr>
          <p:cNvSpPr>
            <a:spLocks noGrp="1"/>
          </p:cNvSpPr>
          <p:nvPr>
            <p:ph type="title" hasCustomPrompt="1"/>
          </p:nvPr>
        </p:nvSpPr>
        <p:spPr>
          <a:xfrm>
            <a:off x="425038" y="355015"/>
            <a:ext cx="11430001" cy="638175"/>
          </a:xfrm>
        </p:spPr>
        <p:txBody>
          <a:bodyPr/>
          <a:lstStyle>
            <a:lvl1pPr>
              <a:defRPr/>
            </a:lvl1pPr>
          </a:lstStyle>
          <a:p>
            <a:r>
              <a:rPr lang="en-US" dirty="0"/>
              <a:t>Comparison layout</a:t>
            </a:r>
          </a:p>
        </p:txBody>
      </p:sp>
    </p:spTree>
    <p:extLst>
      <p:ext uri="{BB962C8B-B14F-4D97-AF65-F5344CB8AC3E}">
        <p14:creationId xmlns:p14="http://schemas.microsoft.com/office/powerpoint/2010/main" val="3382115214"/>
      </p:ext>
    </p:extLst>
  </p:cSld>
  <p:clrMapOvr>
    <a:masterClrMapping/>
  </p:clrMapOvr>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plit content with header">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4FFD8E-0DC3-4B8E-8C49-6A0F23E3D239}"/>
              </a:ext>
            </a:extLst>
          </p:cNvPr>
          <p:cNvSpPr>
            <a:spLocks noGrp="1"/>
          </p:cNvSpPr>
          <p:nvPr>
            <p:ph idx="1" hasCustomPrompt="1"/>
          </p:nvPr>
        </p:nvSpPr>
        <p:spPr>
          <a:xfrm>
            <a:off x="425039" y="1379022"/>
            <a:ext cx="11429999" cy="1231106"/>
          </a:xfrm>
        </p:spPr>
        <p:txBody>
          <a:bodyPr/>
          <a:lstStyle>
            <a:lvl1pPr marL="0" indent="0">
              <a:lnSpc>
                <a:spcPct val="100000"/>
              </a:lnSpc>
              <a:buNone/>
              <a:defRPr sz="2000"/>
            </a:lvl1pPr>
            <a:lvl2pPr marL="228600" indent="0">
              <a:lnSpc>
                <a:spcPct val="100000"/>
              </a:lnSpc>
              <a:buNone/>
              <a:defRPr sz="1800"/>
            </a:lvl2pPr>
            <a:lvl3pPr marL="457200" indent="0">
              <a:lnSpc>
                <a:spcPct val="100000"/>
              </a:lnSpc>
              <a:buNone/>
              <a:defRPr sz="1600"/>
            </a:lvl3pPr>
            <a:lvl4pPr marL="685800" indent="0">
              <a:buNone/>
              <a:defRPr sz="1400"/>
            </a:lvl4pPr>
            <a:lvl5pPr marL="685800" indent="0">
              <a:buNone/>
              <a:defRPr sz="1400"/>
            </a:lvl5pPr>
          </a:lstStyle>
          <a:p>
            <a:pPr lvl="0"/>
            <a:r>
              <a:rPr lang="en-US" dirty="0"/>
              <a:t>Enter slide content</a:t>
            </a:r>
          </a:p>
          <a:p>
            <a:pPr lvl="1"/>
            <a:r>
              <a:rPr lang="en-US" dirty="0"/>
              <a:t>Second level</a:t>
            </a:r>
          </a:p>
          <a:p>
            <a:pPr lvl="2"/>
            <a:r>
              <a:rPr lang="en-US" dirty="0"/>
              <a:t>Third level</a:t>
            </a:r>
          </a:p>
        </p:txBody>
      </p:sp>
      <p:sp>
        <p:nvSpPr>
          <p:cNvPr id="5" name="Content Placeholder 2">
            <a:extLst>
              <a:ext uri="{FF2B5EF4-FFF2-40B4-BE49-F238E27FC236}">
                <a16:creationId xmlns:a16="http://schemas.microsoft.com/office/drawing/2014/main" id="{F6AACF00-959A-2B82-CD02-0DA478B13B18}"/>
              </a:ext>
            </a:extLst>
          </p:cNvPr>
          <p:cNvSpPr>
            <a:spLocks noGrp="1"/>
          </p:cNvSpPr>
          <p:nvPr>
            <p:ph sz="half" idx="10" hasCustomPrompt="1"/>
          </p:nvPr>
        </p:nvSpPr>
        <p:spPr>
          <a:xfrm>
            <a:off x="425038" y="2984229"/>
            <a:ext cx="5448300" cy="1815882"/>
          </a:xfrm>
        </p:spPr>
        <p:txBody>
          <a:bodyPr/>
          <a:lstStyle>
            <a:lvl1pPr>
              <a:lnSpc>
                <a:spcPct val="100000"/>
              </a:lnSpc>
              <a:defRPr sz="20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74962A34-26C7-E1E9-09A4-2844AB099321}"/>
              </a:ext>
            </a:extLst>
          </p:cNvPr>
          <p:cNvSpPr>
            <a:spLocks noGrp="1"/>
          </p:cNvSpPr>
          <p:nvPr>
            <p:ph sz="half" idx="2" hasCustomPrompt="1"/>
          </p:nvPr>
        </p:nvSpPr>
        <p:spPr>
          <a:xfrm>
            <a:off x="6292438" y="2984229"/>
            <a:ext cx="5562600" cy="1815882"/>
          </a:xfrm>
        </p:spPr>
        <p:txBody>
          <a:bodyPr/>
          <a:lstStyle>
            <a:lvl1pPr>
              <a:lnSpc>
                <a:spcPct val="100000"/>
              </a:lnSpc>
              <a:defRPr sz="20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1AA73074-962E-13D2-2EF9-82F3F36E515A}"/>
              </a:ext>
            </a:extLst>
          </p:cNvPr>
          <p:cNvSpPr>
            <a:spLocks noGrp="1"/>
          </p:cNvSpPr>
          <p:nvPr>
            <p:ph type="title" hasCustomPrompt="1"/>
          </p:nvPr>
        </p:nvSpPr>
        <p:spPr>
          <a:xfrm>
            <a:off x="425038" y="355015"/>
            <a:ext cx="11430001" cy="638175"/>
          </a:xfrm>
        </p:spPr>
        <p:txBody>
          <a:bodyPr/>
          <a:lstStyle>
            <a:lvl1pPr>
              <a:defRPr/>
            </a:lvl1pPr>
          </a:lstStyle>
          <a:p>
            <a:r>
              <a:rPr lang="en-US" dirty="0"/>
              <a:t>Title, content, and two-column layout</a:t>
            </a:r>
          </a:p>
        </p:txBody>
      </p:sp>
    </p:spTree>
    <p:extLst>
      <p:ext uri="{BB962C8B-B14F-4D97-AF65-F5344CB8AC3E}">
        <p14:creationId xmlns:p14="http://schemas.microsoft.com/office/powerpoint/2010/main" val="3390621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Subtitle">
    <p:bg>
      <p:bgPr>
        <a:solidFill>
          <a:schemeClr val="bg1"/>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434AC24-E85E-407F-973E-699BC706DC81}"/>
              </a:ext>
            </a:extLst>
          </p:cNvPr>
          <p:cNvSpPr>
            <a:spLocks noGrp="1"/>
          </p:cNvSpPr>
          <p:nvPr>
            <p:ph sz="quarter" idx="11" hasCustomPrompt="1"/>
          </p:nvPr>
        </p:nvSpPr>
        <p:spPr>
          <a:xfrm>
            <a:off x="420624" y="1714500"/>
            <a:ext cx="5561076" cy="21544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685800" indent="0">
              <a:lnSpc>
                <a:spcPct val="100000"/>
              </a:lnSpc>
              <a:buNone/>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04959F6-41EE-4D17-B71F-BB0F4BB3DB42}"/>
              </a:ext>
            </a:extLst>
          </p:cNvPr>
          <p:cNvSpPr>
            <a:spLocks noGrp="1"/>
          </p:cNvSpPr>
          <p:nvPr>
            <p:ph sz="quarter" idx="12" hasCustomPrompt="1"/>
          </p:nvPr>
        </p:nvSpPr>
        <p:spPr>
          <a:xfrm>
            <a:off x="6210300" y="1714500"/>
            <a:ext cx="5638800" cy="21544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685800" indent="0">
              <a:lnSpc>
                <a:spcPct val="100000"/>
              </a:lnSpc>
              <a:buNone/>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9" name="Text Placeholder 3">
            <a:extLst>
              <a:ext uri="{FF2B5EF4-FFF2-40B4-BE49-F238E27FC236}">
                <a16:creationId xmlns:a16="http://schemas.microsoft.com/office/drawing/2014/main" id="{746169A4-A79D-A352-C55C-454B12379E4F}"/>
              </a:ext>
            </a:extLst>
          </p:cNvPr>
          <p:cNvSpPr>
            <a:spLocks noGrp="1"/>
          </p:cNvSpPr>
          <p:nvPr>
            <p:ph type="body" sz="quarter" idx="10" hasCustomPrompt="1"/>
          </p:nvPr>
        </p:nvSpPr>
        <p:spPr>
          <a:xfrm>
            <a:off x="425038" y="1051130"/>
            <a:ext cx="11416448"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10" name="Title 1">
            <a:extLst>
              <a:ext uri="{FF2B5EF4-FFF2-40B4-BE49-F238E27FC236}">
                <a16:creationId xmlns:a16="http://schemas.microsoft.com/office/drawing/2014/main" id="{0777CA96-CA32-986F-575E-A03423534F03}"/>
              </a:ext>
            </a:extLst>
          </p:cNvPr>
          <p:cNvSpPr>
            <a:spLocks noGrp="1"/>
          </p:cNvSpPr>
          <p:nvPr>
            <p:ph type="title" hasCustomPrompt="1"/>
          </p:nvPr>
        </p:nvSpPr>
        <p:spPr>
          <a:xfrm>
            <a:off x="425038" y="355015"/>
            <a:ext cx="11424061" cy="638175"/>
          </a:xfrm>
        </p:spPr>
        <p:txBody>
          <a:bodyPr/>
          <a:lstStyle>
            <a:lvl1pPr>
              <a:defRPr/>
            </a:lvl1pPr>
          </a:lstStyle>
          <a:p>
            <a:r>
              <a:rPr lang="en-US" dirty="0"/>
              <a:t>Two-column with subtitle layout</a:t>
            </a:r>
          </a:p>
        </p:txBody>
      </p:sp>
    </p:spTree>
    <p:extLst>
      <p:ext uri="{BB962C8B-B14F-4D97-AF65-F5344CB8AC3E}">
        <p14:creationId xmlns:p14="http://schemas.microsoft.com/office/powerpoint/2010/main" val="1472006914"/>
      </p:ext>
    </p:extLst>
  </p:cSld>
  <p:clrMapOvr>
    <a:masterClrMapping/>
  </p:clrMapOvr>
  <p:extLst>
    <p:ext uri="{DCECCB84-F9BA-43D5-87BE-67443E8EF086}">
      <p15:sldGuideLst xmlns:p15="http://schemas.microsoft.com/office/powerpoint/2012/main">
        <p15:guide id="5" pos="3768">
          <p15:clr>
            <a:srgbClr val="FBAE40"/>
          </p15:clr>
        </p15:guide>
        <p15:guide id="6" pos="391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bg>
      <p:bgPr>
        <a:solidFill>
          <a:schemeClr val="bg1"/>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3117784-3939-47DC-817E-56BA8ACDF9B6}"/>
              </a:ext>
            </a:extLst>
          </p:cNvPr>
          <p:cNvSpPr>
            <a:spLocks noGrp="1"/>
          </p:cNvSpPr>
          <p:nvPr>
            <p:ph sz="quarter" idx="11" hasCustomPrompt="1"/>
          </p:nvPr>
        </p:nvSpPr>
        <p:spPr>
          <a:xfrm>
            <a:off x="420624" y="1714500"/>
            <a:ext cx="5561076"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3DD8E906-2D5C-440E-979E-D7FE653CDD23}"/>
              </a:ext>
            </a:extLst>
          </p:cNvPr>
          <p:cNvSpPr>
            <a:spLocks noGrp="1"/>
          </p:cNvSpPr>
          <p:nvPr>
            <p:ph sz="quarter" idx="12" hasCustomPrompt="1"/>
          </p:nvPr>
        </p:nvSpPr>
        <p:spPr>
          <a:xfrm>
            <a:off x="6210300" y="1714500"/>
            <a:ext cx="5638800"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8" name="Text Placeholder 3">
            <a:extLst>
              <a:ext uri="{FF2B5EF4-FFF2-40B4-BE49-F238E27FC236}">
                <a16:creationId xmlns:a16="http://schemas.microsoft.com/office/drawing/2014/main" id="{FA801EF7-628F-A649-5DFF-3BD0E55F813E}"/>
              </a:ext>
            </a:extLst>
          </p:cNvPr>
          <p:cNvSpPr>
            <a:spLocks noGrp="1"/>
          </p:cNvSpPr>
          <p:nvPr>
            <p:ph type="body" sz="quarter" idx="10" hasCustomPrompt="1"/>
          </p:nvPr>
        </p:nvSpPr>
        <p:spPr>
          <a:xfrm>
            <a:off x="425038" y="1051130"/>
            <a:ext cx="11416448"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10" name="Title 1">
            <a:extLst>
              <a:ext uri="{FF2B5EF4-FFF2-40B4-BE49-F238E27FC236}">
                <a16:creationId xmlns:a16="http://schemas.microsoft.com/office/drawing/2014/main" id="{049251E6-BE95-4702-8DE8-B00B145CAFA6}"/>
              </a:ext>
            </a:extLst>
          </p:cNvPr>
          <p:cNvSpPr>
            <a:spLocks noGrp="1"/>
          </p:cNvSpPr>
          <p:nvPr>
            <p:ph type="title" hasCustomPrompt="1"/>
          </p:nvPr>
        </p:nvSpPr>
        <p:spPr>
          <a:xfrm>
            <a:off x="425038" y="355015"/>
            <a:ext cx="11424061" cy="638175"/>
          </a:xfrm>
        </p:spPr>
        <p:txBody>
          <a:bodyPr/>
          <a:lstStyle>
            <a:lvl1pPr>
              <a:defRPr/>
            </a:lvl1pPr>
          </a:lstStyle>
          <a:p>
            <a:r>
              <a:rPr lang="en-US" dirty="0"/>
              <a:t>Two-column list with subtitle layout</a:t>
            </a:r>
          </a:p>
        </p:txBody>
      </p:sp>
    </p:spTree>
    <p:extLst>
      <p:ext uri="{BB962C8B-B14F-4D97-AF65-F5344CB8AC3E}">
        <p14:creationId xmlns:p14="http://schemas.microsoft.com/office/powerpoint/2010/main" val="2241817952"/>
      </p:ext>
    </p:extLst>
  </p:cSld>
  <p:clrMapOvr>
    <a:masterClrMapping/>
  </p:clrMapOvr>
  <p:extLst>
    <p:ext uri="{DCECCB84-F9BA-43D5-87BE-67443E8EF086}">
      <p15:sldGuideLst xmlns:p15="http://schemas.microsoft.com/office/powerpoint/2012/main">
        <p15:guide id="5" pos="3768">
          <p15:clr>
            <a:srgbClr val="FBAE40"/>
          </p15:clr>
        </p15:guide>
        <p15:guide id="6" pos="391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with images">
    <p:bg>
      <p:bgPr>
        <a:solidFill>
          <a:schemeClr val="bg1"/>
        </a:solidFill>
        <a:effectLst/>
      </p:bgPr>
    </p:bg>
    <p:spTree>
      <p:nvGrpSpPr>
        <p:cNvPr id="1" name=""/>
        <p:cNvGrpSpPr/>
        <p:nvPr/>
      </p:nvGrpSpPr>
      <p:grpSpPr>
        <a:xfrm>
          <a:off x="0" y="0"/>
          <a:ext cx="0" cy="0"/>
          <a:chOff x="0" y="0"/>
          <a:chExt cx="0" cy="0"/>
        </a:xfrm>
      </p:grpSpPr>
      <p:sp>
        <p:nvSpPr>
          <p:cNvPr id="20" name="Rectangle: Rounded Corners 8">
            <a:extLst>
              <a:ext uri="{FF2B5EF4-FFF2-40B4-BE49-F238E27FC236}">
                <a16:creationId xmlns:a16="http://schemas.microsoft.com/office/drawing/2014/main" id="{52A9D721-E861-5726-ED15-D85B27E33079}"/>
              </a:ext>
            </a:extLst>
          </p:cNvPr>
          <p:cNvSpPr/>
          <p:nvPr userDrawn="1"/>
        </p:nvSpPr>
        <p:spPr>
          <a:xfrm>
            <a:off x="419100" y="1371600"/>
            <a:ext cx="5531138" cy="4724400"/>
          </a:xfrm>
          <a:prstGeom prst="roundRect">
            <a:avLst>
              <a:gd name="adj" fmla="val 297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1" name="Rectangle: Rounded Corners 9">
            <a:extLst>
              <a:ext uri="{FF2B5EF4-FFF2-40B4-BE49-F238E27FC236}">
                <a16:creationId xmlns:a16="http://schemas.microsoft.com/office/drawing/2014/main" id="{EAD1E70E-986D-7358-8938-DF58B1437DC4}"/>
              </a:ext>
            </a:extLst>
          </p:cNvPr>
          <p:cNvSpPr/>
          <p:nvPr userDrawn="1"/>
        </p:nvSpPr>
        <p:spPr>
          <a:xfrm>
            <a:off x="6317962" y="1371600"/>
            <a:ext cx="5531138" cy="4724400"/>
          </a:xfrm>
          <a:prstGeom prst="roundRect">
            <a:avLst>
              <a:gd name="adj" fmla="val 281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2" name="Content Placeholder 2">
            <a:extLst>
              <a:ext uri="{FF2B5EF4-FFF2-40B4-BE49-F238E27FC236}">
                <a16:creationId xmlns:a16="http://schemas.microsoft.com/office/drawing/2014/main" id="{1528BA9E-5164-0A8B-BB33-4098B73E9960}"/>
              </a:ext>
            </a:extLst>
          </p:cNvPr>
          <p:cNvSpPr>
            <a:spLocks noGrp="1"/>
          </p:cNvSpPr>
          <p:nvPr>
            <p:ph sz="half" idx="1" hasCustomPrompt="1"/>
          </p:nvPr>
        </p:nvSpPr>
        <p:spPr>
          <a:xfrm>
            <a:off x="562841" y="4227283"/>
            <a:ext cx="5160818" cy="1687641"/>
          </a:xfrm>
        </p:spPr>
        <p:txBody>
          <a:bodyPr/>
          <a:lstStyle>
            <a:lvl1pPr marL="0" indent="0">
              <a:lnSpc>
                <a:spcPct val="100000"/>
              </a:lnSpc>
              <a:spcAft>
                <a:spcPts val="800"/>
              </a:spcAft>
              <a:buNone/>
              <a:defRPr sz="2000"/>
            </a:lvl1pPr>
            <a:lvl2pPr marL="228600" indent="0">
              <a:lnSpc>
                <a:spcPct val="100000"/>
              </a:lnSpc>
              <a:spcAft>
                <a:spcPts val="600"/>
              </a:spcAft>
              <a:buNone/>
              <a:defRPr sz="1800"/>
            </a:lvl2pPr>
            <a:lvl3pPr marL="457200" indent="0">
              <a:lnSpc>
                <a:spcPct val="100000"/>
              </a:lnSpc>
              <a:buNone/>
              <a:defRPr sz="1600"/>
            </a:lvl3pPr>
            <a:lvl4pPr marL="685800" indent="0">
              <a:lnSpc>
                <a:spcPct val="100000"/>
              </a:lnSpc>
              <a:buNone/>
              <a:defRPr sz="1400"/>
            </a:lvl4pPr>
            <a:lvl5pPr marL="685800" indent="0">
              <a:lnSpc>
                <a:spcPct val="100000"/>
              </a:lnSpc>
              <a:buNone/>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23" name="Content Placeholder 3">
            <a:extLst>
              <a:ext uri="{FF2B5EF4-FFF2-40B4-BE49-F238E27FC236}">
                <a16:creationId xmlns:a16="http://schemas.microsoft.com/office/drawing/2014/main" id="{B3602169-7114-BC70-13CF-6B0B928430A8}"/>
              </a:ext>
            </a:extLst>
          </p:cNvPr>
          <p:cNvSpPr>
            <a:spLocks noGrp="1"/>
          </p:cNvSpPr>
          <p:nvPr>
            <p:ph sz="half" idx="2" hasCustomPrompt="1"/>
          </p:nvPr>
        </p:nvSpPr>
        <p:spPr>
          <a:xfrm>
            <a:off x="6468341" y="4227283"/>
            <a:ext cx="5160818" cy="1687641"/>
          </a:xfrm>
        </p:spPr>
        <p:txBody>
          <a:bodyPr/>
          <a:lstStyle>
            <a:lvl1pPr marL="0" indent="0">
              <a:lnSpc>
                <a:spcPct val="100000"/>
              </a:lnSpc>
              <a:spcAft>
                <a:spcPts val="800"/>
              </a:spcAft>
              <a:buNone/>
              <a:defRPr sz="2000"/>
            </a:lvl1pPr>
            <a:lvl2pPr marL="228600" indent="0">
              <a:lnSpc>
                <a:spcPct val="100000"/>
              </a:lnSpc>
              <a:spcAft>
                <a:spcPts val="600"/>
              </a:spcAft>
              <a:buNone/>
              <a:defRPr sz="1800"/>
            </a:lvl2pPr>
            <a:lvl3pPr marL="457200" indent="0">
              <a:lnSpc>
                <a:spcPct val="100000"/>
              </a:lnSpc>
              <a:buNone/>
              <a:defRPr sz="1600"/>
            </a:lvl3pPr>
            <a:lvl4pPr marL="685800" indent="0">
              <a:lnSpc>
                <a:spcPct val="100000"/>
              </a:lnSpc>
              <a:buNone/>
              <a:defRPr sz="1400"/>
            </a:lvl4pPr>
            <a:lvl5pPr marL="685800" indent="0">
              <a:lnSpc>
                <a:spcPct val="100000"/>
              </a:lnSpc>
              <a:buNone/>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24" name="Picture Placeholder 6">
            <a:extLst>
              <a:ext uri="{FF2B5EF4-FFF2-40B4-BE49-F238E27FC236}">
                <a16:creationId xmlns:a16="http://schemas.microsoft.com/office/drawing/2014/main" id="{057719C2-D02D-5139-3712-7EAE10AD07BC}"/>
              </a:ext>
            </a:extLst>
          </p:cNvPr>
          <p:cNvSpPr>
            <a:spLocks noGrp="1"/>
          </p:cNvSpPr>
          <p:nvPr>
            <p:ph type="pic" sz="quarter" idx="10" hasCustomPrompt="1"/>
          </p:nvPr>
        </p:nvSpPr>
        <p:spPr>
          <a:xfrm>
            <a:off x="419100" y="1371600"/>
            <a:ext cx="5528604" cy="2748116"/>
          </a:xfrm>
          <a:prstGeom prst="roundRect">
            <a:avLst>
              <a:gd name="adj" fmla="val 5983"/>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5" name="Picture Placeholder 6">
            <a:extLst>
              <a:ext uri="{FF2B5EF4-FFF2-40B4-BE49-F238E27FC236}">
                <a16:creationId xmlns:a16="http://schemas.microsoft.com/office/drawing/2014/main" id="{B43301AC-6A90-E344-31FF-1B62EF56090B}"/>
              </a:ext>
            </a:extLst>
          </p:cNvPr>
          <p:cNvSpPr>
            <a:spLocks noGrp="1"/>
          </p:cNvSpPr>
          <p:nvPr>
            <p:ph type="pic" sz="quarter" idx="11" hasCustomPrompt="1"/>
          </p:nvPr>
        </p:nvSpPr>
        <p:spPr>
          <a:xfrm>
            <a:off x="6320496" y="1371600"/>
            <a:ext cx="5528604" cy="2748116"/>
          </a:xfrm>
          <a:prstGeom prst="roundRect">
            <a:avLst>
              <a:gd name="adj" fmla="val 5034"/>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7" name="Title 1">
            <a:extLst>
              <a:ext uri="{FF2B5EF4-FFF2-40B4-BE49-F238E27FC236}">
                <a16:creationId xmlns:a16="http://schemas.microsoft.com/office/drawing/2014/main" id="{02B09DC9-F71B-505C-799E-74C56AC7767B}"/>
              </a:ext>
            </a:extLst>
          </p:cNvPr>
          <p:cNvSpPr>
            <a:spLocks noGrp="1"/>
          </p:cNvSpPr>
          <p:nvPr>
            <p:ph type="title" hasCustomPrompt="1"/>
          </p:nvPr>
        </p:nvSpPr>
        <p:spPr>
          <a:xfrm>
            <a:off x="426562" y="342900"/>
            <a:ext cx="11422538" cy="649159"/>
          </a:xfrm>
        </p:spPr>
        <p:txBody>
          <a:bodyPr/>
          <a:lstStyle>
            <a:lvl1pPr>
              <a:defRPr/>
            </a:lvl1pPr>
          </a:lstStyle>
          <a:p>
            <a:r>
              <a:rPr lang="en-US" dirty="0"/>
              <a:t>Two-column with images layout</a:t>
            </a:r>
          </a:p>
        </p:txBody>
      </p:sp>
    </p:spTree>
    <p:extLst>
      <p:ext uri="{BB962C8B-B14F-4D97-AF65-F5344CB8AC3E}">
        <p14:creationId xmlns:p14="http://schemas.microsoft.com/office/powerpoint/2010/main" val="1864651155"/>
      </p:ext>
    </p:extLst>
  </p:cSld>
  <p:clrMapOvr>
    <a:masterClrMapping/>
  </p:clrMapOvr>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images split">
    <p:bg>
      <p:bgPr>
        <a:solidFill>
          <a:schemeClr val="bg1"/>
        </a:solidFill>
        <a:effectLst/>
      </p:bgPr>
    </p:bg>
    <p:spTree>
      <p:nvGrpSpPr>
        <p:cNvPr id="1" name=""/>
        <p:cNvGrpSpPr/>
        <p:nvPr/>
      </p:nvGrpSpPr>
      <p:grpSpPr>
        <a:xfrm>
          <a:off x="0" y="0"/>
          <a:ext cx="0" cy="0"/>
          <a:chOff x="0" y="0"/>
          <a:chExt cx="0" cy="0"/>
        </a:xfrm>
      </p:grpSpPr>
      <p:sp>
        <p:nvSpPr>
          <p:cNvPr id="12" name="Rectangle: Rounded Corners 8">
            <a:extLst>
              <a:ext uri="{FF2B5EF4-FFF2-40B4-BE49-F238E27FC236}">
                <a16:creationId xmlns:a16="http://schemas.microsoft.com/office/drawing/2014/main" id="{1E2270C4-C33E-1E7D-CD57-F6F5C9565DE6}"/>
              </a:ext>
            </a:extLst>
          </p:cNvPr>
          <p:cNvSpPr/>
          <p:nvPr userDrawn="1"/>
        </p:nvSpPr>
        <p:spPr>
          <a:xfrm>
            <a:off x="411042" y="1371600"/>
            <a:ext cx="11438059"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3" name="Title 1">
            <a:extLst>
              <a:ext uri="{FF2B5EF4-FFF2-40B4-BE49-F238E27FC236}">
                <a16:creationId xmlns:a16="http://schemas.microsoft.com/office/drawing/2014/main" id="{3EF7DF84-B876-2E67-626C-7A3C9B4BEB1D}"/>
              </a:ext>
            </a:extLst>
          </p:cNvPr>
          <p:cNvSpPr>
            <a:spLocks noGrp="1"/>
          </p:cNvSpPr>
          <p:nvPr>
            <p:ph type="title" hasCustomPrompt="1"/>
          </p:nvPr>
        </p:nvSpPr>
        <p:spPr>
          <a:xfrm>
            <a:off x="419100" y="342901"/>
            <a:ext cx="11429999" cy="647176"/>
          </a:xfrm>
        </p:spPr>
        <p:txBody>
          <a:bodyPr vert="horz" lIns="0" tIns="45720" rIns="0" bIns="45720" rtlCol="0" anchor="ctr" anchorCtr="0">
            <a:noAutofit/>
          </a:bodyPr>
          <a:lstStyle>
            <a:lvl1pPr>
              <a:defRPr lang="en-US" dirty="0"/>
            </a:lvl1pPr>
          </a:lstStyle>
          <a:p>
            <a:pPr lvl="0"/>
            <a:r>
              <a:rPr lang="en-US" dirty="0"/>
              <a:t>Two-row with images layout</a:t>
            </a:r>
          </a:p>
        </p:txBody>
      </p:sp>
      <p:sp>
        <p:nvSpPr>
          <p:cNvPr id="14" name="Content Placeholder 2">
            <a:extLst>
              <a:ext uri="{FF2B5EF4-FFF2-40B4-BE49-F238E27FC236}">
                <a16:creationId xmlns:a16="http://schemas.microsoft.com/office/drawing/2014/main" id="{2E03A313-10D1-62E5-3C71-19884C97BE07}"/>
              </a:ext>
            </a:extLst>
          </p:cNvPr>
          <p:cNvSpPr>
            <a:spLocks noGrp="1"/>
          </p:cNvSpPr>
          <p:nvPr>
            <p:ph sz="half" idx="1" hasCustomPrompt="1"/>
          </p:nvPr>
        </p:nvSpPr>
        <p:spPr>
          <a:xfrm>
            <a:off x="4425949" y="1593925"/>
            <a:ext cx="7086600" cy="1612749"/>
          </a:xfrm>
        </p:spPr>
        <p:txBody>
          <a:bodyPr anchor="ctr" anchorCtr="0">
            <a:normAutofit/>
          </a:bodyPr>
          <a:lstStyle>
            <a:lvl1pPr marL="0" indent="0">
              <a:lnSpc>
                <a:spcPct val="100000"/>
              </a:lnSpc>
              <a:spcAft>
                <a:spcPts val="800"/>
              </a:spcAft>
              <a:buNone/>
              <a:defRPr sz="2000"/>
            </a:lvl1pPr>
            <a:lvl2pPr marL="228600" indent="0">
              <a:lnSpc>
                <a:spcPct val="100000"/>
              </a:lnSpc>
              <a:spcAft>
                <a:spcPts val="600"/>
              </a:spcAft>
              <a:buNone/>
              <a:defRPr sz="1800"/>
            </a:lvl2pPr>
            <a:lvl3pPr marL="457200" indent="0">
              <a:lnSpc>
                <a:spcPct val="100000"/>
              </a:lnSpc>
              <a:buNone/>
              <a:defRPr sz="1600"/>
            </a:lvl3pPr>
            <a:lvl4pPr marL="685800" indent="0">
              <a:lnSpc>
                <a:spcPct val="100000"/>
              </a:lnSpc>
              <a:buNone/>
              <a:defRPr sz="1400"/>
            </a:lvl4pPr>
            <a:lvl5pPr marL="685800" indent="0">
              <a:lnSpc>
                <a:spcPct val="100000"/>
              </a:lnSpc>
              <a:buNone/>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15" name="Picture Placeholder 6">
            <a:extLst>
              <a:ext uri="{FF2B5EF4-FFF2-40B4-BE49-F238E27FC236}">
                <a16:creationId xmlns:a16="http://schemas.microsoft.com/office/drawing/2014/main" id="{A66E6441-C4C4-1249-71FD-25B0A089D4A7}"/>
              </a:ext>
            </a:extLst>
          </p:cNvPr>
          <p:cNvSpPr>
            <a:spLocks noGrp="1"/>
          </p:cNvSpPr>
          <p:nvPr>
            <p:ph type="pic" sz="quarter" idx="10" hasCustomPrompt="1"/>
          </p:nvPr>
        </p:nvSpPr>
        <p:spPr>
          <a:xfrm>
            <a:off x="419100" y="1371600"/>
            <a:ext cx="3543300" cy="2040194"/>
          </a:xfrm>
          <a:prstGeom prst="roundRect">
            <a:avLst>
              <a:gd name="adj" fmla="val 5983"/>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17" name="Rectangle: Rounded Corners 8">
            <a:extLst>
              <a:ext uri="{FF2B5EF4-FFF2-40B4-BE49-F238E27FC236}">
                <a16:creationId xmlns:a16="http://schemas.microsoft.com/office/drawing/2014/main" id="{F3F76BC6-823E-9CC3-7246-B2C206464005}"/>
              </a:ext>
            </a:extLst>
          </p:cNvPr>
          <p:cNvSpPr/>
          <p:nvPr userDrawn="1"/>
        </p:nvSpPr>
        <p:spPr>
          <a:xfrm>
            <a:off x="411042" y="3810000"/>
            <a:ext cx="11438059"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8" name="Content Placeholder 2">
            <a:extLst>
              <a:ext uri="{FF2B5EF4-FFF2-40B4-BE49-F238E27FC236}">
                <a16:creationId xmlns:a16="http://schemas.microsoft.com/office/drawing/2014/main" id="{9E62E40E-E95B-6738-E419-7ED7C1080292}"/>
              </a:ext>
            </a:extLst>
          </p:cNvPr>
          <p:cNvSpPr>
            <a:spLocks noGrp="1"/>
          </p:cNvSpPr>
          <p:nvPr>
            <p:ph sz="half" idx="11" hasCustomPrompt="1"/>
          </p:nvPr>
        </p:nvSpPr>
        <p:spPr>
          <a:xfrm>
            <a:off x="679859" y="4032325"/>
            <a:ext cx="7086600" cy="1612749"/>
          </a:xfrm>
        </p:spPr>
        <p:txBody>
          <a:bodyPr anchor="ctr" anchorCtr="0">
            <a:normAutofit/>
          </a:bodyPr>
          <a:lstStyle>
            <a:lvl1pPr marL="0" indent="0">
              <a:lnSpc>
                <a:spcPct val="100000"/>
              </a:lnSpc>
              <a:spcAft>
                <a:spcPts val="800"/>
              </a:spcAft>
              <a:buNone/>
              <a:defRPr sz="2000"/>
            </a:lvl1pPr>
            <a:lvl2pPr marL="228600" indent="0">
              <a:lnSpc>
                <a:spcPct val="100000"/>
              </a:lnSpc>
              <a:spcAft>
                <a:spcPts val="600"/>
              </a:spcAft>
              <a:buNone/>
              <a:defRPr sz="1800"/>
            </a:lvl2pPr>
            <a:lvl3pPr marL="457200" indent="0">
              <a:lnSpc>
                <a:spcPct val="100000"/>
              </a:lnSpc>
              <a:buNone/>
              <a:defRPr sz="1600"/>
            </a:lvl3pPr>
            <a:lvl4pPr marL="685800" indent="0">
              <a:lnSpc>
                <a:spcPct val="100000"/>
              </a:lnSpc>
              <a:buNone/>
              <a:defRPr sz="1400"/>
            </a:lvl4pPr>
            <a:lvl5pPr marL="685800" indent="0">
              <a:lnSpc>
                <a:spcPct val="100000"/>
              </a:lnSpc>
              <a:buNone/>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19" name="Picture Placeholder 6">
            <a:extLst>
              <a:ext uri="{FF2B5EF4-FFF2-40B4-BE49-F238E27FC236}">
                <a16:creationId xmlns:a16="http://schemas.microsoft.com/office/drawing/2014/main" id="{E1C64382-C500-09BE-522A-7DFF8894CAD8}"/>
              </a:ext>
            </a:extLst>
          </p:cNvPr>
          <p:cNvSpPr>
            <a:spLocks noGrp="1"/>
          </p:cNvSpPr>
          <p:nvPr>
            <p:ph type="pic" sz="quarter" idx="12" hasCustomPrompt="1"/>
          </p:nvPr>
        </p:nvSpPr>
        <p:spPr>
          <a:xfrm>
            <a:off x="8305800" y="3810000"/>
            <a:ext cx="3543300" cy="2040194"/>
          </a:xfrm>
          <a:prstGeom prst="roundRect">
            <a:avLst>
              <a:gd name="adj" fmla="val 5983"/>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2221314655"/>
      </p:ext>
    </p:extLst>
  </p:cSld>
  <p:clrMapOvr>
    <a:masterClrMapping/>
  </p:clrMapOvr>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pillars_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BDB79-7DA4-A7DA-FFAA-D970F473BC02}"/>
              </a:ext>
            </a:extLst>
          </p:cNvPr>
          <p:cNvSpPr>
            <a:spLocks noGrp="1"/>
          </p:cNvSpPr>
          <p:nvPr>
            <p:ph type="title" hasCustomPrompt="1"/>
          </p:nvPr>
        </p:nvSpPr>
        <p:spPr/>
        <p:txBody>
          <a:bodyPr/>
          <a:lstStyle>
            <a:lvl1pPr>
              <a:defRPr/>
            </a:lvl1pPr>
          </a:lstStyle>
          <a:p>
            <a:r>
              <a:rPr lang="en-US" dirty="0"/>
              <a:t>Three-column with square images layout</a:t>
            </a:r>
          </a:p>
        </p:txBody>
      </p:sp>
      <p:sp>
        <p:nvSpPr>
          <p:cNvPr id="6" name="Text Placeholder 2">
            <a:extLst>
              <a:ext uri="{FF2B5EF4-FFF2-40B4-BE49-F238E27FC236}">
                <a16:creationId xmlns:a16="http://schemas.microsoft.com/office/drawing/2014/main" id="{10BFD12E-90CE-C652-D318-19A128794C78}"/>
              </a:ext>
            </a:extLst>
          </p:cNvPr>
          <p:cNvSpPr>
            <a:spLocks noGrp="1"/>
          </p:cNvSpPr>
          <p:nvPr>
            <p:ph type="body" idx="1" hasCustomPrompt="1"/>
          </p:nvPr>
        </p:nvSpPr>
        <p:spPr>
          <a:xfrm>
            <a:off x="419101" y="3429129"/>
            <a:ext cx="3483864" cy="369332"/>
          </a:xfrm>
        </p:spPr>
        <p:txBody>
          <a:bodyPr anchor="t"/>
          <a:lstStyle>
            <a:lvl1pPr marL="0" indent="0" algn="ctr">
              <a:buNone/>
              <a:defRPr sz="2000" b="1">
                <a:solidFill>
                  <a:srgbClr val="42B4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7" name="Content Placeholder 3">
            <a:extLst>
              <a:ext uri="{FF2B5EF4-FFF2-40B4-BE49-F238E27FC236}">
                <a16:creationId xmlns:a16="http://schemas.microsoft.com/office/drawing/2014/main" id="{06DC1607-DD34-92DA-9340-AF0A334035F1}"/>
              </a:ext>
            </a:extLst>
          </p:cNvPr>
          <p:cNvSpPr>
            <a:spLocks noGrp="1"/>
          </p:cNvSpPr>
          <p:nvPr>
            <p:ph sz="half" idx="2" hasCustomPrompt="1"/>
          </p:nvPr>
        </p:nvSpPr>
        <p:spPr>
          <a:xfrm>
            <a:off x="419100" y="3959942"/>
            <a:ext cx="3483864" cy="933589"/>
          </a:xfrm>
        </p:spPr>
        <p:txBody>
          <a:bodyPr/>
          <a:lstStyle>
            <a:lvl1pPr marL="0" indent="0" algn="ctr">
              <a:lnSpc>
                <a:spcPct val="100000"/>
              </a:lnSpc>
              <a:spcAft>
                <a:spcPts val="400"/>
              </a:spcAft>
              <a:buNone/>
              <a:defRPr sz="1800"/>
            </a:lvl1pPr>
            <a:lvl2pPr marL="285750" indent="0" algn="ctr">
              <a:lnSpc>
                <a:spcPct val="100000"/>
              </a:lnSpc>
              <a:spcAft>
                <a:spcPts val="400"/>
              </a:spcAft>
              <a:buNone/>
              <a:defRPr sz="1600"/>
            </a:lvl2pPr>
            <a:lvl3pPr marL="628650" indent="0" algn="ctr">
              <a:lnSpc>
                <a:spcPct val="100000"/>
              </a:lnSpc>
              <a:spcAft>
                <a:spcPts val="4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33293554-A33B-9D32-3DB3-3828AE7DF76D}"/>
              </a:ext>
            </a:extLst>
          </p:cNvPr>
          <p:cNvSpPr>
            <a:spLocks noGrp="1"/>
          </p:cNvSpPr>
          <p:nvPr>
            <p:ph type="body" sz="quarter" idx="3" hasCustomPrompt="1"/>
          </p:nvPr>
        </p:nvSpPr>
        <p:spPr>
          <a:xfrm>
            <a:off x="4392168" y="3429129"/>
            <a:ext cx="3483864" cy="369332"/>
          </a:xfrm>
        </p:spPr>
        <p:txBody>
          <a:bodyPr anchor="t"/>
          <a:lstStyle>
            <a:lvl1pPr marL="0" indent="0" algn="ctr">
              <a:buNone/>
              <a:defRPr sz="2000" b="1">
                <a:solidFill>
                  <a:srgbClr val="42B4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9" name="Content Placeholder 5">
            <a:extLst>
              <a:ext uri="{FF2B5EF4-FFF2-40B4-BE49-F238E27FC236}">
                <a16:creationId xmlns:a16="http://schemas.microsoft.com/office/drawing/2014/main" id="{AA3C4F7F-E583-C292-6FE3-AB2BFFC18C1A}"/>
              </a:ext>
            </a:extLst>
          </p:cNvPr>
          <p:cNvSpPr>
            <a:spLocks noGrp="1"/>
          </p:cNvSpPr>
          <p:nvPr>
            <p:ph sz="quarter" idx="4" hasCustomPrompt="1"/>
          </p:nvPr>
        </p:nvSpPr>
        <p:spPr>
          <a:xfrm>
            <a:off x="4392167" y="3959942"/>
            <a:ext cx="3483864" cy="933589"/>
          </a:xfrm>
        </p:spPr>
        <p:txBody>
          <a:bodyPr/>
          <a:lstStyle>
            <a:lvl1pPr marL="0" indent="0" algn="ctr">
              <a:lnSpc>
                <a:spcPct val="100000"/>
              </a:lnSpc>
              <a:spcAft>
                <a:spcPts val="400"/>
              </a:spcAft>
              <a:buNone/>
              <a:defRPr sz="1800"/>
            </a:lvl1pPr>
            <a:lvl2pPr marL="285750" indent="0" algn="ctr">
              <a:lnSpc>
                <a:spcPct val="100000"/>
              </a:lnSpc>
              <a:spcAft>
                <a:spcPts val="400"/>
              </a:spcAft>
              <a:buNone/>
              <a:defRPr sz="1600"/>
            </a:lvl2pPr>
            <a:lvl3pPr marL="628650" indent="0" algn="ctr">
              <a:lnSpc>
                <a:spcPct val="100000"/>
              </a:lnSpc>
              <a:spcAft>
                <a:spcPts val="4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0" name="Text Placeholder 4">
            <a:extLst>
              <a:ext uri="{FF2B5EF4-FFF2-40B4-BE49-F238E27FC236}">
                <a16:creationId xmlns:a16="http://schemas.microsoft.com/office/drawing/2014/main" id="{A0C2E7C7-6272-7C9E-61CC-4BA5EEECCA8E}"/>
              </a:ext>
            </a:extLst>
          </p:cNvPr>
          <p:cNvSpPr>
            <a:spLocks noGrp="1"/>
          </p:cNvSpPr>
          <p:nvPr>
            <p:ph type="body" sz="quarter" idx="13" hasCustomPrompt="1"/>
          </p:nvPr>
        </p:nvSpPr>
        <p:spPr>
          <a:xfrm>
            <a:off x="8365236" y="3429129"/>
            <a:ext cx="3483864" cy="369332"/>
          </a:xfrm>
        </p:spPr>
        <p:txBody>
          <a:bodyPr anchor="t"/>
          <a:lstStyle>
            <a:lvl1pPr marL="0" indent="0" algn="ctr">
              <a:buNone/>
              <a:defRPr sz="2000" b="1">
                <a:solidFill>
                  <a:srgbClr val="42B4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1" name="Content Placeholder 5">
            <a:extLst>
              <a:ext uri="{FF2B5EF4-FFF2-40B4-BE49-F238E27FC236}">
                <a16:creationId xmlns:a16="http://schemas.microsoft.com/office/drawing/2014/main" id="{043B2FDF-2149-9868-48CF-68AF0B50E748}"/>
              </a:ext>
            </a:extLst>
          </p:cNvPr>
          <p:cNvSpPr>
            <a:spLocks noGrp="1"/>
          </p:cNvSpPr>
          <p:nvPr>
            <p:ph sz="quarter" idx="14" hasCustomPrompt="1"/>
          </p:nvPr>
        </p:nvSpPr>
        <p:spPr>
          <a:xfrm>
            <a:off x="8365236" y="3959942"/>
            <a:ext cx="3483864" cy="933589"/>
          </a:xfrm>
        </p:spPr>
        <p:txBody>
          <a:bodyPr/>
          <a:lstStyle>
            <a:lvl1pPr marL="0" indent="0" algn="ctr">
              <a:lnSpc>
                <a:spcPct val="100000"/>
              </a:lnSpc>
              <a:spcAft>
                <a:spcPts val="400"/>
              </a:spcAft>
              <a:buNone/>
              <a:defRPr sz="1800"/>
            </a:lvl1pPr>
            <a:lvl2pPr marL="285750" indent="0" algn="ctr">
              <a:lnSpc>
                <a:spcPct val="100000"/>
              </a:lnSpc>
              <a:spcAft>
                <a:spcPts val="400"/>
              </a:spcAft>
              <a:buNone/>
              <a:defRPr sz="1600"/>
            </a:lvl2pPr>
            <a:lvl3pPr marL="628650" indent="0" algn="ctr">
              <a:lnSpc>
                <a:spcPct val="100000"/>
              </a:lnSpc>
              <a:spcAft>
                <a:spcPts val="4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2" name="Picture Placeholder 12">
            <a:extLst>
              <a:ext uri="{FF2B5EF4-FFF2-40B4-BE49-F238E27FC236}">
                <a16:creationId xmlns:a16="http://schemas.microsoft.com/office/drawing/2014/main" id="{1759E99C-9391-1568-8D11-F0380A352E09}"/>
              </a:ext>
            </a:extLst>
          </p:cNvPr>
          <p:cNvSpPr>
            <a:spLocks noGrp="1"/>
          </p:cNvSpPr>
          <p:nvPr>
            <p:ph type="pic" sz="quarter" idx="15" hasCustomPrompt="1"/>
          </p:nvPr>
        </p:nvSpPr>
        <p:spPr>
          <a:xfrm>
            <a:off x="1655950" y="2107943"/>
            <a:ext cx="1010166" cy="954046"/>
          </a:xfrm>
        </p:spPr>
        <p:txBody>
          <a:bodyPr>
            <a:noAutofit/>
          </a:bodyPr>
          <a:lstStyle>
            <a:lvl1pPr marL="0" indent="0">
              <a:buNone/>
              <a:defRPr sz="1800"/>
            </a:lvl1pPr>
          </a:lstStyle>
          <a:p>
            <a:r>
              <a:rPr lang="en-US"/>
              <a:t>Click icon to add image</a:t>
            </a:r>
          </a:p>
        </p:txBody>
      </p:sp>
      <p:sp>
        <p:nvSpPr>
          <p:cNvPr id="13" name="Picture Placeholder 12">
            <a:extLst>
              <a:ext uri="{FF2B5EF4-FFF2-40B4-BE49-F238E27FC236}">
                <a16:creationId xmlns:a16="http://schemas.microsoft.com/office/drawing/2014/main" id="{657E8662-78AD-974B-E4CE-E3BF5371AC9D}"/>
              </a:ext>
            </a:extLst>
          </p:cNvPr>
          <p:cNvSpPr>
            <a:spLocks noGrp="1"/>
          </p:cNvSpPr>
          <p:nvPr>
            <p:ph type="pic" sz="quarter" idx="16" hasCustomPrompt="1"/>
          </p:nvPr>
        </p:nvSpPr>
        <p:spPr>
          <a:xfrm>
            <a:off x="5629017" y="2107943"/>
            <a:ext cx="1010166" cy="954046"/>
          </a:xfrm>
        </p:spPr>
        <p:txBody>
          <a:bodyPr>
            <a:noAutofit/>
          </a:bodyPr>
          <a:lstStyle>
            <a:lvl1pPr marL="0" indent="0">
              <a:buNone/>
              <a:defRPr sz="1800"/>
            </a:lvl1pPr>
          </a:lstStyle>
          <a:p>
            <a:r>
              <a:rPr lang="en-US"/>
              <a:t>Click icon to add image</a:t>
            </a:r>
          </a:p>
        </p:txBody>
      </p:sp>
      <p:sp>
        <p:nvSpPr>
          <p:cNvPr id="14" name="Picture Placeholder 12">
            <a:extLst>
              <a:ext uri="{FF2B5EF4-FFF2-40B4-BE49-F238E27FC236}">
                <a16:creationId xmlns:a16="http://schemas.microsoft.com/office/drawing/2014/main" id="{12123810-DB8B-DEDE-3CC0-864B7B3DE382}"/>
              </a:ext>
            </a:extLst>
          </p:cNvPr>
          <p:cNvSpPr>
            <a:spLocks noGrp="1"/>
          </p:cNvSpPr>
          <p:nvPr>
            <p:ph type="pic" sz="quarter" idx="17" hasCustomPrompt="1"/>
          </p:nvPr>
        </p:nvSpPr>
        <p:spPr>
          <a:xfrm>
            <a:off x="9602085" y="2107943"/>
            <a:ext cx="1010166" cy="954046"/>
          </a:xfrm>
        </p:spPr>
        <p:txBody>
          <a:bodyPr>
            <a:noAutofit/>
          </a:bodyPr>
          <a:lstStyle>
            <a:lvl1pPr marL="0" indent="0">
              <a:buNone/>
              <a:defRPr sz="1800"/>
            </a:lvl1pPr>
          </a:lstStyle>
          <a:p>
            <a:r>
              <a:rPr lang="en-US"/>
              <a:t>Click icon to add image</a:t>
            </a:r>
          </a:p>
        </p:txBody>
      </p:sp>
    </p:spTree>
    <p:extLst>
      <p:ext uri="{BB962C8B-B14F-4D97-AF65-F5344CB8AC3E}">
        <p14:creationId xmlns:p14="http://schemas.microsoft.com/office/powerpoint/2010/main" val="31534317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pillars_2">
    <p:bg>
      <p:bgPr>
        <a:solidFill>
          <a:schemeClr val="bg1"/>
        </a:solidFill>
        <a:effectLst/>
      </p:bgPr>
    </p:bg>
    <p:spTree>
      <p:nvGrpSpPr>
        <p:cNvPr id="1" name=""/>
        <p:cNvGrpSpPr/>
        <p:nvPr/>
      </p:nvGrpSpPr>
      <p:grpSpPr>
        <a:xfrm>
          <a:off x="0" y="0"/>
          <a:ext cx="0" cy="0"/>
          <a:chOff x="0" y="0"/>
          <a:chExt cx="0" cy="0"/>
        </a:xfrm>
      </p:grpSpPr>
      <p:sp>
        <p:nvSpPr>
          <p:cNvPr id="16" name="Rectangle: Rounded Corners 14">
            <a:extLst>
              <a:ext uri="{FF2B5EF4-FFF2-40B4-BE49-F238E27FC236}">
                <a16:creationId xmlns:a16="http://schemas.microsoft.com/office/drawing/2014/main" id="{03AC0CE5-EA06-CE55-4FDD-17CBF3749294}"/>
              </a:ext>
            </a:extLst>
          </p:cNvPr>
          <p:cNvSpPr/>
          <p:nvPr userDrawn="1"/>
        </p:nvSpPr>
        <p:spPr>
          <a:xfrm>
            <a:off x="419100"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6" name="Rectangle: Rounded Corners 14">
            <a:extLst>
              <a:ext uri="{FF2B5EF4-FFF2-40B4-BE49-F238E27FC236}">
                <a16:creationId xmlns:a16="http://schemas.microsoft.com/office/drawing/2014/main" id="{EB721D76-2A3B-04BD-C8AD-2C622769B14E}"/>
              </a:ext>
            </a:extLst>
          </p:cNvPr>
          <p:cNvSpPr/>
          <p:nvPr userDrawn="1"/>
        </p:nvSpPr>
        <p:spPr>
          <a:xfrm>
            <a:off x="8292988"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14" name="Rectangle: Rounded Corners 14">
            <a:extLst>
              <a:ext uri="{FF2B5EF4-FFF2-40B4-BE49-F238E27FC236}">
                <a16:creationId xmlns:a16="http://schemas.microsoft.com/office/drawing/2014/main" id="{35159C79-D169-526F-6B2B-00661856BB78}"/>
              </a:ext>
            </a:extLst>
          </p:cNvPr>
          <p:cNvSpPr/>
          <p:nvPr userDrawn="1"/>
        </p:nvSpPr>
        <p:spPr>
          <a:xfrm>
            <a:off x="4356044"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2" name="Oval 21">
            <a:extLst>
              <a:ext uri="{FF2B5EF4-FFF2-40B4-BE49-F238E27FC236}">
                <a16:creationId xmlns:a16="http://schemas.microsoft.com/office/drawing/2014/main" id="{74139584-772E-F4B5-3BA6-29C630CEFB08}"/>
              </a:ext>
            </a:extLst>
          </p:cNvPr>
          <p:cNvSpPr/>
          <p:nvPr userDrawn="1"/>
        </p:nvSpPr>
        <p:spPr>
          <a:xfrm>
            <a:off x="9290573" y="1885183"/>
            <a:ext cx="1541891" cy="1541891"/>
          </a:xfrm>
          <a:prstGeom prst="ellipse">
            <a:avLst/>
          </a:prstGeom>
          <a:noFill/>
          <a:ln w="25400">
            <a:gradFill>
              <a:gsLst>
                <a:gs pos="0">
                  <a:schemeClr val="accent6"/>
                </a:gs>
                <a:gs pos="30000">
                  <a:schemeClr val="accent1"/>
                </a:gs>
                <a:gs pos="99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3" name="Oval 22">
            <a:extLst>
              <a:ext uri="{FF2B5EF4-FFF2-40B4-BE49-F238E27FC236}">
                <a16:creationId xmlns:a16="http://schemas.microsoft.com/office/drawing/2014/main" id="{09EE79C9-321B-6695-3A01-8B60577F77AE}"/>
              </a:ext>
            </a:extLst>
          </p:cNvPr>
          <p:cNvSpPr/>
          <p:nvPr userDrawn="1"/>
        </p:nvSpPr>
        <p:spPr>
          <a:xfrm>
            <a:off x="5358392" y="1885183"/>
            <a:ext cx="1541891" cy="1541891"/>
          </a:xfrm>
          <a:prstGeom prst="ellipse">
            <a:avLst/>
          </a:prstGeom>
          <a:noFill/>
          <a:ln w="25400">
            <a:gradFill>
              <a:gsLst>
                <a:gs pos="0">
                  <a:schemeClr val="accent6"/>
                </a:gs>
                <a:gs pos="30000">
                  <a:schemeClr val="accent1"/>
                </a:gs>
                <a:gs pos="99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4" name="Oval 23">
            <a:extLst>
              <a:ext uri="{FF2B5EF4-FFF2-40B4-BE49-F238E27FC236}">
                <a16:creationId xmlns:a16="http://schemas.microsoft.com/office/drawing/2014/main" id="{B7B9492E-B553-986C-DCD6-ABAEC0787099}"/>
              </a:ext>
            </a:extLst>
          </p:cNvPr>
          <p:cNvSpPr/>
          <p:nvPr userDrawn="1"/>
        </p:nvSpPr>
        <p:spPr>
          <a:xfrm>
            <a:off x="1426211" y="1885183"/>
            <a:ext cx="1541891" cy="1541891"/>
          </a:xfrm>
          <a:prstGeom prst="ellipse">
            <a:avLst/>
          </a:prstGeom>
          <a:noFill/>
          <a:ln w="25400">
            <a:gradFill>
              <a:gsLst>
                <a:gs pos="0">
                  <a:schemeClr val="accent6"/>
                </a:gs>
                <a:gs pos="30000">
                  <a:schemeClr val="accent1"/>
                </a:gs>
                <a:gs pos="99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B23BDB79-7DA4-A7DA-FFAA-D970F473BC02}"/>
              </a:ext>
            </a:extLst>
          </p:cNvPr>
          <p:cNvSpPr>
            <a:spLocks noGrp="1"/>
          </p:cNvSpPr>
          <p:nvPr userDrawn="1">
            <p:ph type="title" hasCustomPrompt="1"/>
          </p:nvPr>
        </p:nvSpPr>
        <p:spPr/>
        <p:txBody>
          <a:bodyPr/>
          <a:lstStyle/>
          <a:p>
            <a:r>
              <a:rPr lang="en-US" dirty="0"/>
              <a:t>Three-column with circular icons layout</a:t>
            </a:r>
          </a:p>
        </p:txBody>
      </p:sp>
      <p:cxnSp>
        <p:nvCxnSpPr>
          <p:cNvPr id="11" name="Straight Connector 10">
            <a:extLst>
              <a:ext uri="{FF2B5EF4-FFF2-40B4-BE49-F238E27FC236}">
                <a16:creationId xmlns:a16="http://schemas.microsoft.com/office/drawing/2014/main" id="{6EF3FA1E-28A2-2A44-2C1D-7A1EF81ABD03}"/>
              </a:ext>
            </a:extLst>
          </p:cNvPr>
          <p:cNvCxnSpPr>
            <a:cxnSpLocks/>
          </p:cNvCxnSpPr>
          <p:nvPr userDrawn="1"/>
        </p:nvCxnSpPr>
        <p:spPr>
          <a:xfrm>
            <a:off x="1739956" y="4440265"/>
            <a:ext cx="914400"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0" name="Text Placeholder 12">
            <a:extLst>
              <a:ext uri="{FF2B5EF4-FFF2-40B4-BE49-F238E27FC236}">
                <a16:creationId xmlns:a16="http://schemas.microsoft.com/office/drawing/2014/main" id="{B1848BA4-D0B6-9ABC-82C6-933BFFFAE0F2}"/>
              </a:ext>
            </a:extLst>
          </p:cNvPr>
          <p:cNvSpPr>
            <a:spLocks noGrp="1"/>
          </p:cNvSpPr>
          <p:nvPr userDrawn="1">
            <p:ph type="body" sz="quarter" idx="14" hasCustomPrompt="1"/>
          </p:nvPr>
        </p:nvSpPr>
        <p:spPr>
          <a:xfrm>
            <a:off x="733690" y="4633436"/>
            <a:ext cx="2926932"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21" name="Text Placeholder 2">
            <a:extLst>
              <a:ext uri="{FF2B5EF4-FFF2-40B4-BE49-F238E27FC236}">
                <a16:creationId xmlns:a16="http://schemas.microsoft.com/office/drawing/2014/main" id="{D3556C88-4E70-B0A6-86D9-2CF5F271DCB5}"/>
              </a:ext>
            </a:extLst>
          </p:cNvPr>
          <p:cNvSpPr>
            <a:spLocks noGrp="1"/>
          </p:cNvSpPr>
          <p:nvPr userDrawn="1">
            <p:ph type="body" idx="1" hasCustomPrompt="1"/>
          </p:nvPr>
        </p:nvSpPr>
        <p:spPr>
          <a:xfrm>
            <a:off x="733690" y="3877761"/>
            <a:ext cx="2926932"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cxnSp>
        <p:nvCxnSpPr>
          <p:cNvPr id="8" name="Straight Connector 7">
            <a:extLst>
              <a:ext uri="{FF2B5EF4-FFF2-40B4-BE49-F238E27FC236}">
                <a16:creationId xmlns:a16="http://schemas.microsoft.com/office/drawing/2014/main" id="{1C9073B9-455D-C10B-7B33-B2CA64C32A74}"/>
              </a:ext>
            </a:extLst>
          </p:cNvPr>
          <p:cNvCxnSpPr>
            <a:cxnSpLocks/>
          </p:cNvCxnSpPr>
          <p:nvPr userDrawn="1"/>
        </p:nvCxnSpPr>
        <p:spPr>
          <a:xfrm>
            <a:off x="9613844" y="4440265"/>
            <a:ext cx="914400"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 name="Text Placeholder 12">
            <a:extLst>
              <a:ext uri="{FF2B5EF4-FFF2-40B4-BE49-F238E27FC236}">
                <a16:creationId xmlns:a16="http://schemas.microsoft.com/office/drawing/2014/main" id="{D54A302D-4223-5925-8CEA-0BEE1E1125ED}"/>
              </a:ext>
            </a:extLst>
          </p:cNvPr>
          <p:cNvSpPr>
            <a:spLocks noGrp="1"/>
          </p:cNvSpPr>
          <p:nvPr userDrawn="1">
            <p:ph type="body" sz="quarter" idx="17" hasCustomPrompt="1"/>
          </p:nvPr>
        </p:nvSpPr>
        <p:spPr>
          <a:xfrm>
            <a:off x="8607578" y="4633436"/>
            <a:ext cx="2926932"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13" name="Text Placeholder 2">
            <a:extLst>
              <a:ext uri="{FF2B5EF4-FFF2-40B4-BE49-F238E27FC236}">
                <a16:creationId xmlns:a16="http://schemas.microsoft.com/office/drawing/2014/main" id="{EF16AF30-7B37-1297-47E4-EF0C23B0DBF2}"/>
              </a:ext>
            </a:extLst>
          </p:cNvPr>
          <p:cNvSpPr>
            <a:spLocks noGrp="1"/>
          </p:cNvSpPr>
          <p:nvPr userDrawn="1">
            <p:ph type="body" idx="18" hasCustomPrompt="1"/>
          </p:nvPr>
        </p:nvSpPr>
        <p:spPr>
          <a:xfrm>
            <a:off x="8607578" y="3877761"/>
            <a:ext cx="2926932"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cxnSp>
        <p:nvCxnSpPr>
          <p:cNvPr id="17" name="Straight Connector 16">
            <a:extLst>
              <a:ext uri="{FF2B5EF4-FFF2-40B4-BE49-F238E27FC236}">
                <a16:creationId xmlns:a16="http://schemas.microsoft.com/office/drawing/2014/main" id="{F08F87B0-A732-A5D0-3978-C84778E6D744}"/>
              </a:ext>
            </a:extLst>
          </p:cNvPr>
          <p:cNvCxnSpPr>
            <a:cxnSpLocks/>
          </p:cNvCxnSpPr>
          <p:nvPr userDrawn="1"/>
        </p:nvCxnSpPr>
        <p:spPr>
          <a:xfrm>
            <a:off x="5676900" y="4440265"/>
            <a:ext cx="914400"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2" name="Text Placeholder 12">
            <a:extLst>
              <a:ext uri="{FF2B5EF4-FFF2-40B4-BE49-F238E27FC236}">
                <a16:creationId xmlns:a16="http://schemas.microsoft.com/office/drawing/2014/main" id="{2C1879FC-3649-DC7B-2874-F383D5CD44C7}"/>
              </a:ext>
            </a:extLst>
          </p:cNvPr>
          <p:cNvSpPr>
            <a:spLocks noGrp="1"/>
          </p:cNvSpPr>
          <p:nvPr userDrawn="1">
            <p:ph type="body" sz="quarter" idx="20" hasCustomPrompt="1"/>
          </p:nvPr>
        </p:nvSpPr>
        <p:spPr>
          <a:xfrm>
            <a:off x="4670634" y="4633436"/>
            <a:ext cx="2926932"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33" name="Text Placeholder 2">
            <a:extLst>
              <a:ext uri="{FF2B5EF4-FFF2-40B4-BE49-F238E27FC236}">
                <a16:creationId xmlns:a16="http://schemas.microsoft.com/office/drawing/2014/main" id="{121D4A74-0C75-63EE-E996-862CBFFE4904}"/>
              </a:ext>
            </a:extLst>
          </p:cNvPr>
          <p:cNvSpPr>
            <a:spLocks noGrp="1"/>
          </p:cNvSpPr>
          <p:nvPr userDrawn="1">
            <p:ph type="body" idx="21" hasCustomPrompt="1"/>
          </p:nvPr>
        </p:nvSpPr>
        <p:spPr>
          <a:xfrm>
            <a:off x="4670634" y="3877761"/>
            <a:ext cx="2926932"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 name="Picture Placeholder 12">
            <a:extLst>
              <a:ext uri="{FF2B5EF4-FFF2-40B4-BE49-F238E27FC236}">
                <a16:creationId xmlns:a16="http://schemas.microsoft.com/office/drawing/2014/main" id="{C707F6A4-4D18-F3BE-1996-FA147CB634D3}"/>
              </a:ext>
            </a:extLst>
          </p:cNvPr>
          <p:cNvSpPr>
            <a:spLocks noGrp="1"/>
          </p:cNvSpPr>
          <p:nvPr>
            <p:ph type="pic" sz="quarter" idx="15" hasCustomPrompt="1"/>
          </p:nvPr>
        </p:nvSpPr>
        <p:spPr>
          <a:xfrm>
            <a:off x="1426211" y="1894831"/>
            <a:ext cx="1541891" cy="1541891"/>
          </a:xfrm>
          <a:prstGeom prst="ellipse">
            <a:avLst/>
          </a:prstGeom>
        </p:spPr>
        <p:txBody>
          <a:bodyPr>
            <a:noAutofit/>
          </a:bodyPr>
          <a:lstStyle>
            <a:lvl1pPr marL="0" indent="0">
              <a:buNone/>
              <a:defRPr sz="1800"/>
            </a:lvl1pPr>
          </a:lstStyle>
          <a:p>
            <a:r>
              <a:rPr lang="en-US" dirty="0"/>
              <a:t>Click icon to add image</a:t>
            </a:r>
          </a:p>
        </p:txBody>
      </p:sp>
      <p:sp>
        <p:nvSpPr>
          <p:cNvPr id="4" name="Picture Placeholder 12">
            <a:extLst>
              <a:ext uri="{FF2B5EF4-FFF2-40B4-BE49-F238E27FC236}">
                <a16:creationId xmlns:a16="http://schemas.microsoft.com/office/drawing/2014/main" id="{FF694DD8-C8F5-07D4-2208-578B44E5F005}"/>
              </a:ext>
            </a:extLst>
          </p:cNvPr>
          <p:cNvSpPr>
            <a:spLocks noGrp="1"/>
          </p:cNvSpPr>
          <p:nvPr>
            <p:ph type="pic" sz="quarter" idx="25" hasCustomPrompt="1"/>
          </p:nvPr>
        </p:nvSpPr>
        <p:spPr>
          <a:xfrm>
            <a:off x="5363155" y="1894831"/>
            <a:ext cx="1541891" cy="1541891"/>
          </a:xfrm>
          <a:prstGeom prst="ellipse">
            <a:avLst/>
          </a:prstGeom>
        </p:spPr>
        <p:txBody>
          <a:bodyPr>
            <a:noAutofit/>
          </a:bodyPr>
          <a:lstStyle>
            <a:lvl1pPr marL="0" indent="0">
              <a:buNone/>
              <a:defRPr sz="1800"/>
            </a:lvl1pPr>
          </a:lstStyle>
          <a:p>
            <a:r>
              <a:rPr lang="en-US"/>
              <a:t>Click icon to add image</a:t>
            </a:r>
          </a:p>
        </p:txBody>
      </p:sp>
      <p:sp>
        <p:nvSpPr>
          <p:cNvPr id="5" name="Picture Placeholder 12">
            <a:extLst>
              <a:ext uri="{FF2B5EF4-FFF2-40B4-BE49-F238E27FC236}">
                <a16:creationId xmlns:a16="http://schemas.microsoft.com/office/drawing/2014/main" id="{8767C8BD-3DD0-49B5-2AF0-B5E3A61BC9AF}"/>
              </a:ext>
            </a:extLst>
          </p:cNvPr>
          <p:cNvSpPr>
            <a:spLocks noGrp="1"/>
          </p:cNvSpPr>
          <p:nvPr>
            <p:ph type="pic" sz="quarter" idx="26" hasCustomPrompt="1"/>
          </p:nvPr>
        </p:nvSpPr>
        <p:spPr>
          <a:xfrm>
            <a:off x="9300099" y="1894831"/>
            <a:ext cx="1541891" cy="1541891"/>
          </a:xfrm>
          <a:prstGeom prst="ellipse">
            <a:avLst/>
          </a:prstGeom>
        </p:spPr>
        <p:txBody>
          <a:bodyPr>
            <a:noAutofit/>
          </a:bodyPr>
          <a:lstStyle>
            <a:lvl1pPr marL="0" indent="0">
              <a:buNone/>
              <a:defRPr sz="1800"/>
            </a:lvl1pPr>
          </a:lstStyle>
          <a:p>
            <a:r>
              <a:rPr lang="en-US"/>
              <a:t>Click icon to add image</a:t>
            </a:r>
          </a:p>
        </p:txBody>
      </p:sp>
    </p:spTree>
    <p:extLst>
      <p:ext uri="{BB962C8B-B14F-4D97-AF65-F5344CB8AC3E}">
        <p14:creationId xmlns:p14="http://schemas.microsoft.com/office/powerpoint/2010/main" val="30245263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pillars_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BDB79-7DA4-A7DA-FFAA-D970F473BC02}"/>
              </a:ext>
            </a:extLst>
          </p:cNvPr>
          <p:cNvSpPr>
            <a:spLocks noGrp="1"/>
          </p:cNvSpPr>
          <p:nvPr>
            <p:ph type="title" hasCustomPrompt="1"/>
          </p:nvPr>
        </p:nvSpPr>
        <p:spPr/>
        <p:txBody>
          <a:bodyPr/>
          <a:lstStyle/>
          <a:p>
            <a:r>
              <a:rPr lang="en-US" dirty="0"/>
              <a:t>Three-column with eyebrows layout</a:t>
            </a:r>
          </a:p>
        </p:txBody>
      </p:sp>
      <p:sp>
        <p:nvSpPr>
          <p:cNvPr id="16" name="Rectangle: Rounded Corners 14">
            <a:extLst>
              <a:ext uri="{FF2B5EF4-FFF2-40B4-BE49-F238E27FC236}">
                <a16:creationId xmlns:a16="http://schemas.microsoft.com/office/drawing/2014/main" id="{03AC0CE5-EA06-CE55-4FDD-17CBF3749294}"/>
              </a:ext>
            </a:extLst>
          </p:cNvPr>
          <p:cNvSpPr/>
          <p:nvPr userDrawn="1"/>
        </p:nvSpPr>
        <p:spPr>
          <a:xfrm>
            <a:off x="419100"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35" name="Text Placeholder 2">
            <a:extLst>
              <a:ext uri="{FF2B5EF4-FFF2-40B4-BE49-F238E27FC236}">
                <a16:creationId xmlns:a16="http://schemas.microsoft.com/office/drawing/2014/main" id="{09E632FC-0C0B-A67C-A85C-8206A1A51074}"/>
              </a:ext>
            </a:extLst>
          </p:cNvPr>
          <p:cNvSpPr>
            <a:spLocks noGrp="1"/>
          </p:cNvSpPr>
          <p:nvPr>
            <p:ph type="body" idx="1" hasCustomPrompt="1"/>
          </p:nvPr>
        </p:nvSpPr>
        <p:spPr>
          <a:xfrm>
            <a:off x="733690" y="2900915"/>
            <a:ext cx="2926932" cy="369332"/>
          </a:xfrm>
        </p:spPr>
        <p:txBody>
          <a:bodyPr anchor="t"/>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7" name="Rectangle: Rounded Corners 14">
            <a:extLst>
              <a:ext uri="{FF2B5EF4-FFF2-40B4-BE49-F238E27FC236}">
                <a16:creationId xmlns:a16="http://schemas.microsoft.com/office/drawing/2014/main" id="{462E4AA4-1F9A-4B65-017C-81AAB49744B9}"/>
              </a:ext>
            </a:extLst>
          </p:cNvPr>
          <p:cNvSpPr/>
          <p:nvPr userDrawn="1"/>
        </p:nvSpPr>
        <p:spPr>
          <a:xfrm>
            <a:off x="8292988"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39" name="Text Placeholder 2">
            <a:extLst>
              <a:ext uri="{FF2B5EF4-FFF2-40B4-BE49-F238E27FC236}">
                <a16:creationId xmlns:a16="http://schemas.microsoft.com/office/drawing/2014/main" id="{F27B2543-1791-CE3E-5D92-A32148B8B4A6}"/>
              </a:ext>
            </a:extLst>
          </p:cNvPr>
          <p:cNvSpPr>
            <a:spLocks noGrp="1"/>
          </p:cNvSpPr>
          <p:nvPr>
            <p:ph type="body" idx="16" hasCustomPrompt="1"/>
          </p:nvPr>
        </p:nvSpPr>
        <p:spPr>
          <a:xfrm>
            <a:off x="8607578" y="2900915"/>
            <a:ext cx="2926932" cy="369332"/>
          </a:xfrm>
        </p:spPr>
        <p:txBody>
          <a:bodyPr anchor="t"/>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1" name="Rectangle: Rounded Corners 14">
            <a:extLst>
              <a:ext uri="{FF2B5EF4-FFF2-40B4-BE49-F238E27FC236}">
                <a16:creationId xmlns:a16="http://schemas.microsoft.com/office/drawing/2014/main" id="{29682F97-F604-3EA6-1614-4AD9EA8EBD33}"/>
              </a:ext>
            </a:extLst>
          </p:cNvPr>
          <p:cNvSpPr/>
          <p:nvPr userDrawn="1"/>
        </p:nvSpPr>
        <p:spPr>
          <a:xfrm>
            <a:off x="4356044"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43" name="Text Placeholder 2">
            <a:extLst>
              <a:ext uri="{FF2B5EF4-FFF2-40B4-BE49-F238E27FC236}">
                <a16:creationId xmlns:a16="http://schemas.microsoft.com/office/drawing/2014/main" id="{AD311DF5-CAB0-119A-BEB3-CD860F0E8E69}"/>
              </a:ext>
            </a:extLst>
          </p:cNvPr>
          <p:cNvSpPr>
            <a:spLocks noGrp="1"/>
          </p:cNvSpPr>
          <p:nvPr>
            <p:ph type="body" idx="19" hasCustomPrompt="1"/>
          </p:nvPr>
        </p:nvSpPr>
        <p:spPr>
          <a:xfrm>
            <a:off x="4670634" y="2900915"/>
            <a:ext cx="2926932" cy="369332"/>
          </a:xfrm>
        </p:spPr>
        <p:txBody>
          <a:bodyPr anchor="t"/>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6" name="Text Placeholder 12">
            <a:extLst>
              <a:ext uri="{FF2B5EF4-FFF2-40B4-BE49-F238E27FC236}">
                <a16:creationId xmlns:a16="http://schemas.microsoft.com/office/drawing/2014/main" id="{B5974954-D39B-EA11-2394-C3638EFE8763}"/>
              </a:ext>
            </a:extLst>
          </p:cNvPr>
          <p:cNvSpPr>
            <a:spLocks noGrp="1"/>
          </p:cNvSpPr>
          <p:nvPr>
            <p:ph type="body" sz="quarter" idx="22" hasCustomPrompt="1"/>
          </p:nvPr>
        </p:nvSpPr>
        <p:spPr>
          <a:xfrm>
            <a:off x="733690" y="2158248"/>
            <a:ext cx="1737360" cy="359474"/>
          </a:xfrm>
          <a:prstGeom prst="roundRect">
            <a:avLst>
              <a:gd name="adj" fmla="val 18151"/>
            </a:avLst>
          </a:prstGeom>
          <a:gradFill flip="none" rotWithShape="1">
            <a:gsLst>
              <a:gs pos="0">
                <a:schemeClr val="accent1"/>
              </a:gs>
              <a:gs pos="100000">
                <a:schemeClr val="accent5"/>
              </a:gs>
            </a:gsLst>
            <a:lin ang="2700000" scaled="1"/>
            <a:tileRect/>
          </a:gradFill>
        </p:spPr>
        <p:txBody>
          <a:bodyPr anchor="ctr"/>
          <a:lstStyle>
            <a:lvl1pPr marL="0" indent="0" algn="ctr">
              <a:buNone/>
              <a:defRPr lang="en-US" sz="1600" b="1" i="0" kern="1200" spc="400" baseline="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EYEBROW</a:t>
            </a:r>
          </a:p>
        </p:txBody>
      </p:sp>
      <p:sp>
        <p:nvSpPr>
          <p:cNvPr id="47" name="Text Placeholder 12">
            <a:extLst>
              <a:ext uri="{FF2B5EF4-FFF2-40B4-BE49-F238E27FC236}">
                <a16:creationId xmlns:a16="http://schemas.microsoft.com/office/drawing/2014/main" id="{AD9BE854-F816-4000-5D2D-80A4E7C51B72}"/>
              </a:ext>
            </a:extLst>
          </p:cNvPr>
          <p:cNvSpPr>
            <a:spLocks noGrp="1"/>
          </p:cNvSpPr>
          <p:nvPr>
            <p:ph type="body" sz="quarter" idx="23" hasCustomPrompt="1"/>
          </p:nvPr>
        </p:nvSpPr>
        <p:spPr>
          <a:xfrm>
            <a:off x="4670634" y="2158248"/>
            <a:ext cx="1737360" cy="359474"/>
          </a:xfrm>
          <a:prstGeom prst="roundRect">
            <a:avLst>
              <a:gd name="adj" fmla="val 18151"/>
            </a:avLst>
          </a:prstGeom>
          <a:gradFill flip="none" rotWithShape="1">
            <a:gsLst>
              <a:gs pos="0">
                <a:schemeClr val="accent1"/>
              </a:gs>
              <a:gs pos="100000">
                <a:schemeClr val="accent5"/>
              </a:gs>
            </a:gsLst>
            <a:lin ang="2700000" scaled="1"/>
            <a:tileRect/>
          </a:gradFill>
        </p:spPr>
        <p:txBody>
          <a:bodyPr anchor="ctr"/>
          <a:lstStyle>
            <a:lvl1pPr marL="0" indent="0" algn="ctr">
              <a:buNone/>
              <a:defRPr lang="en-US" sz="1600" b="1" i="0" kern="1200" spc="400" baseline="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EYEBROW</a:t>
            </a:r>
          </a:p>
        </p:txBody>
      </p:sp>
      <p:sp>
        <p:nvSpPr>
          <p:cNvPr id="48" name="Text Placeholder 12">
            <a:extLst>
              <a:ext uri="{FF2B5EF4-FFF2-40B4-BE49-F238E27FC236}">
                <a16:creationId xmlns:a16="http://schemas.microsoft.com/office/drawing/2014/main" id="{51E6FFF8-A8A7-3C71-837B-9C417CC66E39}"/>
              </a:ext>
            </a:extLst>
          </p:cNvPr>
          <p:cNvSpPr>
            <a:spLocks noGrp="1"/>
          </p:cNvSpPr>
          <p:nvPr>
            <p:ph type="body" sz="quarter" idx="24" hasCustomPrompt="1"/>
          </p:nvPr>
        </p:nvSpPr>
        <p:spPr>
          <a:xfrm>
            <a:off x="8607578" y="2158248"/>
            <a:ext cx="1737360" cy="359474"/>
          </a:xfrm>
          <a:prstGeom prst="roundRect">
            <a:avLst>
              <a:gd name="adj" fmla="val 18151"/>
            </a:avLst>
          </a:prstGeom>
          <a:gradFill flip="none" rotWithShape="1">
            <a:gsLst>
              <a:gs pos="0">
                <a:schemeClr val="accent1"/>
              </a:gs>
              <a:gs pos="100000">
                <a:schemeClr val="accent5"/>
              </a:gs>
            </a:gsLst>
            <a:lin ang="2700000" scaled="1"/>
            <a:tileRect/>
          </a:gradFill>
        </p:spPr>
        <p:txBody>
          <a:bodyPr anchor="ctr"/>
          <a:lstStyle>
            <a:lvl1pPr marL="0" indent="0" algn="ctr">
              <a:buNone/>
              <a:defRPr lang="en-US" sz="1600" b="1" i="0" kern="1200" spc="400" baseline="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EYEBROW</a:t>
            </a:r>
          </a:p>
        </p:txBody>
      </p:sp>
      <p:sp>
        <p:nvSpPr>
          <p:cNvPr id="15" name="Text Placeholder 12">
            <a:extLst>
              <a:ext uri="{FF2B5EF4-FFF2-40B4-BE49-F238E27FC236}">
                <a16:creationId xmlns:a16="http://schemas.microsoft.com/office/drawing/2014/main" id="{568A5C1F-7C14-4797-B9E1-767D9F747284}"/>
              </a:ext>
            </a:extLst>
          </p:cNvPr>
          <p:cNvSpPr>
            <a:spLocks noGrp="1"/>
          </p:cNvSpPr>
          <p:nvPr>
            <p:ph type="body" sz="quarter" idx="14" hasCustomPrompt="1"/>
          </p:nvPr>
        </p:nvSpPr>
        <p:spPr>
          <a:xfrm>
            <a:off x="733690" y="3429000"/>
            <a:ext cx="2926932" cy="2552700"/>
          </a:xfrm>
        </p:spPr>
        <p:txBody>
          <a:bodyPr anchor="t"/>
          <a:lstStyle>
            <a:lvl1pPr marL="0" indent="0" algn="l">
              <a:lnSpc>
                <a:spcPct val="100000"/>
              </a:lnSpc>
              <a:buNone/>
              <a:defRPr lang="en-US" sz="18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17" name="Text Placeholder 12">
            <a:extLst>
              <a:ext uri="{FF2B5EF4-FFF2-40B4-BE49-F238E27FC236}">
                <a16:creationId xmlns:a16="http://schemas.microsoft.com/office/drawing/2014/main" id="{F162436A-50E0-4592-B569-0BA0BA1322FA}"/>
              </a:ext>
            </a:extLst>
          </p:cNvPr>
          <p:cNvSpPr>
            <a:spLocks noGrp="1"/>
          </p:cNvSpPr>
          <p:nvPr>
            <p:ph type="body" sz="quarter" idx="17" hasCustomPrompt="1"/>
          </p:nvPr>
        </p:nvSpPr>
        <p:spPr>
          <a:xfrm>
            <a:off x="8607578" y="3429000"/>
            <a:ext cx="2926932" cy="2552700"/>
          </a:xfrm>
        </p:spPr>
        <p:txBody>
          <a:bodyPr anchor="t"/>
          <a:lstStyle>
            <a:lvl1pPr marL="0" indent="0" algn="l">
              <a:lnSpc>
                <a:spcPct val="100000"/>
              </a:lnSpc>
              <a:buNone/>
              <a:defRPr lang="en-US" sz="18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18" name="Text Placeholder 12">
            <a:extLst>
              <a:ext uri="{FF2B5EF4-FFF2-40B4-BE49-F238E27FC236}">
                <a16:creationId xmlns:a16="http://schemas.microsoft.com/office/drawing/2014/main" id="{1F24B680-0C4C-46D9-95A3-865795779CC3}"/>
              </a:ext>
            </a:extLst>
          </p:cNvPr>
          <p:cNvSpPr>
            <a:spLocks noGrp="1"/>
          </p:cNvSpPr>
          <p:nvPr>
            <p:ph type="body" sz="quarter" idx="20" hasCustomPrompt="1"/>
          </p:nvPr>
        </p:nvSpPr>
        <p:spPr>
          <a:xfrm>
            <a:off x="4670634" y="3429000"/>
            <a:ext cx="2926932" cy="2552700"/>
          </a:xfrm>
        </p:spPr>
        <p:txBody>
          <a:bodyPr anchor="t"/>
          <a:lstStyle>
            <a:lvl1pPr marL="0" indent="0" algn="l">
              <a:lnSpc>
                <a:spcPct val="100000"/>
              </a:lnSpc>
              <a:buNone/>
              <a:defRPr lang="en-US" sz="18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Tree>
    <p:extLst>
      <p:ext uri="{BB962C8B-B14F-4D97-AF65-F5344CB8AC3E}">
        <p14:creationId xmlns:p14="http://schemas.microsoft.com/office/powerpoint/2010/main" val="21398396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lumn with Subheadings">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ABEDB22-927C-681B-8336-3520375F64EF}"/>
              </a:ext>
            </a:extLst>
          </p:cNvPr>
          <p:cNvSpPr/>
          <p:nvPr userDrawn="1"/>
        </p:nvSpPr>
        <p:spPr>
          <a:xfrm>
            <a:off x="419100" y="1371600"/>
            <a:ext cx="3621024" cy="4838700"/>
          </a:xfrm>
          <a:prstGeom prst="roundRect">
            <a:avLst>
              <a:gd name="adj" fmla="val 4751"/>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p:txBody>
          <a:bodyPr/>
          <a:lstStyle/>
          <a:p>
            <a:r>
              <a:rPr lang="en-US" dirty="0"/>
              <a:t>Three-column with headings layout</a:t>
            </a:r>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592836" y="1600200"/>
            <a:ext cx="3273552"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592836" y="2133600"/>
            <a:ext cx="3273552" cy="3943350"/>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30" name="Rectangle: Rounded Corners 14">
            <a:extLst>
              <a:ext uri="{FF2B5EF4-FFF2-40B4-BE49-F238E27FC236}">
                <a16:creationId xmlns:a16="http://schemas.microsoft.com/office/drawing/2014/main" id="{CDA630CA-AC91-9937-3BDE-708242D99EE2}"/>
              </a:ext>
            </a:extLst>
          </p:cNvPr>
          <p:cNvSpPr/>
          <p:nvPr userDrawn="1"/>
        </p:nvSpPr>
        <p:spPr>
          <a:xfrm>
            <a:off x="4319928" y="1371600"/>
            <a:ext cx="3621024" cy="4838700"/>
          </a:xfrm>
          <a:prstGeom prst="roundRect">
            <a:avLst>
              <a:gd name="adj" fmla="val 4751"/>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1" name="Rectangle: Rounded Corners 14">
            <a:extLst>
              <a:ext uri="{FF2B5EF4-FFF2-40B4-BE49-F238E27FC236}">
                <a16:creationId xmlns:a16="http://schemas.microsoft.com/office/drawing/2014/main" id="{D9FE9A6B-FC2A-9A04-C60A-5FF8E588915F}"/>
              </a:ext>
            </a:extLst>
          </p:cNvPr>
          <p:cNvSpPr/>
          <p:nvPr userDrawn="1"/>
        </p:nvSpPr>
        <p:spPr>
          <a:xfrm>
            <a:off x="8220755" y="1371600"/>
            <a:ext cx="3621024" cy="4838700"/>
          </a:xfrm>
          <a:prstGeom prst="roundRect">
            <a:avLst>
              <a:gd name="adj" fmla="val 4751"/>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3" name="Text Placeholder 2">
            <a:extLst>
              <a:ext uri="{FF2B5EF4-FFF2-40B4-BE49-F238E27FC236}">
                <a16:creationId xmlns:a16="http://schemas.microsoft.com/office/drawing/2014/main" id="{8ACFE3EF-31FB-9767-3942-855DA022D2D0}"/>
              </a:ext>
            </a:extLst>
          </p:cNvPr>
          <p:cNvSpPr>
            <a:spLocks noGrp="1"/>
          </p:cNvSpPr>
          <p:nvPr>
            <p:ph type="body" idx="13" hasCustomPrompt="1"/>
          </p:nvPr>
        </p:nvSpPr>
        <p:spPr>
          <a:xfrm>
            <a:off x="4493664" y="1600200"/>
            <a:ext cx="3273552"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34" name="Content Placeholder 3">
            <a:extLst>
              <a:ext uri="{FF2B5EF4-FFF2-40B4-BE49-F238E27FC236}">
                <a16:creationId xmlns:a16="http://schemas.microsoft.com/office/drawing/2014/main" id="{5100FB44-5917-E2FA-F2F6-B9595E8BAE93}"/>
              </a:ext>
            </a:extLst>
          </p:cNvPr>
          <p:cNvSpPr>
            <a:spLocks noGrp="1"/>
          </p:cNvSpPr>
          <p:nvPr>
            <p:ph sz="half" idx="14" hasCustomPrompt="1"/>
          </p:nvPr>
        </p:nvSpPr>
        <p:spPr>
          <a:xfrm>
            <a:off x="4493664" y="2133600"/>
            <a:ext cx="3273552" cy="3943350"/>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5" name="Text Placeholder 2">
            <a:extLst>
              <a:ext uri="{FF2B5EF4-FFF2-40B4-BE49-F238E27FC236}">
                <a16:creationId xmlns:a16="http://schemas.microsoft.com/office/drawing/2014/main" id="{25C4A104-65E1-D9DA-FB3D-FB3069741FD4}"/>
              </a:ext>
            </a:extLst>
          </p:cNvPr>
          <p:cNvSpPr>
            <a:spLocks noGrp="1"/>
          </p:cNvSpPr>
          <p:nvPr>
            <p:ph type="body" idx="15" hasCustomPrompt="1"/>
          </p:nvPr>
        </p:nvSpPr>
        <p:spPr>
          <a:xfrm>
            <a:off x="8394491" y="1600200"/>
            <a:ext cx="3273552"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36" name="Content Placeholder 3">
            <a:extLst>
              <a:ext uri="{FF2B5EF4-FFF2-40B4-BE49-F238E27FC236}">
                <a16:creationId xmlns:a16="http://schemas.microsoft.com/office/drawing/2014/main" id="{83755C07-4451-FB89-D4A0-6F1401349EE7}"/>
              </a:ext>
            </a:extLst>
          </p:cNvPr>
          <p:cNvSpPr>
            <a:spLocks noGrp="1"/>
          </p:cNvSpPr>
          <p:nvPr>
            <p:ph sz="half" idx="16" hasCustomPrompt="1"/>
          </p:nvPr>
        </p:nvSpPr>
        <p:spPr>
          <a:xfrm>
            <a:off x="8394491" y="2133600"/>
            <a:ext cx="3273552" cy="3943350"/>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35353808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images">
    <p:bg>
      <p:bgPr>
        <a:solidFill>
          <a:schemeClr val="bg1"/>
        </a:solidFill>
        <a:effectLst/>
      </p:bgPr>
    </p:bg>
    <p:spTree>
      <p:nvGrpSpPr>
        <p:cNvPr id="1" name=""/>
        <p:cNvGrpSpPr/>
        <p:nvPr/>
      </p:nvGrpSpPr>
      <p:grpSpPr>
        <a:xfrm>
          <a:off x="0" y="0"/>
          <a:ext cx="0" cy="0"/>
          <a:chOff x="0" y="0"/>
          <a:chExt cx="0" cy="0"/>
        </a:xfrm>
      </p:grpSpPr>
      <p:sp>
        <p:nvSpPr>
          <p:cNvPr id="6" name="Rectangle: Rounded Corners 14">
            <a:extLst>
              <a:ext uri="{FF2B5EF4-FFF2-40B4-BE49-F238E27FC236}">
                <a16:creationId xmlns:a16="http://schemas.microsoft.com/office/drawing/2014/main" id="{422327CD-07D1-1CAF-46C3-09EBBAA08919}"/>
              </a:ext>
            </a:extLst>
          </p:cNvPr>
          <p:cNvSpPr/>
          <p:nvPr userDrawn="1"/>
        </p:nvSpPr>
        <p:spPr>
          <a:xfrm>
            <a:off x="419100" y="1371600"/>
            <a:ext cx="3650025" cy="4838699"/>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8" name="Rectangle: Rounded Corners 15">
            <a:extLst>
              <a:ext uri="{FF2B5EF4-FFF2-40B4-BE49-F238E27FC236}">
                <a16:creationId xmlns:a16="http://schemas.microsoft.com/office/drawing/2014/main" id="{64275C19-EB6A-D5A4-A6A1-C8D890AC76C0}"/>
              </a:ext>
            </a:extLst>
          </p:cNvPr>
          <p:cNvSpPr/>
          <p:nvPr userDrawn="1"/>
        </p:nvSpPr>
        <p:spPr>
          <a:xfrm>
            <a:off x="4315092" y="1371600"/>
            <a:ext cx="3650025" cy="4838699"/>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0" name="Rectangle: Rounded Corners 16">
            <a:extLst>
              <a:ext uri="{FF2B5EF4-FFF2-40B4-BE49-F238E27FC236}">
                <a16:creationId xmlns:a16="http://schemas.microsoft.com/office/drawing/2014/main" id="{9CAB5F3F-9289-6BA8-3B6A-9D79956FEAC7}"/>
              </a:ext>
            </a:extLst>
          </p:cNvPr>
          <p:cNvSpPr/>
          <p:nvPr userDrawn="1"/>
        </p:nvSpPr>
        <p:spPr>
          <a:xfrm>
            <a:off x="8199075" y="1371601"/>
            <a:ext cx="3650025" cy="4838698"/>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8" name="Title 1">
            <a:extLst>
              <a:ext uri="{FF2B5EF4-FFF2-40B4-BE49-F238E27FC236}">
                <a16:creationId xmlns:a16="http://schemas.microsoft.com/office/drawing/2014/main" id="{91059391-7A3F-14D9-37B8-EE42ACEADC6B}"/>
              </a:ext>
            </a:extLst>
          </p:cNvPr>
          <p:cNvSpPr>
            <a:spLocks noGrp="1"/>
          </p:cNvSpPr>
          <p:nvPr>
            <p:ph type="title" hasCustomPrompt="1"/>
          </p:nvPr>
        </p:nvSpPr>
        <p:spPr>
          <a:xfrm>
            <a:off x="419100" y="342901"/>
            <a:ext cx="11430000" cy="647176"/>
          </a:xfrm>
        </p:spPr>
        <p:txBody>
          <a:bodyPr/>
          <a:lstStyle/>
          <a:p>
            <a:r>
              <a:rPr lang="en-US" dirty="0"/>
              <a:t>Three-column with content and images layout</a:t>
            </a:r>
          </a:p>
        </p:txBody>
      </p:sp>
      <p:sp>
        <p:nvSpPr>
          <p:cNvPr id="20" name="Content Placeholder 3">
            <a:extLst>
              <a:ext uri="{FF2B5EF4-FFF2-40B4-BE49-F238E27FC236}">
                <a16:creationId xmlns:a16="http://schemas.microsoft.com/office/drawing/2014/main" id="{C3F45658-52EB-AE68-7DD2-00BA9C802475}"/>
              </a:ext>
            </a:extLst>
          </p:cNvPr>
          <p:cNvSpPr>
            <a:spLocks noGrp="1"/>
          </p:cNvSpPr>
          <p:nvPr>
            <p:ph sz="half" idx="2" hasCustomPrompt="1"/>
          </p:nvPr>
        </p:nvSpPr>
        <p:spPr>
          <a:xfrm>
            <a:off x="643912" y="4197351"/>
            <a:ext cx="3200400" cy="1645920"/>
          </a:xfrm>
          <a:noFill/>
        </p:spPr>
        <p:txBody>
          <a:bodyPr tIns="0" bIns="0">
            <a:normAutofit/>
          </a:bodyPr>
          <a:lstStyle>
            <a:lvl1pPr marL="0" indent="0">
              <a:lnSpc>
                <a:spcPct val="100000"/>
              </a:lnSpc>
              <a:spcAft>
                <a:spcPts val="600"/>
              </a:spcAft>
              <a:buNone/>
              <a:defRPr sz="1800"/>
            </a:lvl1pPr>
            <a:lvl2pPr marL="285750" indent="0">
              <a:lnSpc>
                <a:spcPct val="100000"/>
              </a:lnSpc>
              <a:spcAft>
                <a:spcPts val="600"/>
              </a:spcAft>
              <a:buNone/>
              <a:defRPr sz="1600"/>
            </a:lvl2pPr>
            <a:lvl3pPr marL="628650" indent="0">
              <a:lnSpc>
                <a:spcPct val="100000"/>
              </a:lnSpc>
              <a:spcAft>
                <a:spcPts val="6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21" name="Content Placeholder 5">
            <a:extLst>
              <a:ext uri="{FF2B5EF4-FFF2-40B4-BE49-F238E27FC236}">
                <a16:creationId xmlns:a16="http://schemas.microsoft.com/office/drawing/2014/main" id="{FCACC78A-CE4C-D779-A4B8-103E819B2A63}"/>
              </a:ext>
            </a:extLst>
          </p:cNvPr>
          <p:cNvSpPr>
            <a:spLocks noGrp="1"/>
          </p:cNvSpPr>
          <p:nvPr>
            <p:ph sz="quarter" idx="4" hasCustomPrompt="1"/>
          </p:nvPr>
        </p:nvSpPr>
        <p:spPr>
          <a:xfrm>
            <a:off x="4539904" y="4197351"/>
            <a:ext cx="3200400" cy="1645920"/>
          </a:xfrm>
          <a:noFill/>
        </p:spPr>
        <p:txBody>
          <a:bodyPr tIns="0" bIns="0">
            <a:normAutofit/>
          </a:bodyPr>
          <a:lstStyle>
            <a:lvl1pPr marL="0" indent="0">
              <a:lnSpc>
                <a:spcPct val="100000"/>
              </a:lnSpc>
              <a:spcAft>
                <a:spcPts val="600"/>
              </a:spcAft>
              <a:buNone/>
              <a:defRPr sz="1800"/>
            </a:lvl1pPr>
            <a:lvl2pPr marL="285750" indent="0">
              <a:lnSpc>
                <a:spcPct val="100000"/>
              </a:lnSpc>
              <a:spcAft>
                <a:spcPts val="600"/>
              </a:spcAft>
              <a:buNone/>
              <a:defRPr sz="1600"/>
            </a:lvl2pPr>
            <a:lvl3pPr marL="628650" indent="0">
              <a:lnSpc>
                <a:spcPct val="100000"/>
              </a:lnSpc>
              <a:spcAft>
                <a:spcPts val="6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22" name="Content Placeholder 5">
            <a:extLst>
              <a:ext uri="{FF2B5EF4-FFF2-40B4-BE49-F238E27FC236}">
                <a16:creationId xmlns:a16="http://schemas.microsoft.com/office/drawing/2014/main" id="{3A4D9EEC-CF9D-5FCF-D3D9-BD9838490EB1}"/>
              </a:ext>
            </a:extLst>
          </p:cNvPr>
          <p:cNvSpPr>
            <a:spLocks noGrp="1"/>
          </p:cNvSpPr>
          <p:nvPr>
            <p:ph sz="quarter" idx="14" hasCustomPrompt="1"/>
          </p:nvPr>
        </p:nvSpPr>
        <p:spPr>
          <a:xfrm>
            <a:off x="8423887" y="4197351"/>
            <a:ext cx="3200400" cy="1645920"/>
          </a:xfrm>
          <a:noFill/>
        </p:spPr>
        <p:txBody>
          <a:bodyPr tIns="0" bIns="0">
            <a:normAutofit/>
          </a:bodyPr>
          <a:lstStyle>
            <a:lvl1pPr marL="0" indent="0">
              <a:lnSpc>
                <a:spcPct val="100000"/>
              </a:lnSpc>
              <a:spcAft>
                <a:spcPts val="600"/>
              </a:spcAft>
              <a:buNone/>
              <a:defRPr sz="1800"/>
            </a:lvl1pPr>
            <a:lvl2pPr marL="285750" indent="0">
              <a:lnSpc>
                <a:spcPct val="100000"/>
              </a:lnSpc>
              <a:spcAft>
                <a:spcPts val="600"/>
              </a:spcAft>
              <a:buNone/>
              <a:defRPr sz="1600"/>
            </a:lvl2pPr>
            <a:lvl3pPr marL="628650" indent="0">
              <a:lnSpc>
                <a:spcPct val="100000"/>
              </a:lnSpc>
              <a:spcAft>
                <a:spcPts val="6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23" name="Picture Placeholder 12">
            <a:extLst>
              <a:ext uri="{FF2B5EF4-FFF2-40B4-BE49-F238E27FC236}">
                <a16:creationId xmlns:a16="http://schemas.microsoft.com/office/drawing/2014/main" id="{28961C79-6584-D0B8-F203-96FBC0849D90}"/>
              </a:ext>
            </a:extLst>
          </p:cNvPr>
          <p:cNvSpPr>
            <a:spLocks noGrp="1"/>
          </p:cNvSpPr>
          <p:nvPr>
            <p:ph type="pic" sz="quarter" idx="15" hasCustomPrompt="1"/>
          </p:nvPr>
        </p:nvSpPr>
        <p:spPr>
          <a:xfrm>
            <a:off x="420670" y="1371600"/>
            <a:ext cx="3657600" cy="2560320"/>
          </a:xfrm>
          <a:prstGeom prst="roundRect">
            <a:avLst>
              <a:gd name="adj" fmla="val 9227"/>
            </a:avLst>
          </a:prstGeom>
          <a:effectLst/>
        </p:spPr>
        <p:txBody>
          <a:bodyPr anchor="ctr">
            <a:noAutofit/>
          </a:bodyPr>
          <a:lstStyle>
            <a:lvl1pPr marL="0" indent="0" algn="ctr">
              <a:buNone/>
              <a:defRPr sz="1800"/>
            </a:lvl1pPr>
          </a:lstStyle>
          <a:p>
            <a:r>
              <a:rPr lang="en-US" dirty="0"/>
              <a:t>Click icon to add image</a:t>
            </a:r>
          </a:p>
          <a:p>
            <a:endParaRPr lang="en-US" dirty="0"/>
          </a:p>
        </p:txBody>
      </p:sp>
      <p:sp>
        <p:nvSpPr>
          <p:cNvPr id="24" name="Picture Placeholder 12">
            <a:extLst>
              <a:ext uri="{FF2B5EF4-FFF2-40B4-BE49-F238E27FC236}">
                <a16:creationId xmlns:a16="http://schemas.microsoft.com/office/drawing/2014/main" id="{9E880BFF-C8C8-8B71-84C1-1A87D878B0A2}"/>
              </a:ext>
            </a:extLst>
          </p:cNvPr>
          <p:cNvSpPr>
            <a:spLocks noGrp="1"/>
          </p:cNvSpPr>
          <p:nvPr>
            <p:ph type="pic" sz="quarter" idx="16" hasCustomPrompt="1"/>
          </p:nvPr>
        </p:nvSpPr>
        <p:spPr>
          <a:xfrm>
            <a:off x="4307517" y="1371600"/>
            <a:ext cx="3657600" cy="2560320"/>
          </a:xfrm>
          <a:prstGeom prst="roundRect">
            <a:avLst>
              <a:gd name="adj" fmla="val 8730"/>
            </a:avLst>
          </a:prstGeom>
          <a:effectLst/>
        </p:spPr>
        <p:txBody>
          <a:bodyPr anchor="ctr">
            <a:noAutofit/>
          </a:bodyPr>
          <a:lstStyle>
            <a:lvl1pPr marL="0" indent="0" algn="ctr">
              <a:buNone/>
              <a:defRPr sz="1800"/>
            </a:lvl1pPr>
          </a:lstStyle>
          <a:p>
            <a:r>
              <a:rPr lang="en-US" dirty="0"/>
              <a:t>Click icon to add image</a:t>
            </a:r>
          </a:p>
          <a:p>
            <a:endParaRPr lang="en-US" dirty="0"/>
          </a:p>
        </p:txBody>
      </p:sp>
      <p:sp>
        <p:nvSpPr>
          <p:cNvPr id="25" name="Picture Placeholder 12">
            <a:extLst>
              <a:ext uri="{FF2B5EF4-FFF2-40B4-BE49-F238E27FC236}">
                <a16:creationId xmlns:a16="http://schemas.microsoft.com/office/drawing/2014/main" id="{10BA1E98-6AF5-601E-9289-92A2474496C0}"/>
              </a:ext>
            </a:extLst>
          </p:cNvPr>
          <p:cNvSpPr>
            <a:spLocks noGrp="1"/>
          </p:cNvSpPr>
          <p:nvPr>
            <p:ph type="pic" sz="quarter" idx="17" hasCustomPrompt="1"/>
          </p:nvPr>
        </p:nvSpPr>
        <p:spPr>
          <a:xfrm>
            <a:off x="8191500" y="1371600"/>
            <a:ext cx="3657600" cy="2560320"/>
          </a:xfrm>
          <a:prstGeom prst="roundRect">
            <a:avLst>
              <a:gd name="adj" fmla="val 6746"/>
            </a:avLst>
          </a:prstGeom>
          <a:effectLst/>
        </p:spPr>
        <p:txBody>
          <a:bodyPr anchor="ctr">
            <a:noAutofit/>
          </a:bodyPr>
          <a:lstStyle>
            <a:lvl1pPr marL="0" indent="0" algn="ctr">
              <a:buNone/>
              <a:defRPr sz="1800"/>
            </a:lvl1pPr>
          </a:lstStyle>
          <a:p>
            <a:r>
              <a:rPr lang="en-US" dirty="0"/>
              <a:t>Click icon to add image</a:t>
            </a:r>
          </a:p>
          <a:p>
            <a:endParaRPr lang="en-US" dirty="0"/>
          </a:p>
        </p:txBody>
      </p:sp>
    </p:spTree>
    <p:extLst>
      <p:ext uri="{BB962C8B-B14F-4D97-AF65-F5344CB8AC3E}">
        <p14:creationId xmlns:p14="http://schemas.microsoft.com/office/powerpoint/2010/main" val="2837918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ain point + 2 supporting">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B7109FBF-A551-0E73-F8F7-CC7C0D3CAB0F}"/>
              </a:ext>
            </a:extLst>
          </p:cNvPr>
          <p:cNvSpPr/>
          <p:nvPr userDrawn="1"/>
        </p:nvSpPr>
        <p:spPr>
          <a:xfrm>
            <a:off x="419100" y="1371600"/>
            <a:ext cx="3650025" cy="4838700"/>
          </a:xfrm>
          <a:prstGeom prst="roundRect">
            <a:avLst>
              <a:gd name="adj" fmla="val 595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B23BDB79-7DA4-A7DA-FFAA-D970F473BC02}"/>
              </a:ext>
            </a:extLst>
          </p:cNvPr>
          <p:cNvSpPr>
            <a:spLocks noGrp="1"/>
          </p:cNvSpPr>
          <p:nvPr>
            <p:ph type="title" hasCustomPrompt="1"/>
          </p:nvPr>
        </p:nvSpPr>
        <p:spPr/>
        <p:txBody>
          <a:bodyPr/>
          <a:lstStyle>
            <a:lvl1pPr>
              <a:defRPr/>
            </a:lvl1pPr>
          </a:lstStyle>
          <a:p>
            <a:r>
              <a:rPr lang="en-US" dirty="0"/>
              <a:t>Three-box content layout</a:t>
            </a:r>
          </a:p>
        </p:txBody>
      </p:sp>
      <p:sp>
        <p:nvSpPr>
          <p:cNvPr id="7" name="Content Placeholder 3">
            <a:extLst>
              <a:ext uri="{FF2B5EF4-FFF2-40B4-BE49-F238E27FC236}">
                <a16:creationId xmlns:a16="http://schemas.microsoft.com/office/drawing/2014/main" id="{06DC1607-DD34-92DA-9340-AF0A334035F1}"/>
              </a:ext>
            </a:extLst>
          </p:cNvPr>
          <p:cNvSpPr>
            <a:spLocks noGrp="1"/>
          </p:cNvSpPr>
          <p:nvPr>
            <p:ph sz="half" idx="2" hasCustomPrompt="1"/>
          </p:nvPr>
        </p:nvSpPr>
        <p:spPr>
          <a:xfrm>
            <a:off x="789385" y="3340268"/>
            <a:ext cx="2909455" cy="1015663"/>
          </a:xfrm>
          <a:noFill/>
        </p:spPr>
        <p:txBody>
          <a:bodyPr tIns="0" bIns="0" anchor="ctr">
            <a:spAutoFit/>
          </a:bodyPr>
          <a:lstStyle>
            <a:lvl1pPr marL="0" indent="0">
              <a:lnSpc>
                <a:spcPct val="110000"/>
              </a:lnSpc>
              <a:spcAft>
                <a:spcPts val="600"/>
              </a:spcAft>
              <a:buNone/>
              <a:defRPr sz="2000"/>
            </a:lvl1pPr>
            <a:lvl2pPr marL="285750" indent="0">
              <a:lnSpc>
                <a:spcPct val="100000"/>
              </a:lnSpc>
              <a:spcAft>
                <a:spcPts val="600"/>
              </a:spcAft>
              <a:buNone/>
              <a:defRPr sz="1800"/>
            </a:lvl2pPr>
            <a:lvl3pPr marL="628650" indent="0">
              <a:lnSpc>
                <a:spcPct val="100000"/>
              </a:lnSpc>
              <a:spcAft>
                <a:spcPts val="600"/>
              </a:spcAft>
              <a:buNone/>
              <a:defRPr sz="16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6" name="Rectangle: Rounded Corners 5">
            <a:extLst>
              <a:ext uri="{FF2B5EF4-FFF2-40B4-BE49-F238E27FC236}">
                <a16:creationId xmlns:a16="http://schemas.microsoft.com/office/drawing/2014/main" id="{92F6DF51-03DE-037A-36FA-57CE810E7F5F}"/>
              </a:ext>
            </a:extLst>
          </p:cNvPr>
          <p:cNvSpPr/>
          <p:nvPr userDrawn="1"/>
        </p:nvSpPr>
        <p:spPr>
          <a:xfrm>
            <a:off x="4439410" y="3962400"/>
            <a:ext cx="7409690" cy="2247900"/>
          </a:xfrm>
          <a:prstGeom prst="roundRect">
            <a:avLst>
              <a:gd name="adj" fmla="val 6866"/>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8" name="Rectangle: Rounded Corners 7">
            <a:extLst>
              <a:ext uri="{FF2B5EF4-FFF2-40B4-BE49-F238E27FC236}">
                <a16:creationId xmlns:a16="http://schemas.microsoft.com/office/drawing/2014/main" id="{0F2FF4F5-7447-221A-7628-D02970A35BC7}"/>
              </a:ext>
            </a:extLst>
          </p:cNvPr>
          <p:cNvSpPr/>
          <p:nvPr userDrawn="1"/>
        </p:nvSpPr>
        <p:spPr>
          <a:xfrm>
            <a:off x="4439410" y="1371600"/>
            <a:ext cx="7409690" cy="2247900"/>
          </a:xfrm>
          <a:prstGeom prst="roundRect">
            <a:avLst>
              <a:gd name="adj" fmla="val 467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0" name="Content Placeholder 3">
            <a:extLst>
              <a:ext uri="{FF2B5EF4-FFF2-40B4-BE49-F238E27FC236}">
                <a16:creationId xmlns:a16="http://schemas.microsoft.com/office/drawing/2014/main" id="{1A27D050-2858-D049-1607-455C9592B65A}"/>
              </a:ext>
            </a:extLst>
          </p:cNvPr>
          <p:cNvSpPr>
            <a:spLocks noGrp="1"/>
          </p:cNvSpPr>
          <p:nvPr>
            <p:ph sz="half" idx="18" hasCustomPrompt="1"/>
          </p:nvPr>
        </p:nvSpPr>
        <p:spPr>
          <a:xfrm>
            <a:off x="4960187" y="1994800"/>
            <a:ext cx="6393613" cy="987621"/>
          </a:xfrm>
        </p:spPr>
        <p:txBody>
          <a:bodyPr anchor="ctr"/>
          <a:lstStyle>
            <a:lvl1pPr marL="0" indent="0">
              <a:lnSpc>
                <a:spcPct val="100000"/>
              </a:lnSpc>
              <a:spcAft>
                <a:spcPts val="600"/>
              </a:spcAft>
              <a:buNone/>
              <a:defRPr sz="1800" b="1">
                <a:solidFill>
                  <a:schemeClr val="accent1">
                    <a:lumMod val="40000"/>
                    <a:lumOff val="60000"/>
                  </a:schemeClr>
                </a:solidFill>
              </a:defRPr>
            </a:lvl1pPr>
            <a:lvl2pPr marL="285750" indent="-285750">
              <a:lnSpc>
                <a:spcPct val="100000"/>
              </a:lnSpc>
              <a:spcAft>
                <a:spcPts val="600"/>
              </a:spcAft>
              <a:buFont typeface="Arial" panose="020B0604020202020204" pitchFamily="34" charset="0"/>
              <a:buChar char="•"/>
              <a:defRPr sz="1600"/>
            </a:lvl2pPr>
            <a:lvl3pPr marL="287338" indent="0">
              <a:lnSpc>
                <a:spcPct val="100000"/>
              </a:lnSpc>
              <a:spcAft>
                <a:spcPts val="600"/>
              </a:spcAft>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746297EF-AFF3-48F7-A407-E3274CA69538}"/>
              </a:ext>
            </a:extLst>
          </p:cNvPr>
          <p:cNvSpPr>
            <a:spLocks noGrp="1"/>
          </p:cNvSpPr>
          <p:nvPr>
            <p:ph sz="half" idx="21" hasCustomPrompt="1"/>
          </p:nvPr>
        </p:nvSpPr>
        <p:spPr>
          <a:xfrm>
            <a:off x="4960187" y="4585600"/>
            <a:ext cx="6393613" cy="987621"/>
          </a:xfrm>
        </p:spPr>
        <p:txBody>
          <a:bodyPr anchor="ctr"/>
          <a:lstStyle>
            <a:lvl1pPr marL="0" indent="0">
              <a:lnSpc>
                <a:spcPct val="100000"/>
              </a:lnSpc>
              <a:spcAft>
                <a:spcPts val="600"/>
              </a:spcAft>
              <a:buNone/>
              <a:defRPr sz="1800" b="1">
                <a:solidFill>
                  <a:schemeClr val="accent1">
                    <a:lumMod val="40000"/>
                    <a:lumOff val="60000"/>
                  </a:schemeClr>
                </a:solidFill>
              </a:defRPr>
            </a:lvl1pPr>
            <a:lvl2pPr marL="285750" indent="-285750">
              <a:lnSpc>
                <a:spcPct val="100000"/>
              </a:lnSpc>
              <a:spcAft>
                <a:spcPts val="600"/>
              </a:spcAft>
              <a:buFont typeface="Arial" panose="020B0604020202020204" pitchFamily="34" charset="0"/>
              <a:buChar char="•"/>
              <a:defRPr sz="1600"/>
            </a:lvl2pPr>
            <a:lvl3pPr marL="287338" indent="0">
              <a:lnSpc>
                <a:spcPct val="100000"/>
              </a:lnSpc>
              <a:spcAft>
                <a:spcPts val="600"/>
              </a:spcAft>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Tree>
    <p:extLst>
      <p:ext uri="{BB962C8B-B14F-4D97-AF65-F5344CB8AC3E}">
        <p14:creationId xmlns:p14="http://schemas.microsoft.com/office/powerpoint/2010/main" val="9249147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ain point + 2 supporting images">
    <p:bg>
      <p:bgPr>
        <a:solidFill>
          <a:schemeClr val="bg1"/>
        </a:solidFill>
        <a:effectLst/>
      </p:bgPr>
    </p:bg>
    <p:spTree>
      <p:nvGrpSpPr>
        <p:cNvPr id="1" name=""/>
        <p:cNvGrpSpPr/>
        <p:nvPr/>
      </p:nvGrpSpPr>
      <p:grpSpPr>
        <a:xfrm>
          <a:off x="0" y="0"/>
          <a:ext cx="0" cy="0"/>
          <a:chOff x="0" y="0"/>
          <a:chExt cx="0" cy="0"/>
        </a:xfrm>
      </p:grpSpPr>
      <p:sp>
        <p:nvSpPr>
          <p:cNvPr id="6" name="Rectangle: Rounded Corners 14">
            <a:extLst>
              <a:ext uri="{FF2B5EF4-FFF2-40B4-BE49-F238E27FC236}">
                <a16:creationId xmlns:a16="http://schemas.microsoft.com/office/drawing/2014/main" id="{ABFB6408-920D-1E6F-B461-73461F93CAA7}"/>
              </a:ext>
            </a:extLst>
          </p:cNvPr>
          <p:cNvSpPr/>
          <p:nvPr userDrawn="1"/>
        </p:nvSpPr>
        <p:spPr>
          <a:xfrm>
            <a:off x="419100" y="1371600"/>
            <a:ext cx="3650025" cy="4838700"/>
          </a:xfrm>
          <a:prstGeom prst="roundRect">
            <a:avLst>
              <a:gd name="adj" fmla="val 335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8" name="Rectangle: Rounded Corners 7">
            <a:extLst>
              <a:ext uri="{FF2B5EF4-FFF2-40B4-BE49-F238E27FC236}">
                <a16:creationId xmlns:a16="http://schemas.microsoft.com/office/drawing/2014/main" id="{20B19ADC-8D74-4951-A056-93F593F4359A}"/>
              </a:ext>
            </a:extLst>
          </p:cNvPr>
          <p:cNvSpPr/>
          <p:nvPr userDrawn="1"/>
        </p:nvSpPr>
        <p:spPr>
          <a:xfrm>
            <a:off x="4439410" y="1371600"/>
            <a:ext cx="7409690" cy="2247900"/>
          </a:xfrm>
          <a:prstGeom prst="roundRect">
            <a:avLst>
              <a:gd name="adj" fmla="val 467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4" name="Title 1">
            <a:extLst>
              <a:ext uri="{FF2B5EF4-FFF2-40B4-BE49-F238E27FC236}">
                <a16:creationId xmlns:a16="http://schemas.microsoft.com/office/drawing/2014/main" id="{B47B450E-3B8F-B9BB-23ED-77B2B602D98D}"/>
              </a:ext>
            </a:extLst>
          </p:cNvPr>
          <p:cNvSpPr>
            <a:spLocks noGrp="1"/>
          </p:cNvSpPr>
          <p:nvPr>
            <p:ph type="title" hasCustomPrompt="1"/>
          </p:nvPr>
        </p:nvSpPr>
        <p:spPr>
          <a:xfrm>
            <a:off x="419100" y="342901"/>
            <a:ext cx="11429999" cy="647176"/>
          </a:xfrm>
        </p:spPr>
        <p:txBody>
          <a:bodyPr/>
          <a:lstStyle/>
          <a:p>
            <a:r>
              <a:rPr lang="en-US" dirty="0"/>
              <a:t>Three-box content with images layout</a:t>
            </a:r>
          </a:p>
        </p:txBody>
      </p:sp>
      <p:sp>
        <p:nvSpPr>
          <p:cNvPr id="16" name="Content Placeholder 3">
            <a:extLst>
              <a:ext uri="{FF2B5EF4-FFF2-40B4-BE49-F238E27FC236}">
                <a16:creationId xmlns:a16="http://schemas.microsoft.com/office/drawing/2014/main" id="{8E3CD08A-F4CD-7075-B39F-26A7E7D6B9B9}"/>
              </a:ext>
            </a:extLst>
          </p:cNvPr>
          <p:cNvSpPr>
            <a:spLocks noGrp="1"/>
          </p:cNvSpPr>
          <p:nvPr>
            <p:ph sz="half" idx="2" hasCustomPrompt="1"/>
          </p:nvPr>
        </p:nvSpPr>
        <p:spPr>
          <a:xfrm>
            <a:off x="643912" y="4311650"/>
            <a:ext cx="3200400" cy="1645920"/>
          </a:xfrm>
          <a:noFill/>
        </p:spPr>
        <p:txBody>
          <a:bodyPr tIns="0" bIns="0">
            <a:normAutofit/>
          </a:bodyPr>
          <a:lstStyle>
            <a:lvl1pPr marL="0" indent="0">
              <a:lnSpc>
                <a:spcPct val="100000"/>
              </a:lnSpc>
              <a:spcAft>
                <a:spcPts val="600"/>
              </a:spcAft>
              <a:buNone/>
              <a:defRPr sz="1800"/>
            </a:lvl1pPr>
            <a:lvl2pPr marL="285750" indent="0">
              <a:lnSpc>
                <a:spcPct val="100000"/>
              </a:lnSpc>
              <a:spcAft>
                <a:spcPts val="600"/>
              </a:spcAft>
              <a:buNone/>
              <a:defRPr sz="1600"/>
            </a:lvl2pPr>
            <a:lvl3pPr marL="628650" indent="0">
              <a:lnSpc>
                <a:spcPct val="100000"/>
              </a:lnSpc>
              <a:spcAft>
                <a:spcPts val="6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7" name="Picture Placeholder 12">
            <a:extLst>
              <a:ext uri="{FF2B5EF4-FFF2-40B4-BE49-F238E27FC236}">
                <a16:creationId xmlns:a16="http://schemas.microsoft.com/office/drawing/2014/main" id="{18D1C323-2D58-E984-9769-0CF93BF35014}"/>
              </a:ext>
            </a:extLst>
          </p:cNvPr>
          <p:cNvSpPr>
            <a:spLocks noGrp="1"/>
          </p:cNvSpPr>
          <p:nvPr>
            <p:ph type="pic" sz="quarter" idx="15" hasCustomPrompt="1"/>
          </p:nvPr>
        </p:nvSpPr>
        <p:spPr>
          <a:xfrm>
            <a:off x="419101" y="1371600"/>
            <a:ext cx="3650024" cy="2622263"/>
          </a:xfrm>
          <a:prstGeom prst="roundRect">
            <a:avLst>
              <a:gd name="adj" fmla="val 5525"/>
            </a:avLst>
          </a:prstGeom>
          <a:effectLst/>
        </p:spPr>
        <p:txBody>
          <a:bodyPr anchor="ctr">
            <a:noAutofit/>
          </a:bodyPr>
          <a:lstStyle>
            <a:lvl1pPr marL="0" indent="0" algn="ctr">
              <a:buNone/>
              <a:defRPr sz="1800"/>
            </a:lvl1pPr>
          </a:lstStyle>
          <a:p>
            <a:r>
              <a:rPr lang="en-US" dirty="0"/>
              <a:t>Click icon to add image</a:t>
            </a:r>
          </a:p>
          <a:p>
            <a:endParaRPr lang="en-US" dirty="0"/>
          </a:p>
        </p:txBody>
      </p:sp>
      <p:sp>
        <p:nvSpPr>
          <p:cNvPr id="21" name="Content Placeholder 3">
            <a:extLst>
              <a:ext uri="{FF2B5EF4-FFF2-40B4-BE49-F238E27FC236}">
                <a16:creationId xmlns:a16="http://schemas.microsoft.com/office/drawing/2014/main" id="{F2AFFA86-EF61-AE52-5912-1F28DB9B6C35}"/>
              </a:ext>
            </a:extLst>
          </p:cNvPr>
          <p:cNvSpPr>
            <a:spLocks noGrp="1"/>
          </p:cNvSpPr>
          <p:nvPr>
            <p:ph sz="half" idx="18" hasCustomPrompt="1"/>
          </p:nvPr>
        </p:nvSpPr>
        <p:spPr>
          <a:xfrm>
            <a:off x="7351386" y="2049275"/>
            <a:ext cx="4002413"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2" name="Picture Placeholder 19">
            <a:extLst>
              <a:ext uri="{FF2B5EF4-FFF2-40B4-BE49-F238E27FC236}">
                <a16:creationId xmlns:a16="http://schemas.microsoft.com/office/drawing/2014/main" id="{B37E5854-0024-2BA6-0A11-936EDB91894D}"/>
              </a:ext>
            </a:extLst>
          </p:cNvPr>
          <p:cNvSpPr>
            <a:spLocks noGrp="1"/>
          </p:cNvSpPr>
          <p:nvPr>
            <p:ph type="pic" sz="quarter" idx="19" hasCustomPrompt="1"/>
          </p:nvPr>
        </p:nvSpPr>
        <p:spPr>
          <a:xfrm>
            <a:off x="4448554" y="1371600"/>
            <a:ext cx="2431217" cy="2236839"/>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
        <p:nvSpPr>
          <p:cNvPr id="23" name="Rectangle: Rounded Corners 7">
            <a:extLst>
              <a:ext uri="{FF2B5EF4-FFF2-40B4-BE49-F238E27FC236}">
                <a16:creationId xmlns:a16="http://schemas.microsoft.com/office/drawing/2014/main" id="{4B1D0688-BD48-5879-E9D2-8DF70D6B56DF}"/>
              </a:ext>
            </a:extLst>
          </p:cNvPr>
          <p:cNvSpPr/>
          <p:nvPr userDrawn="1"/>
        </p:nvSpPr>
        <p:spPr>
          <a:xfrm>
            <a:off x="4439410" y="3962400"/>
            <a:ext cx="7409690" cy="2247900"/>
          </a:xfrm>
          <a:prstGeom prst="roundRect">
            <a:avLst>
              <a:gd name="adj" fmla="val 467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4" name="Content Placeholder 3">
            <a:extLst>
              <a:ext uri="{FF2B5EF4-FFF2-40B4-BE49-F238E27FC236}">
                <a16:creationId xmlns:a16="http://schemas.microsoft.com/office/drawing/2014/main" id="{8A001B6D-E4D2-2B03-93FF-DE67C05CDF13}"/>
              </a:ext>
            </a:extLst>
          </p:cNvPr>
          <p:cNvSpPr>
            <a:spLocks noGrp="1"/>
          </p:cNvSpPr>
          <p:nvPr>
            <p:ph sz="half" idx="20" hasCustomPrompt="1"/>
          </p:nvPr>
        </p:nvSpPr>
        <p:spPr>
          <a:xfrm>
            <a:off x="7351386" y="4640075"/>
            <a:ext cx="4002413"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5" name="Picture Placeholder 19">
            <a:extLst>
              <a:ext uri="{FF2B5EF4-FFF2-40B4-BE49-F238E27FC236}">
                <a16:creationId xmlns:a16="http://schemas.microsoft.com/office/drawing/2014/main" id="{145F96AB-F97D-57A2-35EA-DA15CB79E5F8}"/>
              </a:ext>
            </a:extLst>
          </p:cNvPr>
          <p:cNvSpPr>
            <a:spLocks noGrp="1"/>
          </p:cNvSpPr>
          <p:nvPr>
            <p:ph type="pic" sz="quarter" idx="21" hasCustomPrompt="1"/>
          </p:nvPr>
        </p:nvSpPr>
        <p:spPr>
          <a:xfrm>
            <a:off x="4448554" y="3962400"/>
            <a:ext cx="2431217" cy="2236839"/>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11694765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ain point + 3 supporting">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BDB79-7DA4-A7DA-FFAA-D970F473BC02}"/>
              </a:ext>
            </a:extLst>
          </p:cNvPr>
          <p:cNvSpPr>
            <a:spLocks noGrp="1"/>
          </p:cNvSpPr>
          <p:nvPr>
            <p:ph type="title" hasCustomPrompt="1"/>
          </p:nvPr>
        </p:nvSpPr>
        <p:spPr/>
        <p:txBody>
          <a:bodyPr/>
          <a:lstStyle/>
          <a:p>
            <a:r>
              <a:rPr lang="en-US" dirty="0"/>
              <a:t>Title, content, and three-column layout</a:t>
            </a:r>
          </a:p>
        </p:txBody>
      </p:sp>
      <p:sp>
        <p:nvSpPr>
          <p:cNvPr id="8" name="Rectangle: Rounded Corners 7">
            <a:extLst>
              <a:ext uri="{FF2B5EF4-FFF2-40B4-BE49-F238E27FC236}">
                <a16:creationId xmlns:a16="http://schemas.microsoft.com/office/drawing/2014/main" id="{0F2FF4F5-7447-221A-7628-D02970A35BC7}"/>
              </a:ext>
            </a:extLst>
          </p:cNvPr>
          <p:cNvSpPr/>
          <p:nvPr userDrawn="1"/>
        </p:nvSpPr>
        <p:spPr>
          <a:xfrm>
            <a:off x="419100" y="1485900"/>
            <a:ext cx="11430000" cy="1828798"/>
          </a:xfrm>
          <a:prstGeom prst="roundRect">
            <a:avLst>
              <a:gd name="adj" fmla="val 10291"/>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0" name="Content Placeholder 3">
            <a:extLst>
              <a:ext uri="{FF2B5EF4-FFF2-40B4-BE49-F238E27FC236}">
                <a16:creationId xmlns:a16="http://schemas.microsoft.com/office/drawing/2014/main" id="{1A27D050-2858-D049-1607-455C9592B65A}"/>
              </a:ext>
            </a:extLst>
          </p:cNvPr>
          <p:cNvSpPr>
            <a:spLocks noGrp="1"/>
          </p:cNvSpPr>
          <p:nvPr>
            <p:ph sz="half" idx="18" hasCustomPrompt="1"/>
          </p:nvPr>
        </p:nvSpPr>
        <p:spPr>
          <a:xfrm>
            <a:off x="744232" y="1907857"/>
            <a:ext cx="10775280" cy="984885"/>
          </a:xfrm>
        </p:spPr>
        <p:txBody>
          <a:bodyPr anchor="ctr"/>
          <a:lstStyle>
            <a:lvl1pPr marL="0" indent="0">
              <a:lnSpc>
                <a:spcPct val="100000"/>
              </a:lnSpc>
              <a:spcAft>
                <a:spcPts val="600"/>
              </a:spcAft>
              <a:buNone/>
              <a:defRPr sz="1800" b="1">
                <a:solidFill>
                  <a:schemeClr val="accent1">
                    <a:lumMod val="40000"/>
                    <a:lumOff val="60000"/>
                  </a:schemeClr>
                </a:solidFill>
              </a:defRPr>
            </a:lvl1pPr>
            <a:lvl2pPr marL="285750" indent="-285750">
              <a:lnSpc>
                <a:spcPct val="100000"/>
              </a:lnSpc>
              <a:spcAft>
                <a:spcPts val="600"/>
              </a:spcAft>
              <a:buFont typeface="Arial" panose="020B0604020202020204" pitchFamily="34" charset="0"/>
              <a:buChar char="•"/>
              <a:defRPr sz="1600"/>
            </a:lvl2pPr>
            <a:lvl3pPr marL="287338" indent="0">
              <a:lnSpc>
                <a:spcPct val="100000"/>
              </a:lnSpc>
              <a:spcAft>
                <a:spcPts val="600"/>
              </a:spcAft>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Rectangle: Rounded Corners 8">
            <a:extLst>
              <a:ext uri="{FF2B5EF4-FFF2-40B4-BE49-F238E27FC236}">
                <a16:creationId xmlns:a16="http://schemas.microsoft.com/office/drawing/2014/main" id="{6377A2A5-F4FE-67F7-ADE6-5A4C45C46636}"/>
              </a:ext>
            </a:extLst>
          </p:cNvPr>
          <p:cNvSpPr/>
          <p:nvPr userDrawn="1"/>
        </p:nvSpPr>
        <p:spPr>
          <a:xfrm>
            <a:off x="419100" y="3543302"/>
            <a:ext cx="3678669"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4" name="Text Placeholder 2">
            <a:extLst>
              <a:ext uri="{FF2B5EF4-FFF2-40B4-BE49-F238E27FC236}">
                <a16:creationId xmlns:a16="http://schemas.microsoft.com/office/drawing/2014/main" id="{B7155E0E-FE90-30B4-29B2-5095FF7F7DFF}"/>
              </a:ext>
            </a:extLst>
          </p:cNvPr>
          <p:cNvSpPr>
            <a:spLocks noGrp="1"/>
          </p:cNvSpPr>
          <p:nvPr userDrawn="1">
            <p:ph type="body" idx="1" hasCustomPrompt="1"/>
          </p:nvPr>
        </p:nvSpPr>
        <p:spPr>
          <a:xfrm>
            <a:off x="746593" y="3857623"/>
            <a:ext cx="3023683"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6" name="Content Placeholder 3">
            <a:extLst>
              <a:ext uri="{FF2B5EF4-FFF2-40B4-BE49-F238E27FC236}">
                <a16:creationId xmlns:a16="http://schemas.microsoft.com/office/drawing/2014/main" id="{542C1789-5BCE-3857-98C9-2C699654BC1E}"/>
              </a:ext>
            </a:extLst>
          </p:cNvPr>
          <p:cNvSpPr>
            <a:spLocks noGrp="1"/>
          </p:cNvSpPr>
          <p:nvPr userDrawn="1">
            <p:ph sz="half" idx="2" hasCustomPrompt="1"/>
          </p:nvPr>
        </p:nvSpPr>
        <p:spPr>
          <a:xfrm>
            <a:off x="746593" y="4255530"/>
            <a:ext cx="3023683"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6" name="Rectangle: Rounded Corners 8">
            <a:extLst>
              <a:ext uri="{FF2B5EF4-FFF2-40B4-BE49-F238E27FC236}">
                <a16:creationId xmlns:a16="http://schemas.microsoft.com/office/drawing/2014/main" id="{B0BFE81F-8456-AC39-1679-18D4E426E6AF}"/>
              </a:ext>
            </a:extLst>
          </p:cNvPr>
          <p:cNvSpPr/>
          <p:nvPr userDrawn="1"/>
        </p:nvSpPr>
        <p:spPr>
          <a:xfrm>
            <a:off x="8170431" y="3543302"/>
            <a:ext cx="3678669"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7" name="Text Placeholder 2">
            <a:extLst>
              <a:ext uri="{FF2B5EF4-FFF2-40B4-BE49-F238E27FC236}">
                <a16:creationId xmlns:a16="http://schemas.microsoft.com/office/drawing/2014/main" id="{607609F0-4D50-9330-513F-4BCA6409BF89}"/>
              </a:ext>
            </a:extLst>
          </p:cNvPr>
          <p:cNvSpPr>
            <a:spLocks noGrp="1"/>
          </p:cNvSpPr>
          <p:nvPr>
            <p:ph type="body" idx="19" hasCustomPrompt="1"/>
          </p:nvPr>
        </p:nvSpPr>
        <p:spPr>
          <a:xfrm>
            <a:off x="8497924" y="3857623"/>
            <a:ext cx="3023683"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3" name="Content Placeholder 3">
            <a:extLst>
              <a:ext uri="{FF2B5EF4-FFF2-40B4-BE49-F238E27FC236}">
                <a16:creationId xmlns:a16="http://schemas.microsoft.com/office/drawing/2014/main" id="{7E659CCA-1997-5805-AE7F-FC2CBA8438F0}"/>
              </a:ext>
            </a:extLst>
          </p:cNvPr>
          <p:cNvSpPr>
            <a:spLocks noGrp="1"/>
          </p:cNvSpPr>
          <p:nvPr>
            <p:ph sz="half" idx="20" hasCustomPrompt="1"/>
          </p:nvPr>
        </p:nvSpPr>
        <p:spPr>
          <a:xfrm>
            <a:off x="8497924" y="4255530"/>
            <a:ext cx="3023683"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5" name="Rectangle: Rounded Corners 8">
            <a:extLst>
              <a:ext uri="{FF2B5EF4-FFF2-40B4-BE49-F238E27FC236}">
                <a16:creationId xmlns:a16="http://schemas.microsoft.com/office/drawing/2014/main" id="{291BB76D-D157-C126-D16B-F05861C573FC}"/>
              </a:ext>
            </a:extLst>
          </p:cNvPr>
          <p:cNvSpPr/>
          <p:nvPr userDrawn="1"/>
        </p:nvSpPr>
        <p:spPr>
          <a:xfrm>
            <a:off x="4294765" y="3543302"/>
            <a:ext cx="3678669"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0" name="Text Placeholder 2">
            <a:extLst>
              <a:ext uri="{FF2B5EF4-FFF2-40B4-BE49-F238E27FC236}">
                <a16:creationId xmlns:a16="http://schemas.microsoft.com/office/drawing/2014/main" id="{BAD33963-AB69-FE2A-ECBE-D6DDEC9E474F}"/>
              </a:ext>
            </a:extLst>
          </p:cNvPr>
          <p:cNvSpPr>
            <a:spLocks noGrp="1"/>
          </p:cNvSpPr>
          <p:nvPr>
            <p:ph type="body" idx="21" hasCustomPrompt="1"/>
          </p:nvPr>
        </p:nvSpPr>
        <p:spPr>
          <a:xfrm>
            <a:off x="4622258" y="3857623"/>
            <a:ext cx="3023683"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22" name="Content Placeholder 3">
            <a:extLst>
              <a:ext uri="{FF2B5EF4-FFF2-40B4-BE49-F238E27FC236}">
                <a16:creationId xmlns:a16="http://schemas.microsoft.com/office/drawing/2014/main" id="{1B379EDC-66F5-D1E6-79F5-D2E991C68823}"/>
              </a:ext>
            </a:extLst>
          </p:cNvPr>
          <p:cNvSpPr>
            <a:spLocks noGrp="1"/>
          </p:cNvSpPr>
          <p:nvPr>
            <p:ph sz="half" idx="22" hasCustomPrompt="1"/>
          </p:nvPr>
        </p:nvSpPr>
        <p:spPr>
          <a:xfrm>
            <a:off x="4622258" y="4255530"/>
            <a:ext cx="3023683"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20357351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Main point w photo + 3 supporting">
    <p:bg>
      <p:bgPr>
        <a:solidFill>
          <a:schemeClr val="bg1"/>
        </a:solidFill>
        <a:effectLst/>
      </p:bgPr>
    </p:bg>
    <p:spTree>
      <p:nvGrpSpPr>
        <p:cNvPr id="1" name=""/>
        <p:cNvGrpSpPr/>
        <p:nvPr/>
      </p:nvGrpSpPr>
      <p:grpSpPr>
        <a:xfrm>
          <a:off x="0" y="0"/>
          <a:ext cx="0" cy="0"/>
          <a:chOff x="0" y="0"/>
          <a:chExt cx="0" cy="0"/>
        </a:xfrm>
      </p:grpSpPr>
      <p:sp>
        <p:nvSpPr>
          <p:cNvPr id="6" name="Rectangle: Rounded Corners 10">
            <a:extLst>
              <a:ext uri="{FF2B5EF4-FFF2-40B4-BE49-F238E27FC236}">
                <a16:creationId xmlns:a16="http://schemas.microsoft.com/office/drawing/2014/main" id="{A477AA5C-159F-62CD-6AB3-B00F2A3A514F}"/>
              </a:ext>
            </a:extLst>
          </p:cNvPr>
          <p:cNvSpPr/>
          <p:nvPr userDrawn="1"/>
        </p:nvSpPr>
        <p:spPr>
          <a:xfrm>
            <a:off x="8460853" y="3543302"/>
            <a:ext cx="3388247" cy="2666998"/>
          </a:xfrm>
          <a:prstGeom prst="roundRect">
            <a:avLst>
              <a:gd name="adj" fmla="val 5020"/>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3" name="Title 1">
            <a:extLst>
              <a:ext uri="{FF2B5EF4-FFF2-40B4-BE49-F238E27FC236}">
                <a16:creationId xmlns:a16="http://schemas.microsoft.com/office/drawing/2014/main" id="{3557FA9E-9D5B-C34C-8303-2319FBA56496}"/>
              </a:ext>
            </a:extLst>
          </p:cNvPr>
          <p:cNvSpPr>
            <a:spLocks noGrp="1"/>
          </p:cNvSpPr>
          <p:nvPr>
            <p:ph type="title" hasCustomPrompt="1"/>
          </p:nvPr>
        </p:nvSpPr>
        <p:spPr>
          <a:xfrm>
            <a:off x="419100" y="342901"/>
            <a:ext cx="11429999" cy="647176"/>
          </a:xfrm>
        </p:spPr>
        <p:txBody>
          <a:bodyPr/>
          <a:lstStyle/>
          <a:p>
            <a:r>
              <a:rPr lang="en-US" dirty="0"/>
              <a:t>Title, content, icon, and three-column layout</a:t>
            </a:r>
          </a:p>
        </p:txBody>
      </p:sp>
      <p:sp>
        <p:nvSpPr>
          <p:cNvPr id="22" name="Rectangle: Rounded Corners 7">
            <a:extLst>
              <a:ext uri="{FF2B5EF4-FFF2-40B4-BE49-F238E27FC236}">
                <a16:creationId xmlns:a16="http://schemas.microsoft.com/office/drawing/2014/main" id="{B0C1D41D-BAB7-A7EA-8053-4899AA956B42}"/>
              </a:ext>
            </a:extLst>
          </p:cNvPr>
          <p:cNvSpPr/>
          <p:nvPr userDrawn="1"/>
        </p:nvSpPr>
        <p:spPr>
          <a:xfrm>
            <a:off x="1162246" y="1485900"/>
            <a:ext cx="10686854" cy="1828798"/>
          </a:xfrm>
          <a:prstGeom prst="roundRect">
            <a:avLst>
              <a:gd name="adj" fmla="val 7369"/>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3" name="Content Placeholder 3">
            <a:extLst>
              <a:ext uri="{FF2B5EF4-FFF2-40B4-BE49-F238E27FC236}">
                <a16:creationId xmlns:a16="http://schemas.microsoft.com/office/drawing/2014/main" id="{D7BCFF0A-3A35-DC91-3F6F-0D3629185D0A}"/>
              </a:ext>
            </a:extLst>
          </p:cNvPr>
          <p:cNvSpPr>
            <a:spLocks noGrp="1"/>
          </p:cNvSpPr>
          <p:nvPr>
            <p:ph sz="half" idx="18" hasCustomPrompt="1"/>
          </p:nvPr>
        </p:nvSpPr>
        <p:spPr>
          <a:xfrm>
            <a:off x="2668577" y="1907857"/>
            <a:ext cx="8756566" cy="984885"/>
          </a:xfrm>
        </p:spPr>
        <p:txBody>
          <a:bodyPr anchor="ctr"/>
          <a:lstStyle>
            <a:lvl1pPr marL="0" indent="0">
              <a:lnSpc>
                <a:spcPct val="100000"/>
              </a:lnSpc>
              <a:spcAft>
                <a:spcPts val="600"/>
              </a:spcAft>
              <a:buNone/>
              <a:defRPr sz="1800" b="1">
                <a:solidFill>
                  <a:schemeClr val="accent1">
                    <a:lumMod val="40000"/>
                    <a:lumOff val="60000"/>
                  </a:schemeClr>
                </a:solidFill>
              </a:defRPr>
            </a:lvl1pPr>
            <a:lvl2pPr marL="285750" indent="-285750">
              <a:lnSpc>
                <a:spcPct val="100000"/>
              </a:lnSpc>
              <a:spcAft>
                <a:spcPts val="600"/>
              </a:spcAft>
              <a:buFont typeface="Arial" panose="020B0604020202020204" pitchFamily="34" charset="0"/>
              <a:buChar char="•"/>
              <a:defRPr sz="1600"/>
            </a:lvl2pPr>
            <a:lvl3pPr marL="287338" indent="0">
              <a:lnSpc>
                <a:spcPct val="100000"/>
              </a:lnSpc>
              <a:spcAft>
                <a:spcPts val="600"/>
              </a:spcAft>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4" name="Rectangle: Rounded Corners 8">
            <a:extLst>
              <a:ext uri="{FF2B5EF4-FFF2-40B4-BE49-F238E27FC236}">
                <a16:creationId xmlns:a16="http://schemas.microsoft.com/office/drawing/2014/main" id="{EF5EA3BB-10E0-B04C-60DD-6EE5C33E8C75}"/>
              </a:ext>
            </a:extLst>
          </p:cNvPr>
          <p:cNvSpPr/>
          <p:nvPr userDrawn="1"/>
        </p:nvSpPr>
        <p:spPr>
          <a:xfrm>
            <a:off x="1181103" y="3543302"/>
            <a:ext cx="3388247"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5" name="Rectangle: Rounded Corners 10">
            <a:extLst>
              <a:ext uri="{FF2B5EF4-FFF2-40B4-BE49-F238E27FC236}">
                <a16:creationId xmlns:a16="http://schemas.microsoft.com/office/drawing/2014/main" id="{57351171-1DA9-AF08-C3C2-96B12F0DDDDD}"/>
              </a:ext>
            </a:extLst>
          </p:cNvPr>
          <p:cNvSpPr/>
          <p:nvPr userDrawn="1"/>
        </p:nvSpPr>
        <p:spPr>
          <a:xfrm>
            <a:off x="4820978" y="3543302"/>
            <a:ext cx="3388247" cy="2666998"/>
          </a:xfrm>
          <a:prstGeom prst="roundRect">
            <a:avLst>
              <a:gd name="adj" fmla="val 5020"/>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6" name="Text Placeholder 2">
            <a:extLst>
              <a:ext uri="{FF2B5EF4-FFF2-40B4-BE49-F238E27FC236}">
                <a16:creationId xmlns:a16="http://schemas.microsoft.com/office/drawing/2014/main" id="{69C43166-2DA6-A0B7-21E8-CEE047D8E016}"/>
              </a:ext>
            </a:extLst>
          </p:cNvPr>
          <p:cNvSpPr>
            <a:spLocks noGrp="1"/>
          </p:cNvSpPr>
          <p:nvPr>
            <p:ph type="body" idx="1" hasCustomPrompt="1"/>
          </p:nvPr>
        </p:nvSpPr>
        <p:spPr>
          <a:xfrm>
            <a:off x="1423748" y="3857623"/>
            <a:ext cx="2902956"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27" name="Content Placeholder 3">
            <a:extLst>
              <a:ext uri="{FF2B5EF4-FFF2-40B4-BE49-F238E27FC236}">
                <a16:creationId xmlns:a16="http://schemas.microsoft.com/office/drawing/2014/main" id="{EB3E3EA0-DF42-5351-E520-1805467D5978}"/>
              </a:ext>
            </a:extLst>
          </p:cNvPr>
          <p:cNvSpPr>
            <a:spLocks noGrp="1"/>
          </p:cNvSpPr>
          <p:nvPr>
            <p:ph sz="half" idx="2" hasCustomPrompt="1"/>
          </p:nvPr>
        </p:nvSpPr>
        <p:spPr>
          <a:xfrm>
            <a:off x="1423748" y="4255530"/>
            <a:ext cx="2902956"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28" name="Text Placeholder 4">
            <a:extLst>
              <a:ext uri="{FF2B5EF4-FFF2-40B4-BE49-F238E27FC236}">
                <a16:creationId xmlns:a16="http://schemas.microsoft.com/office/drawing/2014/main" id="{74A0013E-F300-BF10-DCDB-6396B184E1F9}"/>
              </a:ext>
            </a:extLst>
          </p:cNvPr>
          <p:cNvSpPr>
            <a:spLocks noGrp="1"/>
          </p:cNvSpPr>
          <p:nvPr>
            <p:ph type="body" sz="quarter" idx="3" hasCustomPrompt="1"/>
          </p:nvPr>
        </p:nvSpPr>
        <p:spPr>
          <a:xfrm>
            <a:off x="5063624" y="3857623"/>
            <a:ext cx="2902956"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29" name="Content Placeholder 5">
            <a:extLst>
              <a:ext uri="{FF2B5EF4-FFF2-40B4-BE49-F238E27FC236}">
                <a16:creationId xmlns:a16="http://schemas.microsoft.com/office/drawing/2014/main" id="{BC47406E-2043-1985-F7B5-1AFF4F45BE03}"/>
              </a:ext>
            </a:extLst>
          </p:cNvPr>
          <p:cNvSpPr>
            <a:spLocks noGrp="1"/>
          </p:cNvSpPr>
          <p:nvPr>
            <p:ph sz="quarter" idx="4" hasCustomPrompt="1"/>
          </p:nvPr>
        </p:nvSpPr>
        <p:spPr>
          <a:xfrm>
            <a:off x="5063624" y="4255530"/>
            <a:ext cx="2902956"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0" name="Text Placeholder 4">
            <a:extLst>
              <a:ext uri="{FF2B5EF4-FFF2-40B4-BE49-F238E27FC236}">
                <a16:creationId xmlns:a16="http://schemas.microsoft.com/office/drawing/2014/main" id="{6446EF66-AF34-1E0F-856E-C8F8ECD4CEAC}"/>
              </a:ext>
            </a:extLst>
          </p:cNvPr>
          <p:cNvSpPr>
            <a:spLocks noGrp="1"/>
          </p:cNvSpPr>
          <p:nvPr>
            <p:ph type="body" sz="quarter" idx="13" hasCustomPrompt="1"/>
          </p:nvPr>
        </p:nvSpPr>
        <p:spPr>
          <a:xfrm>
            <a:off x="8703497" y="3857623"/>
            <a:ext cx="2902956"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1" name="Content Placeholder 5">
            <a:extLst>
              <a:ext uri="{FF2B5EF4-FFF2-40B4-BE49-F238E27FC236}">
                <a16:creationId xmlns:a16="http://schemas.microsoft.com/office/drawing/2014/main" id="{DC2F462B-F2F2-F5C6-1406-F3F64BAE7ED3}"/>
              </a:ext>
            </a:extLst>
          </p:cNvPr>
          <p:cNvSpPr>
            <a:spLocks noGrp="1"/>
          </p:cNvSpPr>
          <p:nvPr>
            <p:ph sz="quarter" idx="14" hasCustomPrompt="1"/>
          </p:nvPr>
        </p:nvSpPr>
        <p:spPr>
          <a:xfrm>
            <a:off x="8703497" y="4255530"/>
            <a:ext cx="2902956"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2" name="Oval 31">
            <a:extLst>
              <a:ext uri="{FF2B5EF4-FFF2-40B4-BE49-F238E27FC236}">
                <a16:creationId xmlns:a16="http://schemas.microsoft.com/office/drawing/2014/main" id="{CE5E9E0D-CFE5-2AE4-9E60-BAB0447A8A70}"/>
              </a:ext>
            </a:extLst>
          </p:cNvPr>
          <p:cNvSpPr/>
          <p:nvPr userDrawn="1"/>
        </p:nvSpPr>
        <p:spPr>
          <a:xfrm>
            <a:off x="430976" y="1476253"/>
            <a:ext cx="1852328" cy="1852328"/>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3" name="Picture Placeholder 12">
            <a:extLst>
              <a:ext uri="{FF2B5EF4-FFF2-40B4-BE49-F238E27FC236}">
                <a16:creationId xmlns:a16="http://schemas.microsoft.com/office/drawing/2014/main" id="{EC412EF2-03F2-40B9-0D02-EB4F8F46A538}"/>
              </a:ext>
            </a:extLst>
          </p:cNvPr>
          <p:cNvSpPr>
            <a:spLocks noGrp="1"/>
          </p:cNvSpPr>
          <p:nvPr>
            <p:ph type="pic" sz="quarter" idx="15" hasCustomPrompt="1"/>
          </p:nvPr>
        </p:nvSpPr>
        <p:spPr>
          <a:xfrm>
            <a:off x="430976" y="1485900"/>
            <a:ext cx="1852328" cy="1852328"/>
          </a:xfrm>
          <a:prstGeom prst="ellipse">
            <a:avLst/>
          </a:prstGeom>
        </p:spPr>
        <p:txBody>
          <a:bodyPr>
            <a:noAutofit/>
          </a:bodyPr>
          <a:lstStyle>
            <a:lvl1pPr marL="0" indent="0">
              <a:buNone/>
              <a:defRPr sz="1800"/>
            </a:lvl1pPr>
          </a:lstStyle>
          <a:p>
            <a:r>
              <a:rPr lang="en-US" dirty="0"/>
              <a:t>Click icon to add image</a:t>
            </a:r>
          </a:p>
        </p:txBody>
      </p:sp>
    </p:spTree>
    <p:extLst>
      <p:ext uri="{BB962C8B-B14F-4D97-AF65-F5344CB8AC3E}">
        <p14:creationId xmlns:p14="http://schemas.microsoft.com/office/powerpoint/2010/main" val="34332293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pillar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7A7BC55-834F-35C9-7A9C-F351FE4ECF2E}"/>
              </a:ext>
            </a:extLst>
          </p:cNvPr>
          <p:cNvSpPr>
            <a:spLocks noGrp="1"/>
          </p:cNvSpPr>
          <p:nvPr>
            <p:ph type="title" hasCustomPrompt="1"/>
          </p:nvPr>
        </p:nvSpPr>
        <p:spPr>
          <a:xfrm>
            <a:off x="419100" y="342901"/>
            <a:ext cx="11429999" cy="647176"/>
          </a:xfrm>
        </p:spPr>
        <p:txBody>
          <a:bodyPr/>
          <a:lstStyle/>
          <a:p>
            <a:r>
              <a:rPr lang="en-US" dirty="0"/>
              <a:t>Four-column content and icon layout</a:t>
            </a:r>
          </a:p>
        </p:txBody>
      </p:sp>
      <p:sp>
        <p:nvSpPr>
          <p:cNvPr id="14" name="Rectangle: Rounded Corners 14">
            <a:extLst>
              <a:ext uri="{FF2B5EF4-FFF2-40B4-BE49-F238E27FC236}">
                <a16:creationId xmlns:a16="http://schemas.microsoft.com/office/drawing/2014/main" id="{8BC3FC6D-2BA5-FEEC-EDCC-688A872C0FA3}"/>
              </a:ext>
            </a:extLst>
          </p:cNvPr>
          <p:cNvSpPr/>
          <p:nvPr userDrawn="1"/>
        </p:nvSpPr>
        <p:spPr>
          <a:xfrm>
            <a:off x="419100" y="2060812"/>
            <a:ext cx="11430000" cy="4149488"/>
          </a:xfrm>
          <a:prstGeom prst="roundRect">
            <a:avLst>
              <a:gd name="adj" fmla="val 313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18" name="Oval 17">
            <a:extLst>
              <a:ext uri="{FF2B5EF4-FFF2-40B4-BE49-F238E27FC236}">
                <a16:creationId xmlns:a16="http://schemas.microsoft.com/office/drawing/2014/main" id="{B1A7F1E9-13EA-7BD9-34BF-D5753914E19D}"/>
              </a:ext>
            </a:extLst>
          </p:cNvPr>
          <p:cNvSpPr/>
          <p:nvPr userDrawn="1"/>
        </p:nvSpPr>
        <p:spPr>
          <a:xfrm>
            <a:off x="1035007" y="148590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cxnSp>
        <p:nvCxnSpPr>
          <p:cNvPr id="19" name="Straight Connector 18">
            <a:extLst>
              <a:ext uri="{FF2B5EF4-FFF2-40B4-BE49-F238E27FC236}">
                <a16:creationId xmlns:a16="http://schemas.microsoft.com/office/drawing/2014/main" id="{9BC335E8-287B-2524-150D-033C483514FE}"/>
              </a:ext>
            </a:extLst>
          </p:cNvPr>
          <p:cNvCxnSpPr>
            <a:cxnSpLocks/>
          </p:cNvCxnSpPr>
          <p:nvPr userDrawn="1"/>
        </p:nvCxnSpPr>
        <p:spPr>
          <a:xfrm>
            <a:off x="1278605" y="4046545"/>
            <a:ext cx="1016035"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6" name="Picture Placeholder 12">
            <a:extLst>
              <a:ext uri="{FF2B5EF4-FFF2-40B4-BE49-F238E27FC236}">
                <a16:creationId xmlns:a16="http://schemas.microsoft.com/office/drawing/2014/main" id="{4EDBDAE7-8B58-8891-7327-E4ABE61D6F14}"/>
              </a:ext>
            </a:extLst>
          </p:cNvPr>
          <p:cNvSpPr>
            <a:spLocks noGrp="1"/>
          </p:cNvSpPr>
          <p:nvPr>
            <p:ph type="pic" sz="quarter" idx="15" hasCustomPrompt="1"/>
          </p:nvPr>
        </p:nvSpPr>
        <p:spPr>
          <a:xfrm>
            <a:off x="1044532" y="149542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28" name="Text Placeholder 2">
            <a:extLst>
              <a:ext uri="{FF2B5EF4-FFF2-40B4-BE49-F238E27FC236}">
                <a16:creationId xmlns:a16="http://schemas.microsoft.com/office/drawing/2014/main" id="{549748C2-5A9E-2CC4-DDB7-9C25E95F7A4E}"/>
              </a:ext>
            </a:extLst>
          </p:cNvPr>
          <p:cNvSpPr>
            <a:spLocks noGrp="1"/>
          </p:cNvSpPr>
          <p:nvPr>
            <p:ph type="body" idx="1" hasCustomPrompt="1"/>
          </p:nvPr>
        </p:nvSpPr>
        <p:spPr>
          <a:xfrm>
            <a:off x="619390" y="3524536"/>
            <a:ext cx="2334464"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29" name="Oval 28">
            <a:extLst>
              <a:ext uri="{FF2B5EF4-FFF2-40B4-BE49-F238E27FC236}">
                <a16:creationId xmlns:a16="http://schemas.microsoft.com/office/drawing/2014/main" id="{71484C2E-741E-425F-80B2-476B27E37934}"/>
              </a:ext>
            </a:extLst>
          </p:cNvPr>
          <p:cNvSpPr/>
          <p:nvPr userDrawn="1"/>
        </p:nvSpPr>
        <p:spPr>
          <a:xfrm>
            <a:off x="3907187" y="148590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cxnSp>
        <p:nvCxnSpPr>
          <p:cNvPr id="30" name="Straight Connector 29">
            <a:extLst>
              <a:ext uri="{FF2B5EF4-FFF2-40B4-BE49-F238E27FC236}">
                <a16:creationId xmlns:a16="http://schemas.microsoft.com/office/drawing/2014/main" id="{E6A0E0EC-CE34-DAAD-5377-9E2F5CE887E1}"/>
              </a:ext>
            </a:extLst>
          </p:cNvPr>
          <p:cNvCxnSpPr>
            <a:cxnSpLocks/>
          </p:cNvCxnSpPr>
          <p:nvPr userDrawn="1"/>
        </p:nvCxnSpPr>
        <p:spPr>
          <a:xfrm>
            <a:off x="4150046" y="4046545"/>
            <a:ext cx="1016035"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Picture Placeholder 12">
            <a:extLst>
              <a:ext uri="{FF2B5EF4-FFF2-40B4-BE49-F238E27FC236}">
                <a16:creationId xmlns:a16="http://schemas.microsoft.com/office/drawing/2014/main" id="{DF8B5B29-D300-9F69-E0B7-56BDB2FEF6D3}"/>
              </a:ext>
            </a:extLst>
          </p:cNvPr>
          <p:cNvSpPr>
            <a:spLocks noGrp="1"/>
          </p:cNvSpPr>
          <p:nvPr>
            <p:ph type="pic" sz="quarter" idx="16" hasCustomPrompt="1"/>
          </p:nvPr>
        </p:nvSpPr>
        <p:spPr>
          <a:xfrm>
            <a:off x="3916712" y="1495425"/>
            <a:ext cx="1480566" cy="1480566"/>
          </a:xfrm>
          <a:prstGeom prst="ellipse">
            <a:avLst/>
          </a:prstGeom>
        </p:spPr>
        <p:txBody>
          <a:bodyPr>
            <a:noAutofit/>
          </a:bodyPr>
          <a:lstStyle>
            <a:lvl1pPr marL="0" indent="0">
              <a:buNone/>
              <a:defRPr sz="1400"/>
            </a:lvl1pPr>
          </a:lstStyle>
          <a:p>
            <a:r>
              <a:rPr lang="en-US"/>
              <a:t>Click icon to add image</a:t>
            </a:r>
          </a:p>
        </p:txBody>
      </p:sp>
      <p:sp>
        <p:nvSpPr>
          <p:cNvPr id="36" name="Text Placeholder 2">
            <a:extLst>
              <a:ext uri="{FF2B5EF4-FFF2-40B4-BE49-F238E27FC236}">
                <a16:creationId xmlns:a16="http://schemas.microsoft.com/office/drawing/2014/main" id="{4B69EA51-E832-1E2D-4F0C-82C9115D3ECB}"/>
              </a:ext>
            </a:extLst>
          </p:cNvPr>
          <p:cNvSpPr>
            <a:spLocks noGrp="1"/>
          </p:cNvSpPr>
          <p:nvPr>
            <p:ph type="body" idx="18" hasCustomPrompt="1"/>
          </p:nvPr>
        </p:nvSpPr>
        <p:spPr>
          <a:xfrm>
            <a:off x="3490831" y="3524536"/>
            <a:ext cx="2334464"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7" name="Oval 36">
            <a:extLst>
              <a:ext uri="{FF2B5EF4-FFF2-40B4-BE49-F238E27FC236}">
                <a16:creationId xmlns:a16="http://schemas.microsoft.com/office/drawing/2014/main" id="{1D260014-AEF1-7AE3-57DD-F0BD3AD7647D}"/>
              </a:ext>
            </a:extLst>
          </p:cNvPr>
          <p:cNvSpPr/>
          <p:nvPr userDrawn="1"/>
        </p:nvSpPr>
        <p:spPr>
          <a:xfrm>
            <a:off x="9653762" y="148590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cxnSp>
        <p:nvCxnSpPr>
          <p:cNvPr id="39" name="Straight Connector 38">
            <a:extLst>
              <a:ext uri="{FF2B5EF4-FFF2-40B4-BE49-F238E27FC236}">
                <a16:creationId xmlns:a16="http://schemas.microsoft.com/office/drawing/2014/main" id="{24AE0500-65AD-FF0D-254A-17E030003051}"/>
              </a:ext>
            </a:extLst>
          </p:cNvPr>
          <p:cNvCxnSpPr>
            <a:cxnSpLocks/>
          </p:cNvCxnSpPr>
          <p:nvPr userDrawn="1"/>
        </p:nvCxnSpPr>
        <p:spPr>
          <a:xfrm>
            <a:off x="9897360" y="4046545"/>
            <a:ext cx="1016035"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1" name="Picture Placeholder 12">
            <a:extLst>
              <a:ext uri="{FF2B5EF4-FFF2-40B4-BE49-F238E27FC236}">
                <a16:creationId xmlns:a16="http://schemas.microsoft.com/office/drawing/2014/main" id="{B640880A-7973-008F-432F-8B123939CD01}"/>
              </a:ext>
            </a:extLst>
          </p:cNvPr>
          <p:cNvSpPr>
            <a:spLocks noGrp="1"/>
          </p:cNvSpPr>
          <p:nvPr>
            <p:ph type="pic" sz="quarter" idx="19" hasCustomPrompt="1"/>
          </p:nvPr>
        </p:nvSpPr>
        <p:spPr>
          <a:xfrm>
            <a:off x="9663287" y="1495425"/>
            <a:ext cx="1480566" cy="1480566"/>
          </a:xfrm>
          <a:prstGeom prst="ellipse">
            <a:avLst/>
          </a:prstGeom>
        </p:spPr>
        <p:txBody>
          <a:bodyPr>
            <a:noAutofit/>
          </a:bodyPr>
          <a:lstStyle>
            <a:lvl1pPr marL="0" indent="0">
              <a:buNone/>
              <a:defRPr sz="1400"/>
            </a:lvl1pPr>
          </a:lstStyle>
          <a:p>
            <a:r>
              <a:rPr lang="en-US"/>
              <a:t>Click icon to add image</a:t>
            </a:r>
          </a:p>
        </p:txBody>
      </p:sp>
      <p:sp>
        <p:nvSpPr>
          <p:cNvPr id="44" name="Text Placeholder 2">
            <a:extLst>
              <a:ext uri="{FF2B5EF4-FFF2-40B4-BE49-F238E27FC236}">
                <a16:creationId xmlns:a16="http://schemas.microsoft.com/office/drawing/2014/main" id="{25C21C7E-82D5-470C-2DF8-E789D36F8E26}"/>
              </a:ext>
            </a:extLst>
          </p:cNvPr>
          <p:cNvSpPr>
            <a:spLocks noGrp="1"/>
          </p:cNvSpPr>
          <p:nvPr>
            <p:ph type="body" idx="21" hasCustomPrompt="1"/>
          </p:nvPr>
        </p:nvSpPr>
        <p:spPr>
          <a:xfrm>
            <a:off x="9238145" y="3524536"/>
            <a:ext cx="2334464"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5" name="Oval 44">
            <a:extLst>
              <a:ext uri="{FF2B5EF4-FFF2-40B4-BE49-F238E27FC236}">
                <a16:creationId xmlns:a16="http://schemas.microsoft.com/office/drawing/2014/main" id="{7D97B6E0-585B-449B-320B-4687159A7D9A}"/>
              </a:ext>
            </a:extLst>
          </p:cNvPr>
          <p:cNvSpPr/>
          <p:nvPr userDrawn="1"/>
        </p:nvSpPr>
        <p:spPr>
          <a:xfrm>
            <a:off x="6780474" y="148590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cxnSp>
        <p:nvCxnSpPr>
          <p:cNvPr id="46" name="Straight Connector 45">
            <a:extLst>
              <a:ext uri="{FF2B5EF4-FFF2-40B4-BE49-F238E27FC236}">
                <a16:creationId xmlns:a16="http://schemas.microsoft.com/office/drawing/2014/main" id="{5C22E0AE-DAB3-BF17-69BF-39D436D975C1}"/>
              </a:ext>
            </a:extLst>
          </p:cNvPr>
          <p:cNvCxnSpPr>
            <a:cxnSpLocks/>
          </p:cNvCxnSpPr>
          <p:nvPr userDrawn="1"/>
        </p:nvCxnSpPr>
        <p:spPr>
          <a:xfrm>
            <a:off x="7023702" y="4046545"/>
            <a:ext cx="1016035"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7" name="Picture Placeholder 12">
            <a:extLst>
              <a:ext uri="{FF2B5EF4-FFF2-40B4-BE49-F238E27FC236}">
                <a16:creationId xmlns:a16="http://schemas.microsoft.com/office/drawing/2014/main" id="{51D0E8A9-2F1B-524B-6392-9D00F738F8FC}"/>
              </a:ext>
            </a:extLst>
          </p:cNvPr>
          <p:cNvSpPr>
            <a:spLocks noGrp="1"/>
          </p:cNvSpPr>
          <p:nvPr>
            <p:ph type="pic" sz="quarter" idx="22" hasCustomPrompt="1"/>
          </p:nvPr>
        </p:nvSpPr>
        <p:spPr>
          <a:xfrm>
            <a:off x="6789999" y="1495425"/>
            <a:ext cx="1480566" cy="1480566"/>
          </a:xfrm>
          <a:prstGeom prst="ellipse">
            <a:avLst/>
          </a:prstGeom>
        </p:spPr>
        <p:txBody>
          <a:bodyPr>
            <a:noAutofit/>
          </a:bodyPr>
          <a:lstStyle>
            <a:lvl1pPr marL="0" indent="0">
              <a:buNone/>
              <a:defRPr sz="1400"/>
            </a:lvl1pPr>
          </a:lstStyle>
          <a:p>
            <a:r>
              <a:rPr lang="en-US"/>
              <a:t>Click icon to add image</a:t>
            </a:r>
          </a:p>
        </p:txBody>
      </p:sp>
      <p:sp>
        <p:nvSpPr>
          <p:cNvPr id="49" name="Text Placeholder 2">
            <a:extLst>
              <a:ext uri="{FF2B5EF4-FFF2-40B4-BE49-F238E27FC236}">
                <a16:creationId xmlns:a16="http://schemas.microsoft.com/office/drawing/2014/main" id="{F1075A04-6C45-3D86-8929-00EBC25E1E6A}"/>
              </a:ext>
            </a:extLst>
          </p:cNvPr>
          <p:cNvSpPr>
            <a:spLocks noGrp="1"/>
          </p:cNvSpPr>
          <p:nvPr>
            <p:ph type="body" idx="24" hasCustomPrompt="1"/>
          </p:nvPr>
        </p:nvSpPr>
        <p:spPr>
          <a:xfrm>
            <a:off x="6364487" y="3524536"/>
            <a:ext cx="2334464"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24" name="Text Placeholder 12">
            <a:extLst>
              <a:ext uri="{FF2B5EF4-FFF2-40B4-BE49-F238E27FC236}">
                <a16:creationId xmlns:a16="http://schemas.microsoft.com/office/drawing/2014/main" id="{58854D2F-6CCC-4DF7-999B-BAA1DE47DAC6}"/>
              </a:ext>
            </a:extLst>
          </p:cNvPr>
          <p:cNvSpPr>
            <a:spLocks noGrp="1"/>
          </p:cNvSpPr>
          <p:nvPr>
            <p:ph type="body" sz="quarter" idx="14" hasCustomPrompt="1"/>
          </p:nvPr>
        </p:nvSpPr>
        <p:spPr>
          <a:xfrm>
            <a:off x="619391" y="4273981"/>
            <a:ext cx="2334463"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25" name="Text Placeholder 12">
            <a:extLst>
              <a:ext uri="{FF2B5EF4-FFF2-40B4-BE49-F238E27FC236}">
                <a16:creationId xmlns:a16="http://schemas.microsoft.com/office/drawing/2014/main" id="{1D47C67D-F3C1-4698-B501-2DD6E172F678}"/>
              </a:ext>
            </a:extLst>
          </p:cNvPr>
          <p:cNvSpPr>
            <a:spLocks noGrp="1"/>
          </p:cNvSpPr>
          <p:nvPr>
            <p:ph type="body" sz="quarter" idx="17" hasCustomPrompt="1"/>
          </p:nvPr>
        </p:nvSpPr>
        <p:spPr>
          <a:xfrm>
            <a:off x="3490832" y="4273981"/>
            <a:ext cx="2334463"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32" name="Text Placeholder 12">
            <a:extLst>
              <a:ext uri="{FF2B5EF4-FFF2-40B4-BE49-F238E27FC236}">
                <a16:creationId xmlns:a16="http://schemas.microsoft.com/office/drawing/2014/main" id="{FABC4204-B552-4C7B-A853-025870FBF217}"/>
              </a:ext>
            </a:extLst>
          </p:cNvPr>
          <p:cNvSpPr>
            <a:spLocks noGrp="1"/>
          </p:cNvSpPr>
          <p:nvPr>
            <p:ph type="body" sz="quarter" idx="20" hasCustomPrompt="1"/>
          </p:nvPr>
        </p:nvSpPr>
        <p:spPr>
          <a:xfrm>
            <a:off x="9238146" y="4273981"/>
            <a:ext cx="2334463"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34" name="Text Placeholder 12">
            <a:extLst>
              <a:ext uri="{FF2B5EF4-FFF2-40B4-BE49-F238E27FC236}">
                <a16:creationId xmlns:a16="http://schemas.microsoft.com/office/drawing/2014/main" id="{073F2B04-7AD2-48D2-99EB-8F67491FC09F}"/>
              </a:ext>
            </a:extLst>
          </p:cNvPr>
          <p:cNvSpPr>
            <a:spLocks noGrp="1"/>
          </p:cNvSpPr>
          <p:nvPr>
            <p:ph type="body" sz="quarter" idx="23" hasCustomPrompt="1"/>
          </p:nvPr>
        </p:nvSpPr>
        <p:spPr>
          <a:xfrm>
            <a:off x="6364488" y="4273981"/>
            <a:ext cx="2334463"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Tree>
    <p:extLst>
      <p:ext uri="{BB962C8B-B14F-4D97-AF65-F5344CB8AC3E}">
        <p14:creationId xmlns:p14="http://schemas.microsoft.com/office/powerpoint/2010/main" val="32838241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our-column">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ABEDB22-927C-681B-8336-3520375F64EF}"/>
              </a:ext>
            </a:extLst>
          </p:cNvPr>
          <p:cNvSpPr/>
          <p:nvPr userDrawn="1"/>
        </p:nvSpPr>
        <p:spPr>
          <a:xfrm>
            <a:off x="419100" y="1371600"/>
            <a:ext cx="2654300" cy="483870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p:txBody>
          <a:bodyPr/>
          <a:lstStyle/>
          <a:p>
            <a:r>
              <a:rPr lang="en-US" dirty="0"/>
              <a:t>Four-column heading and content layout</a:t>
            </a:r>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601980" y="1600200"/>
            <a:ext cx="2300393"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601980" y="2133600"/>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0" name="Rectangle: Rounded Corners 14">
            <a:extLst>
              <a:ext uri="{FF2B5EF4-FFF2-40B4-BE49-F238E27FC236}">
                <a16:creationId xmlns:a16="http://schemas.microsoft.com/office/drawing/2014/main" id="{CDA630CA-AC91-9937-3BDE-708242D99EE2}"/>
              </a:ext>
            </a:extLst>
          </p:cNvPr>
          <p:cNvSpPr/>
          <p:nvPr userDrawn="1"/>
        </p:nvSpPr>
        <p:spPr>
          <a:xfrm>
            <a:off x="3344333" y="1371600"/>
            <a:ext cx="2654300" cy="483870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1" name="Rectangle: Rounded Corners 14">
            <a:extLst>
              <a:ext uri="{FF2B5EF4-FFF2-40B4-BE49-F238E27FC236}">
                <a16:creationId xmlns:a16="http://schemas.microsoft.com/office/drawing/2014/main" id="{D9FE9A6B-FC2A-9A04-C60A-5FF8E588915F}"/>
              </a:ext>
            </a:extLst>
          </p:cNvPr>
          <p:cNvSpPr/>
          <p:nvPr userDrawn="1"/>
        </p:nvSpPr>
        <p:spPr>
          <a:xfrm>
            <a:off x="6269566" y="1371600"/>
            <a:ext cx="2654300" cy="483870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2" name="Rectangle: Rounded Corners 14">
            <a:extLst>
              <a:ext uri="{FF2B5EF4-FFF2-40B4-BE49-F238E27FC236}">
                <a16:creationId xmlns:a16="http://schemas.microsoft.com/office/drawing/2014/main" id="{5132F6C4-259F-A485-6FEB-B51E68939AC4}"/>
              </a:ext>
            </a:extLst>
          </p:cNvPr>
          <p:cNvSpPr/>
          <p:nvPr userDrawn="1"/>
        </p:nvSpPr>
        <p:spPr>
          <a:xfrm>
            <a:off x="9194800" y="1371600"/>
            <a:ext cx="2654300" cy="483870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3" name="Text Placeholder 2">
            <a:extLst>
              <a:ext uri="{FF2B5EF4-FFF2-40B4-BE49-F238E27FC236}">
                <a16:creationId xmlns:a16="http://schemas.microsoft.com/office/drawing/2014/main" id="{8ACFE3EF-31FB-9767-3942-855DA022D2D0}"/>
              </a:ext>
            </a:extLst>
          </p:cNvPr>
          <p:cNvSpPr>
            <a:spLocks noGrp="1"/>
          </p:cNvSpPr>
          <p:nvPr>
            <p:ph type="body" idx="13" hasCustomPrompt="1"/>
          </p:nvPr>
        </p:nvSpPr>
        <p:spPr>
          <a:xfrm>
            <a:off x="3521287" y="1600200"/>
            <a:ext cx="2300393"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4" name="Content Placeholder 3">
            <a:extLst>
              <a:ext uri="{FF2B5EF4-FFF2-40B4-BE49-F238E27FC236}">
                <a16:creationId xmlns:a16="http://schemas.microsoft.com/office/drawing/2014/main" id="{5100FB44-5917-E2FA-F2F6-B9595E8BAE93}"/>
              </a:ext>
            </a:extLst>
          </p:cNvPr>
          <p:cNvSpPr>
            <a:spLocks noGrp="1"/>
          </p:cNvSpPr>
          <p:nvPr>
            <p:ph sz="half" idx="14" hasCustomPrompt="1"/>
          </p:nvPr>
        </p:nvSpPr>
        <p:spPr>
          <a:xfrm>
            <a:off x="3521287" y="2133600"/>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5" name="Text Placeholder 2">
            <a:extLst>
              <a:ext uri="{FF2B5EF4-FFF2-40B4-BE49-F238E27FC236}">
                <a16:creationId xmlns:a16="http://schemas.microsoft.com/office/drawing/2014/main" id="{25C4A104-65E1-D9DA-FB3D-FB3069741FD4}"/>
              </a:ext>
            </a:extLst>
          </p:cNvPr>
          <p:cNvSpPr>
            <a:spLocks noGrp="1"/>
          </p:cNvSpPr>
          <p:nvPr>
            <p:ph type="body" idx="15" hasCustomPrompt="1"/>
          </p:nvPr>
        </p:nvSpPr>
        <p:spPr>
          <a:xfrm>
            <a:off x="6446520" y="1600200"/>
            <a:ext cx="2300393"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6" name="Content Placeholder 3">
            <a:extLst>
              <a:ext uri="{FF2B5EF4-FFF2-40B4-BE49-F238E27FC236}">
                <a16:creationId xmlns:a16="http://schemas.microsoft.com/office/drawing/2014/main" id="{83755C07-4451-FB89-D4A0-6F1401349EE7}"/>
              </a:ext>
            </a:extLst>
          </p:cNvPr>
          <p:cNvSpPr>
            <a:spLocks noGrp="1"/>
          </p:cNvSpPr>
          <p:nvPr>
            <p:ph sz="half" idx="16" hasCustomPrompt="1"/>
          </p:nvPr>
        </p:nvSpPr>
        <p:spPr>
          <a:xfrm>
            <a:off x="6446520" y="2133600"/>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7" name="Text Placeholder 2">
            <a:extLst>
              <a:ext uri="{FF2B5EF4-FFF2-40B4-BE49-F238E27FC236}">
                <a16:creationId xmlns:a16="http://schemas.microsoft.com/office/drawing/2014/main" id="{1102334C-C71A-030B-D4A9-CDCB5F6F07DC}"/>
              </a:ext>
            </a:extLst>
          </p:cNvPr>
          <p:cNvSpPr>
            <a:spLocks noGrp="1"/>
          </p:cNvSpPr>
          <p:nvPr>
            <p:ph type="body" idx="17" hasCustomPrompt="1"/>
          </p:nvPr>
        </p:nvSpPr>
        <p:spPr>
          <a:xfrm>
            <a:off x="9371754" y="1600200"/>
            <a:ext cx="2300393"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8" name="Content Placeholder 3">
            <a:extLst>
              <a:ext uri="{FF2B5EF4-FFF2-40B4-BE49-F238E27FC236}">
                <a16:creationId xmlns:a16="http://schemas.microsoft.com/office/drawing/2014/main" id="{6231D22F-202B-F7CC-05D0-9F1736CCBE05}"/>
              </a:ext>
            </a:extLst>
          </p:cNvPr>
          <p:cNvSpPr>
            <a:spLocks noGrp="1"/>
          </p:cNvSpPr>
          <p:nvPr>
            <p:ph sz="half" idx="18" hasCustomPrompt="1"/>
          </p:nvPr>
        </p:nvSpPr>
        <p:spPr>
          <a:xfrm>
            <a:off x="9371754" y="2133600"/>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39624656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column w circle pictures">
    <p:bg>
      <p:bgPr>
        <a:solidFill>
          <a:schemeClr val="bg1"/>
        </a:solidFill>
        <a:effectLst/>
      </p:bgPr>
    </p:bg>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DFB76CAA-3D89-ABF8-57CF-7B6E9C42494A}"/>
              </a:ext>
            </a:extLst>
          </p:cNvPr>
          <p:cNvSpPr/>
          <p:nvPr userDrawn="1"/>
        </p:nvSpPr>
        <p:spPr>
          <a:xfrm>
            <a:off x="419100" y="3543302"/>
            <a:ext cx="2743200"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p:txBody>
          <a:bodyPr/>
          <a:lstStyle/>
          <a:p>
            <a:r>
              <a:rPr lang="en-US" dirty="0"/>
              <a:t>Four-column round icon, heading, and content layout</a:t>
            </a:r>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541244" y="3663950"/>
            <a:ext cx="2498912"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541244" y="4061857"/>
            <a:ext cx="2498912"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4" name="Rectangle: Rounded Corners 24">
            <a:extLst>
              <a:ext uri="{FF2B5EF4-FFF2-40B4-BE49-F238E27FC236}">
                <a16:creationId xmlns:a16="http://schemas.microsoft.com/office/drawing/2014/main" id="{19F444B6-6CD6-C89C-4E82-9FB04446FE2A}"/>
              </a:ext>
            </a:extLst>
          </p:cNvPr>
          <p:cNvSpPr/>
          <p:nvPr userDrawn="1"/>
        </p:nvSpPr>
        <p:spPr>
          <a:xfrm>
            <a:off x="9105901" y="3543302"/>
            <a:ext cx="2743200"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5" name="Text Placeholder 2">
            <a:extLst>
              <a:ext uri="{FF2B5EF4-FFF2-40B4-BE49-F238E27FC236}">
                <a16:creationId xmlns:a16="http://schemas.microsoft.com/office/drawing/2014/main" id="{AD1D5D2D-E4DB-925B-41D5-4B7F6BB4D843}"/>
              </a:ext>
            </a:extLst>
          </p:cNvPr>
          <p:cNvSpPr>
            <a:spLocks noGrp="1"/>
          </p:cNvSpPr>
          <p:nvPr>
            <p:ph type="body" idx="18" hasCustomPrompt="1"/>
          </p:nvPr>
        </p:nvSpPr>
        <p:spPr>
          <a:xfrm>
            <a:off x="9228045" y="3663950"/>
            <a:ext cx="2498912"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6" name="Content Placeholder 3">
            <a:extLst>
              <a:ext uri="{FF2B5EF4-FFF2-40B4-BE49-F238E27FC236}">
                <a16:creationId xmlns:a16="http://schemas.microsoft.com/office/drawing/2014/main" id="{D7169697-B47B-6FBD-A28E-24F4EC79745B}"/>
              </a:ext>
            </a:extLst>
          </p:cNvPr>
          <p:cNvSpPr>
            <a:spLocks noGrp="1"/>
          </p:cNvSpPr>
          <p:nvPr>
            <p:ph sz="half" idx="19" hasCustomPrompt="1"/>
          </p:nvPr>
        </p:nvSpPr>
        <p:spPr>
          <a:xfrm>
            <a:off x="9228045" y="4061857"/>
            <a:ext cx="2498912"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8" name="Rectangle: Rounded Corners 24">
            <a:extLst>
              <a:ext uri="{FF2B5EF4-FFF2-40B4-BE49-F238E27FC236}">
                <a16:creationId xmlns:a16="http://schemas.microsoft.com/office/drawing/2014/main" id="{CC78F6CD-DF44-3BDE-EEC0-0680C981E94B}"/>
              </a:ext>
            </a:extLst>
          </p:cNvPr>
          <p:cNvSpPr/>
          <p:nvPr userDrawn="1"/>
        </p:nvSpPr>
        <p:spPr>
          <a:xfrm>
            <a:off x="3318622" y="3543302"/>
            <a:ext cx="2743200"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9" name="Text Placeholder 2">
            <a:extLst>
              <a:ext uri="{FF2B5EF4-FFF2-40B4-BE49-F238E27FC236}">
                <a16:creationId xmlns:a16="http://schemas.microsoft.com/office/drawing/2014/main" id="{C443F3C4-5019-2196-B304-29FD5CD37334}"/>
              </a:ext>
            </a:extLst>
          </p:cNvPr>
          <p:cNvSpPr>
            <a:spLocks noGrp="1"/>
          </p:cNvSpPr>
          <p:nvPr>
            <p:ph type="body" idx="21" hasCustomPrompt="1"/>
          </p:nvPr>
        </p:nvSpPr>
        <p:spPr>
          <a:xfrm>
            <a:off x="3440766" y="3663950"/>
            <a:ext cx="2498912"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24" name="Content Placeholder 3">
            <a:extLst>
              <a:ext uri="{FF2B5EF4-FFF2-40B4-BE49-F238E27FC236}">
                <a16:creationId xmlns:a16="http://schemas.microsoft.com/office/drawing/2014/main" id="{3618E3E1-A19B-D1C4-3671-0FEF46CC521E}"/>
              </a:ext>
            </a:extLst>
          </p:cNvPr>
          <p:cNvSpPr>
            <a:spLocks noGrp="1"/>
          </p:cNvSpPr>
          <p:nvPr>
            <p:ph sz="half" idx="22" hasCustomPrompt="1"/>
          </p:nvPr>
        </p:nvSpPr>
        <p:spPr>
          <a:xfrm>
            <a:off x="3440766" y="4061857"/>
            <a:ext cx="2498912"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0" name="Rectangle: Rounded Corners 24">
            <a:extLst>
              <a:ext uri="{FF2B5EF4-FFF2-40B4-BE49-F238E27FC236}">
                <a16:creationId xmlns:a16="http://schemas.microsoft.com/office/drawing/2014/main" id="{E4457818-9CE9-D759-7421-54D0BDA29DD3}"/>
              </a:ext>
            </a:extLst>
          </p:cNvPr>
          <p:cNvSpPr/>
          <p:nvPr userDrawn="1"/>
        </p:nvSpPr>
        <p:spPr>
          <a:xfrm>
            <a:off x="6205444" y="3543302"/>
            <a:ext cx="2743200"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1" name="Text Placeholder 2">
            <a:extLst>
              <a:ext uri="{FF2B5EF4-FFF2-40B4-BE49-F238E27FC236}">
                <a16:creationId xmlns:a16="http://schemas.microsoft.com/office/drawing/2014/main" id="{DFFCA4D1-963F-089F-8EE7-7A03ADA1AD07}"/>
              </a:ext>
            </a:extLst>
          </p:cNvPr>
          <p:cNvSpPr>
            <a:spLocks noGrp="1"/>
          </p:cNvSpPr>
          <p:nvPr>
            <p:ph type="body" idx="24" hasCustomPrompt="1"/>
          </p:nvPr>
        </p:nvSpPr>
        <p:spPr>
          <a:xfrm>
            <a:off x="6327588" y="3663950"/>
            <a:ext cx="2498912"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2" name="Content Placeholder 3">
            <a:extLst>
              <a:ext uri="{FF2B5EF4-FFF2-40B4-BE49-F238E27FC236}">
                <a16:creationId xmlns:a16="http://schemas.microsoft.com/office/drawing/2014/main" id="{A89CB49B-6C6A-E53F-2301-B5149145828C}"/>
              </a:ext>
            </a:extLst>
          </p:cNvPr>
          <p:cNvSpPr>
            <a:spLocks noGrp="1"/>
          </p:cNvSpPr>
          <p:nvPr>
            <p:ph sz="half" idx="25" hasCustomPrompt="1"/>
          </p:nvPr>
        </p:nvSpPr>
        <p:spPr>
          <a:xfrm>
            <a:off x="6327588" y="4061857"/>
            <a:ext cx="2498912"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8" name="Picture Placeholder 12">
            <a:extLst>
              <a:ext uri="{FF2B5EF4-FFF2-40B4-BE49-F238E27FC236}">
                <a16:creationId xmlns:a16="http://schemas.microsoft.com/office/drawing/2014/main" id="{B2E8B191-B556-8C76-26F8-D0240238D314}"/>
              </a:ext>
            </a:extLst>
          </p:cNvPr>
          <p:cNvSpPr>
            <a:spLocks noGrp="1"/>
          </p:cNvSpPr>
          <p:nvPr>
            <p:ph type="pic" sz="quarter" idx="15" hasCustomPrompt="1"/>
          </p:nvPr>
        </p:nvSpPr>
        <p:spPr>
          <a:xfrm>
            <a:off x="877456" y="1371600"/>
            <a:ext cx="1826488" cy="1826488"/>
          </a:xfrm>
          <a:prstGeom prst="ellipse">
            <a:avLst/>
          </a:prstGeom>
        </p:spPr>
        <p:txBody>
          <a:bodyPr>
            <a:noAutofit/>
          </a:bodyPr>
          <a:lstStyle>
            <a:lvl1pPr marL="0" indent="0">
              <a:buNone/>
              <a:defRPr sz="1400"/>
            </a:lvl1pPr>
          </a:lstStyle>
          <a:p>
            <a:r>
              <a:rPr lang="en-US" dirty="0"/>
              <a:t>Click icon to add image</a:t>
            </a:r>
          </a:p>
        </p:txBody>
      </p:sp>
      <p:sp>
        <p:nvSpPr>
          <p:cNvPr id="9" name="Picture Placeholder 12">
            <a:extLst>
              <a:ext uri="{FF2B5EF4-FFF2-40B4-BE49-F238E27FC236}">
                <a16:creationId xmlns:a16="http://schemas.microsoft.com/office/drawing/2014/main" id="{6F8B59B9-F0AE-AA2C-52E1-A725A2CDB6E2}"/>
              </a:ext>
            </a:extLst>
          </p:cNvPr>
          <p:cNvSpPr>
            <a:spLocks noGrp="1"/>
          </p:cNvSpPr>
          <p:nvPr>
            <p:ph type="pic" sz="quarter" idx="26" hasCustomPrompt="1"/>
          </p:nvPr>
        </p:nvSpPr>
        <p:spPr>
          <a:xfrm>
            <a:off x="3776978" y="1371600"/>
            <a:ext cx="1826488" cy="1826488"/>
          </a:xfrm>
          <a:prstGeom prst="ellipse">
            <a:avLst/>
          </a:prstGeom>
        </p:spPr>
        <p:txBody>
          <a:bodyPr>
            <a:noAutofit/>
          </a:bodyPr>
          <a:lstStyle>
            <a:lvl1pPr marL="0" indent="0">
              <a:buNone/>
              <a:defRPr sz="1400"/>
            </a:lvl1pPr>
          </a:lstStyle>
          <a:p>
            <a:r>
              <a:rPr lang="en-US" dirty="0"/>
              <a:t>Click icon to add image</a:t>
            </a:r>
          </a:p>
        </p:txBody>
      </p:sp>
      <p:sp>
        <p:nvSpPr>
          <p:cNvPr id="10" name="Picture Placeholder 12">
            <a:extLst>
              <a:ext uri="{FF2B5EF4-FFF2-40B4-BE49-F238E27FC236}">
                <a16:creationId xmlns:a16="http://schemas.microsoft.com/office/drawing/2014/main" id="{77ADBE82-6854-A647-3FC6-792F112BCF0E}"/>
              </a:ext>
            </a:extLst>
          </p:cNvPr>
          <p:cNvSpPr>
            <a:spLocks noGrp="1"/>
          </p:cNvSpPr>
          <p:nvPr>
            <p:ph type="pic" sz="quarter" idx="27" hasCustomPrompt="1"/>
          </p:nvPr>
        </p:nvSpPr>
        <p:spPr>
          <a:xfrm>
            <a:off x="6663800" y="1371600"/>
            <a:ext cx="1826488" cy="1826488"/>
          </a:xfrm>
          <a:prstGeom prst="ellipse">
            <a:avLst/>
          </a:prstGeom>
        </p:spPr>
        <p:txBody>
          <a:bodyPr>
            <a:noAutofit/>
          </a:bodyPr>
          <a:lstStyle>
            <a:lvl1pPr marL="0" indent="0">
              <a:buNone/>
              <a:defRPr sz="1400"/>
            </a:lvl1pPr>
          </a:lstStyle>
          <a:p>
            <a:r>
              <a:rPr lang="en-US" dirty="0"/>
              <a:t>Click icon to add image</a:t>
            </a:r>
          </a:p>
        </p:txBody>
      </p:sp>
      <p:sp>
        <p:nvSpPr>
          <p:cNvPr id="11" name="Picture Placeholder 12">
            <a:extLst>
              <a:ext uri="{FF2B5EF4-FFF2-40B4-BE49-F238E27FC236}">
                <a16:creationId xmlns:a16="http://schemas.microsoft.com/office/drawing/2014/main" id="{7E9D9400-4361-4D96-03C1-61BC77089885}"/>
              </a:ext>
            </a:extLst>
          </p:cNvPr>
          <p:cNvSpPr>
            <a:spLocks noGrp="1"/>
          </p:cNvSpPr>
          <p:nvPr>
            <p:ph type="pic" sz="quarter" idx="28" hasCustomPrompt="1"/>
          </p:nvPr>
        </p:nvSpPr>
        <p:spPr>
          <a:xfrm>
            <a:off x="9564257" y="1371600"/>
            <a:ext cx="1826488" cy="1826488"/>
          </a:xfrm>
          <a:prstGeom prst="ellipse">
            <a:avLst/>
          </a:prstGeom>
        </p:spPr>
        <p:txBody>
          <a:bodyPr>
            <a:noAutofit/>
          </a:bodyPr>
          <a:lstStyle>
            <a:lvl1pPr marL="0" indent="0">
              <a:buNone/>
              <a:defRPr sz="1400"/>
            </a:lvl1pPr>
          </a:lstStyle>
          <a:p>
            <a:r>
              <a:rPr lang="en-US" dirty="0"/>
              <a:t>Click icon to add image</a:t>
            </a:r>
          </a:p>
        </p:txBody>
      </p:sp>
    </p:spTree>
    <p:extLst>
      <p:ext uri="{BB962C8B-B14F-4D97-AF65-F5344CB8AC3E}">
        <p14:creationId xmlns:p14="http://schemas.microsoft.com/office/powerpoint/2010/main" val="15737668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rectangular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p:txBody>
          <a:bodyPr/>
          <a:lstStyle/>
          <a:p>
            <a:r>
              <a:rPr lang="en-US" dirty="0"/>
              <a:t>Four-column square icon, heading, and content layout</a:t>
            </a:r>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419100" y="3663950"/>
            <a:ext cx="2560320"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419100" y="4061857"/>
            <a:ext cx="2560320"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D0D0FC32-9F03-894B-68E2-7CF5CF353C28}"/>
              </a:ext>
            </a:extLst>
          </p:cNvPr>
          <p:cNvSpPr>
            <a:spLocks noGrp="1"/>
          </p:cNvSpPr>
          <p:nvPr>
            <p:ph type="body" sz="quarter" idx="3" hasCustomPrompt="1"/>
          </p:nvPr>
        </p:nvSpPr>
        <p:spPr>
          <a:xfrm>
            <a:off x="3375660" y="3663950"/>
            <a:ext cx="2560320"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9" name="Content Placeholder 5">
            <a:extLst>
              <a:ext uri="{FF2B5EF4-FFF2-40B4-BE49-F238E27FC236}">
                <a16:creationId xmlns:a16="http://schemas.microsoft.com/office/drawing/2014/main" id="{E4526E34-C7D8-D509-A201-9E997DE2D906}"/>
              </a:ext>
            </a:extLst>
          </p:cNvPr>
          <p:cNvSpPr>
            <a:spLocks noGrp="1"/>
          </p:cNvSpPr>
          <p:nvPr>
            <p:ph sz="quarter" idx="4" hasCustomPrompt="1"/>
          </p:nvPr>
        </p:nvSpPr>
        <p:spPr>
          <a:xfrm>
            <a:off x="3375660" y="4061857"/>
            <a:ext cx="2560320"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0" name="Text Placeholder 4">
            <a:extLst>
              <a:ext uri="{FF2B5EF4-FFF2-40B4-BE49-F238E27FC236}">
                <a16:creationId xmlns:a16="http://schemas.microsoft.com/office/drawing/2014/main" id="{727260A6-1D2B-1B04-0EF4-AB8C63D83409}"/>
              </a:ext>
            </a:extLst>
          </p:cNvPr>
          <p:cNvSpPr>
            <a:spLocks noGrp="1"/>
          </p:cNvSpPr>
          <p:nvPr>
            <p:ph type="body" sz="quarter" idx="13" hasCustomPrompt="1"/>
          </p:nvPr>
        </p:nvSpPr>
        <p:spPr>
          <a:xfrm>
            <a:off x="6332220" y="3663950"/>
            <a:ext cx="2560320"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1" name="Content Placeholder 5">
            <a:extLst>
              <a:ext uri="{FF2B5EF4-FFF2-40B4-BE49-F238E27FC236}">
                <a16:creationId xmlns:a16="http://schemas.microsoft.com/office/drawing/2014/main" id="{ABA15F6B-C3A4-9F6E-51D4-6670B9E8047A}"/>
              </a:ext>
            </a:extLst>
          </p:cNvPr>
          <p:cNvSpPr>
            <a:spLocks noGrp="1"/>
          </p:cNvSpPr>
          <p:nvPr>
            <p:ph sz="quarter" idx="14" hasCustomPrompt="1"/>
          </p:nvPr>
        </p:nvSpPr>
        <p:spPr>
          <a:xfrm>
            <a:off x="6332220" y="4061857"/>
            <a:ext cx="2560320"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2" name="Text Placeholder 4">
            <a:extLst>
              <a:ext uri="{FF2B5EF4-FFF2-40B4-BE49-F238E27FC236}">
                <a16:creationId xmlns:a16="http://schemas.microsoft.com/office/drawing/2014/main" id="{40DE6576-FA6B-D29B-D71B-0E6A37656387}"/>
              </a:ext>
            </a:extLst>
          </p:cNvPr>
          <p:cNvSpPr>
            <a:spLocks noGrp="1"/>
          </p:cNvSpPr>
          <p:nvPr>
            <p:ph type="body" sz="quarter" idx="15" hasCustomPrompt="1"/>
          </p:nvPr>
        </p:nvSpPr>
        <p:spPr>
          <a:xfrm>
            <a:off x="9288780" y="3663950"/>
            <a:ext cx="2560320"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3" name="Content Placeholder 5">
            <a:extLst>
              <a:ext uri="{FF2B5EF4-FFF2-40B4-BE49-F238E27FC236}">
                <a16:creationId xmlns:a16="http://schemas.microsoft.com/office/drawing/2014/main" id="{E1C17393-3DDF-97D6-975E-2D841FD65DD6}"/>
              </a:ext>
            </a:extLst>
          </p:cNvPr>
          <p:cNvSpPr>
            <a:spLocks noGrp="1"/>
          </p:cNvSpPr>
          <p:nvPr>
            <p:ph sz="quarter" idx="16" hasCustomPrompt="1"/>
          </p:nvPr>
        </p:nvSpPr>
        <p:spPr>
          <a:xfrm>
            <a:off x="9288780" y="4061857"/>
            <a:ext cx="2560320"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4" name="Picture Placeholder 19">
            <a:extLst>
              <a:ext uri="{FF2B5EF4-FFF2-40B4-BE49-F238E27FC236}">
                <a16:creationId xmlns:a16="http://schemas.microsoft.com/office/drawing/2014/main" id="{731A5005-0DB1-2A1C-F866-F29978F637DC}"/>
              </a:ext>
            </a:extLst>
          </p:cNvPr>
          <p:cNvSpPr>
            <a:spLocks noGrp="1"/>
          </p:cNvSpPr>
          <p:nvPr>
            <p:ph type="pic" sz="quarter" idx="17" hasCustomPrompt="1"/>
          </p:nvPr>
        </p:nvSpPr>
        <p:spPr>
          <a:xfrm>
            <a:off x="419100" y="1371600"/>
            <a:ext cx="2560320" cy="1971368"/>
          </a:xfrm>
          <a:prstGeom prst="roundRect">
            <a:avLst>
              <a:gd name="adj" fmla="val 4167"/>
            </a:avLst>
          </a:prstGeom>
        </p:spPr>
        <p:txBody>
          <a:bodyPr anchor="ctr"/>
          <a:lstStyle>
            <a:lvl1pPr marL="0" indent="0" algn="ctr">
              <a:buNone/>
              <a:defRPr sz="1800"/>
            </a:lvl1pPr>
          </a:lstStyle>
          <a:p>
            <a:r>
              <a:rPr lang="en-US" dirty="0"/>
              <a:t>Click icon to add image</a:t>
            </a:r>
            <a:br>
              <a:rPr lang="en-US" dirty="0"/>
            </a:br>
            <a:br>
              <a:rPr lang="en-US" dirty="0"/>
            </a:br>
            <a:endParaRPr lang="en-US" dirty="0"/>
          </a:p>
        </p:txBody>
      </p:sp>
      <p:sp>
        <p:nvSpPr>
          <p:cNvPr id="15" name="Picture Placeholder 19">
            <a:extLst>
              <a:ext uri="{FF2B5EF4-FFF2-40B4-BE49-F238E27FC236}">
                <a16:creationId xmlns:a16="http://schemas.microsoft.com/office/drawing/2014/main" id="{A13C9686-CD96-65CC-2668-E24BF4AB9CC2}"/>
              </a:ext>
            </a:extLst>
          </p:cNvPr>
          <p:cNvSpPr>
            <a:spLocks noGrp="1"/>
          </p:cNvSpPr>
          <p:nvPr>
            <p:ph type="pic" sz="quarter" idx="18" hasCustomPrompt="1"/>
          </p:nvPr>
        </p:nvSpPr>
        <p:spPr>
          <a:xfrm>
            <a:off x="3375660" y="1371600"/>
            <a:ext cx="2560320" cy="1971368"/>
          </a:xfrm>
          <a:prstGeom prst="roundRect">
            <a:avLst>
              <a:gd name="adj" fmla="val 4167"/>
            </a:avLst>
          </a:prstGeom>
        </p:spPr>
        <p:txBody>
          <a:bodyPr anchor="ctr"/>
          <a:lstStyle>
            <a:lvl1pPr marL="0" indent="0" algn="ctr">
              <a:buNone/>
              <a:defRPr sz="1800"/>
            </a:lvl1pPr>
          </a:lstStyle>
          <a:p>
            <a:r>
              <a:rPr lang="en-US" dirty="0"/>
              <a:t>Click icon to add image</a:t>
            </a:r>
            <a:br>
              <a:rPr lang="en-US" dirty="0"/>
            </a:br>
            <a:br>
              <a:rPr lang="en-US" dirty="0"/>
            </a:br>
            <a:endParaRPr lang="en-US" dirty="0"/>
          </a:p>
        </p:txBody>
      </p:sp>
      <p:sp>
        <p:nvSpPr>
          <p:cNvPr id="16" name="Picture Placeholder 19">
            <a:extLst>
              <a:ext uri="{FF2B5EF4-FFF2-40B4-BE49-F238E27FC236}">
                <a16:creationId xmlns:a16="http://schemas.microsoft.com/office/drawing/2014/main" id="{71FDDBDC-1DD5-3C49-10B7-23BCE22AABD9}"/>
              </a:ext>
            </a:extLst>
          </p:cNvPr>
          <p:cNvSpPr>
            <a:spLocks noGrp="1"/>
          </p:cNvSpPr>
          <p:nvPr>
            <p:ph type="pic" sz="quarter" idx="19" hasCustomPrompt="1"/>
          </p:nvPr>
        </p:nvSpPr>
        <p:spPr>
          <a:xfrm>
            <a:off x="6332220" y="1371600"/>
            <a:ext cx="2560320" cy="1971368"/>
          </a:xfrm>
          <a:prstGeom prst="roundRect">
            <a:avLst>
              <a:gd name="adj" fmla="val 4167"/>
            </a:avLst>
          </a:prstGeom>
        </p:spPr>
        <p:txBody>
          <a:bodyPr anchor="ctr"/>
          <a:lstStyle>
            <a:lvl1pPr marL="0" indent="0" algn="ctr">
              <a:buNone/>
              <a:defRPr sz="1800"/>
            </a:lvl1pPr>
          </a:lstStyle>
          <a:p>
            <a:r>
              <a:rPr lang="en-US" dirty="0"/>
              <a:t>Click icon to add image</a:t>
            </a:r>
            <a:br>
              <a:rPr lang="en-US" dirty="0"/>
            </a:br>
            <a:br>
              <a:rPr lang="en-US" dirty="0"/>
            </a:br>
            <a:endParaRPr lang="en-US" dirty="0"/>
          </a:p>
        </p:txBody>
      </p:sp>
      <p:sp>
        <p:nvSpPr>
          <p:cNvPr id="17" name="Picture Placeholder 19">
            <a:extLst>
              <a:ext uri="{FF2B5EF4-FFF2-40B4-BE49-F238E27FC236}">
                <a16:creationId xmlns:a16="http://schemas.microsoft.com/office/drawing/2014/main" id="{A3349B17-AA97-9018-7F50-07C82A4CBA32}"/>
              </a:ext>
            </a:extLst>
          </p:cNvPr>
          <p:cNvSpPr>
            <a:spLocks noGrp="1"/>
          </p:cNvSpPr>
          <p:nvPr>
            <p:ph type="pic" sz="quarter" idx="20" hasCustomPrompt="1"/>
          </p:nvPr>
        </p:nvSpPr>
        <p:spPr>
          <a:xfrm>
            <a:off x="9288780" y="1371600"/>
            <a:ext cx="2560320" cy="1971368"/>
          </a:xfrm>
          <a:prstGeom prst="roundRect">
            <a:avLst>
              <a:gd name="adj" fmla="val 4167"/>
            </a:avLst>
          </a:prstGeom>
        </p:spPr>
        <p:txBody>
          <a:bodyPr anchor="ctr"/>
          <a:lstStyle>
            <a:lvl1pPr marL="0" indent="0" algn="ctr">
              <a:buNone/>
              <a:defRPr sz="1800"/>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27221981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blocks">
    <p:bg>
      <p:bgPr>
        <a:solidFill>
          <a:schemeClr val="bg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0C8F3CA-E2BE-1C64-14B5-F889B194D036}"/>
              </a:ext>
            </a:extLst>
          </p:cNvPr>
          <p:cNvSpPr>
            <a:spLocks noGrp="1"/>
          </p:cNvSpPr>
          <p:nvPr>
            <p:ph type="title" hasCustomPrompt="1"/>
          </p:nvPr>
        </p:nvSpPr>
        <p:spPr>
          <a:xfrm>
            <a:off x="419100" y="356258"/>
            <a:ext cx="11430001" cy="638175"/>
          </a:xfrm>
        </p:spPr>
        <p:txBody>
          <a:bodyPr/>
          <a:lstStyle/>
          <a:p>
            <a:r>
              <a:rPr lang="en-US" dirty="0"/>
              <a:t>Four-block icon and content layout</a:t>
            </a:r>
          </a:p>
        </p:txBody>
      </p:sp>
      <p:sp>
        <p:nvSpPr>
          <p:cNvPr id="2" name="Rectangle: Rounded Corners 14">
            <a:extLst>
              <a:ext uri="{FF2B5EF4-FFF2-40B4-BE49-F238E27FC236}">
                <a16:creationId xmlns:a16="http://schemas.microsoft.com/office/drawing/2014/main" id="{2631E0E3-66B9-656E-9237-366B85405449}"/>
              </a:ext>
            </a:extLst>
          </p:cNvPr>
          <p:cNvSpPr/>
          <p:nvPr userDrawn="1"/>
        </p:nvSpPr>
        <p:spPr>
          <a:xfrm>
            <a:off x="419100" y="1371600"/>
            <a:ext cx="5463540"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7" name="Content Placeholder 3">
            <a:extLst>
              <a:ext uri="{FF2B5EF4-FFF2-40B4-BE49-F238E27FC236}">
                <a16:creationId xmlns:a16="http://schemas.microsoft.com/office/drawing/2014/main" id="{DB28F420-F872-DF05-77F2-829896EC5830}"/>
              </a:ext>
            </a:extLst>
          </p:cNvPr>
          <p:cNvSpPr>
            <a:spLocks noGrp="1"/>
          </p:cNvSpPr>
          <p:nvPr>
            <p:ph sz="half" idx="2" hasCustomPrompt="1"/>
          </p:nvPr>
        </p:nvSpPr>
        <p:spPr>
          <a:xfrm>
            <a:off x="3062415" y="1954025"/>
            <a:ext cx="2441448"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18" name="Picture Placeholder 19">
            <a:extLst>
              <a:ext uri="{FF2B5EF4-FFF2-40B4-BE49-F238E27FC236}">
                <a16:creationId xmlns:a16="http://schemas.microsoft.com/office/drawing/2014/main" id="{3DD2BA4C-DA8E-A3EC-22C5-EC20E62D086B}"/>
              </a:ext>
            </a:extLst>
          </p:cNvPr>
          <p:cNvSpPr>
            <a:spLocks noGrp="1"/>
          </p:cNvSpPr>
          <p:nvPr>
            <p:ph type="pic" sz="quarter" idx="17" hasCustomPrompt="1"/>
          </p:nvPr>
        </p:nvSpPr>
        <p:spPr>
          <a:xfrm>
            <a:off x="419100" y="1371600"/>
            <a:ext cx="2286000" cy="2050026"/>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
        <p:nvSpPr>
          <p:cNvPr id="21" name="Rectangle: Rounded Corners 14">
            <a:extLst>
              <a:ext uri="{FF2B5EF4-FFF2-40B4-BE49-F238E27FC236}">
                <a16:creationId xmlns:a16="http://schemas.microsoft.com/office/drawing/2014/main" id="{9B81CC61-A4B5-04FC-4164-D3C7CB42B9C1}"/>
              </a:ext>
            </a:extLst>
          </p:cNvPr>
          <p:cNvSpPr/>
          <p:nvPr userDrawn="1"/>
        </p:nvSpPr>
        <p:spPr>
          <a:xfrm>
            <a:off x="6385560" y="1371600"/>
            <a:ext cx="5463540"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2" name="Content Placeholder 3">
            <a:extLst>
              <a:ext uri="{FF2B5EF4-FFF2-40B4-BE49-F238E27FC236}">
                <a16:creationId xmlns:a16="http://schemas.microsoft.com/office/drawing/2014/main" id="{44BF3E90-5C33-71AB-5C99-7C1D76D7FABA}"/>
              </a:ext>
            </a:extLst>
          </p:cNvPr>
          <p:cNvSpPr>
            <a:spLocks noGrp="1"/>
          </p:cNvSpPr>
          <p:nvPr>
            <p:ph sz="half" idx="18" hasCustomPrompt="1"/>
          </p:nvPr>
        </p:nvSpPr>
        <p:spPr>
          <a:xfrm>
            <a:off x="9028875" y="1954025"/>
            <a:ext cx="2441448"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3" name="Picture Placeholder 19">
            <a:extLst>
              <a:ext uri="{FF2B5EF4-FFF2-40B4-BE49-F238E27FC236}">
                <a16:creationId xmlns:a16="http://schemas.microsoft.com/office/drawing/2014/main" id="{0546A675-E1C1-95C8-49A2-6D1028A3C1AB}"/>
              </a:ext>
            </a:extLst>
          </p:cNvPr>
          <p:cNvSpPr>
            <a:spLocks noGrp="1"/>
          </p:cNvSpPr>
          <p:nvPr>
            <p:ph type="pic" sz="quarter" idx="19" hasCustomPrompt="1"/>
          </p:nvPr>
        </p:nvSpPr>
        <p:spPr>
          <a:xfrm>
            <a:off x="6385560" y="1371600"/>
            <a:ext cx="2286000" cy="2050026"/>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
        <p:nvSpPr>
          <p:cNvPr id="24" name="Rectangle: Rounded Corners 14">
            <a:extLst>
              <a:ext uri="{FF2B5EF4-FFF2-40B4-BE49-F238E27FC236}">
                <a16:creationId xmlns:a16="http://schemas.microsoft.com/office/drawing/2014/main" id="{71EBE055-2A0A-B5BA-FA53-28C981F6D136}"/>
              </a:ext>
            </a:extLst>
          </p:cNvPr>
          <p:cNvSpPr/>
          <p:nvPr userDrawn="1"/>
        </p:nvSpPr>
        <p:spPr>
          <a:xfrm>
            <a:off x="419100" y="3849328"/>
            <a:ext cx="5463540"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5" name="Content Placeholder 3">
            <a:extLst>
              <a:ext uri="{FF2B5EF4-FFF2-40B4-BE49-F238E27FC236}">
                <a16:creationId xmlns:a16="http://schemas.microsoft.com/office/drawing/2014/main" id="{F9417FD1-7603-092A-724B-2A4FF45C893A}"/>
              </a:ext>
            </a:extLst>
          </p:cNvPr>
          <p:cNvSpPr>
            <a:spLocks noGrp="1"/>
          </p:cNvSpPr>
          <p:nvPr>
            <p:ph sz="half" idx="20" hasCustomPrompt="1"/>
          </p:nvPr>
        </p:nvSpPr>
        <p:spPr>
          <a:xfrm>
            <a:off x="3062415" y="4431753"/>
            <a:ext cx="2441448"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6" name="Picture Placeholder 19">
            <a:extLst>
              <a:ext uri="{FF2B5EF4-FFF2-40B4-BE49-F238E27FC236}">
                <a16:creationId xmlns:a16="http://schemas.microsoft.com/office/drawing/2014/main" id="{3B4DD86D-9F31-E558-834A-F68784EC8B1C}"/>
              </a:ext>
            </a:extLst>
          </p:cNvPr>
          <p:cNvSpPr>
            <a:spLocks noGrp="1"/>
          </p:cNvSpPr>
          <p:nvPr>
            <p:ph type="pic" sz="quarter" idx="21" hasCustomPrompt="1"/>
          </p:nvPr>
        </p:nvSpPr>
        <p:spPr>
          <a:xfrm>
            <a:off x="419100" y="3849328"/>
            <a:ext cx="2286000" cy="2050026"/>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
        <p:nvSpPr>
          <p:cNvPr id="27" name="Rectangle: Rounded Corners 14">
            <a:extLst>
              <a:ext uri="{FF2B5EF4-FFF2-40B4-BE49-F238E27FC236}">
                <a16:creationId xmlns:a16="http://schemas.microsoft.com/office/drawing/2014/main" id="{06DC2354-1F0E-BBDF-276C-E89428D65BA8}"/>
              </a:ext>
            </a:extLst>
          </p:cNvPr>
          <p:cNvSpPr/>
          <p:nvPr userDrawn="1"/>
        </p:nvSpPr>
        <p:spPr>
          <a:xfrm>
            <a:off x="6385560" y="3849328"/>
            <a:ext cx="5463540"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8" name="Content Placeholder 3">
            <a:extLst>
              <a:ext uri="{FF2B5EF4-FFF2-40B4-BE49-F238E27FC236}">
                <a16:creationId xmlns:a16="http://schemas.microsoft.com/office/drawing/2014/main" id="{6FE0428A-B521-5C48-80FD-EC699EEB4AB1}"/>
              </a:ext>
            </a:extLst>
          </p:cNvPr>
          <p:cNvSpPr>
            <a:spLocks noGrp="1"/>
          </p:cNvSpPr>
          <p:nvPr>
            <p:ph sz="half" idx="22" hasCustomPrompt="1"/>
          </p:nvPr>
        </p:nvSpPr>
        <p:spPr>
          <a:xfrm>
            <a:off x="9028875" y="4431753"/>
            <a:ext cx="2441448"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9" name="Picture Placeholder 19">
            <a:extLst>
              <a:ext uri="{FF2B5EF4-FFF2-40B4-BE49-F238E27FC236}">
                <a16:creationId xmlns:a16="http://schemas.microsoft.com/office/drawing/2014/main" id="{896EC479-0271-8EBF-CAFE-84C5EC068355}"/>
              </a:ext>
            </a:extLst>
          </p:cNvPr>
          <p:cNvSpPr>
            <a:spLocks noGrp="1"/>
          </p:cNvSpPr>
          <p:nvPr>
            <p:ph type="pic" sz="quarter" idx="23" hasCustomPrompt="1"/>
          </p:nvPr>
        </p:nvSpPr>
        <p:spPr>
          <a:xfrm>
            <a:off x="6385560" y="3849328"/>
            <a:ext cx="2286000" cy="2050026"/>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5398250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images">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08E77B2-C610-3A31-5110-91FDF1F6528B}"/>
              </a:ext>
            </a:extLst>
          </p:cNvPr>
          <p:cNvSpPr>
            <a:spLocks noGrp="1"/>
          </p:cNvSpPr>
          <p:nvPr>
            <p:ph type="title" hasCustomPrompt="1"/>
          </p:nvPr>
        </p:nvSpPr>
        <p:spPr>
          <a:xfrm>
            <a:off x="419100" y="342901"/>
            <a:ext cx="11429999" cy="647176"/>
          </a:xfrm>
        </p:spPr>
        <p:txBody>
          <a:bodyPr/>
          <a:lstStyle>
            <a:lvl1pPr>
              <a:defRPr/>
            </a:lvl1pPr>
          </a:lstStyle>
          <a:p>
            <a:r>
              <a:rPr lang="en-US" dirty="0"/>
              <a:t>Four images with content layout</a:t>
            </a:r>
          </a:p>
        </p:txBody>
      </p:sp>
      <p:sp>
        <p:nvSpPr>
          <p:cNvPr id="10" name="Content Placeholder 3">
            <a:extLst>
              <a:ext uri="{FF2B5EF4-FFF2-40B4-BE49-F238E27FC236}">
                <a16:creationId xmlns:a16="http://schemas.microsoft.com/office/drawing/2014/main" id="{AC9F0527-42A6-B350-36A0-D16816263F6B}"/>
              </a:ext>
            </a:extLst>
          </p:cNvPr>
          <p:cNvSpPr>
            <a:spLocks noGrp="1"/>
          </p:cNvSpPr>
          <p:nvPr>
            <p:ph sz="half" idx="2" hasCustomPrompt="1"/>
          </p:nvPr>
        </p:nvSpPr>
        <p:spPr>
          <a:xfrm>
            <a:off x="425038" y="2754691"/>
            <a:ext cx="4754880" cy="838199"/>
          </a:xfrm>
        </p:spPr>
        <p:txBody>
          <a:bodyPr bIns="0">
            <a:normAutofit/>
          </a:bodyPr>
          <a:lstStyle>
            <a:lvl1pPr marL="0" indent="0">
              <a:lnSpc>
                <a:spcPct val="100000"/>
              </a:lnSpc>
              <a:spcAft>
                <a:spcPts val="300"/>
              </a:spcAft>
              <a:buNone/>
              <a:defRPr sz="1600"/>
            </a:lvl1pPr>
            <a:lvl2pPr marL="285750" indent="0">
              <a:lnSpc>
                <a:spcPct val="100000"/>
              </a:lnSpc>
              <a:spcAft>
                <a:spcPts val="300"/>
              </a:spcAft>
              <a:buNone/>
              <a:defRPr sz="1400"/>
            </a:lvl2pPr>
            <a:lvl3pPr marL="628650" indent="0">
              <a:lnSpc>
                <a:spcPct val="100000"/>
              </a:lnSpc>
              <a:spcAft>
                <a:spcPts val="3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2" name="Picture Placeholder 19">
            <a:extLst>
              <a:ext uri="{FF2B5EF4-FFF2-40B4-BE49-F238E27FC236}">
                <a16:creationId xmlns:a16="http://schemas.microsoft.com/office/drawing/2014/main" id="{A6942D81-7F37-FA5F-0C3C-3946830772E0}"/>
              </a:ext>
            </a:extLst>
          </p:cNvPr>
          <p:cNvSpPr>
            <a:spLocks noGrp="1"/>
          </p:cNvSpPr>
          <p:nvPr>
            <p:ph type="pic" sz="quarter" idx="17" hasCustomPrompt="1"/>
          </p:nvPr>
        </p:nvSpPr>
        <p:spPr>
          <a:xfrm>
            <a:off x="425038" y="1371600"/>
            <a:ext cx="2194560" cy="1233948"/>
          </a:xfrm>
          <a:prstGeom prst="roundRect">
            <a:avLst>
              <a:gd name="adj" fmla="val 4167"/>
            </a:avLst>
          </a:prstGeom>
        </p:spPr>
        <p:txBody>
          <a:bodyPr anchor="ctr"/>
          <a:lstStyle>
            <a:lvl1pPr marL="0" indent="0" algn="ctr">
              <a:buNone/>
              <a:defRPr sz="1400"/>
            </a:lvl1pPr>
          </a:lstStyle>
          <a:p>
            <a:r>
              <a:rPr lang="en-US" dirty="0"/>
              <a:t>Click icon to add image</a:t>
            </a:r>
            <a:br>
              <a:rPr lang="en-US" dirty="0"/>
            </a:br>
            <a:br>
              <a:rPr lang="en-US" dirty="0"/>
            </a:br>
            <a:endParaRPr lang="en-US" dirty="0"/>
          </a:p>
        </p:txBody>
      </p:sp>
      <p:sp>
        <p:nvSpPr>
          <p:cNvPr id="14" name="Content Placeholder 3">
            <a:extLst>
              <a:ext uri="{FF2B5EF4-FFF2-40B4-BE49-F238E27FC236}">
                <a16:creationId xmlns:a16="http://schemas.microsoft.com/office/drawing/2014/main" id="{9D99C2E9-3945-C255-51EB-673657FC25F9}"/>
              </a:ext>
            </a:extLst>
          </p:cNvPr>
          <p:cNvSpPr>
            <a:spLocks noGrp="1"/>
          </p:cNvSpPr>
          <p:nvPr>
            <p:ph sz="half" idx="21" hasCustomPrompt="1"/>
          </p:nvPr>
        </p:nvSpPr>
        <p:spPr>
          <a:xfrm>
            <a:off x="425038" y="5247968"/>
            <a:ext cx="4754880" cy="838199"/>
          </a:xfrm>
        </p:spPr>
        <p:txBody>
          <a:bodyPr bIns="0">
            <a:normAutofit/>
          </a:bodyPr>
          <a:lstStyle>
            <a:lvl1pPr marL="0" indent="0">
              <a:lnSpc>
                <a:spcPct val="100000"/>
              </a:lnSpc>
              <a:spcAft>
                <a:spcPts val="300"/>
              </a:spcAft>
              <a:buNone/>
              <a:defRPr sz="1600"/>
            </a:lvl1pPr>
            <a:lvl2pPr marL="285750" indent="0">
              <a:lnSpc>
                <a:spcPct val="100000"/>
              </a:lnSpc>
              <a:spcAft>
                <a:spcPts val="300"/>
              </a:spcAft>
              <a:buNone/>
              <a:defRPr sz="1400"/>
            </a:lvl2pPr>
            <a:lvl3pPr marL="628650" indent="0">
              <a:lnSpc>
                <a:spcPct val="100000"/>
              </a:lnSpc>
              <a:spcAft>
                <a:spcPts val="3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5" name="Picture Placeholder 19">
            <a:extLst>
              <a:ext uri="{FF2B5EF4-FFF2-40B4-BE49-F238E27FC236}">
                <a16:creationId xmlns:a16="http://schemas.microsoft.com/office/drawing/2014/main" id="{CAF12E28-EF60-2E0D-85D2-B9B9948CB350}"/>
              </a:ext>
            </a:extLst>
          </p:cNvPr>
          <p:cNvSpPr>
            <a:spLocks noGrp="1"/>
          </p:cNvSpPr>
          <p:nvPr>
            <p:ph type="pic" sz="quarter" idx="22" hasCustomPrompt="1"/>
          </p:nvPr>
        </p:nvSpPr>
        <p:spPr>
          <a:xfrm>
            <a:off x="425038" y="3864877"/>
            <a:ext cx="2194560" cy="1233948"/>
          </a:xfrm>
          <a:prstGeom prst="roundRect">
            <a:avLst>
              <a:gd name="adj" fmla="val 4167"/>
            </a:avLst>
          </a:prstGeom>
        </p:spPr>
        <p:txBody>
          <a:bodyPr anchor="ctr"/>
          <a:lstStyle>
            <a:lvl1pPr marL="0" indent="0" algn="ctr">
              <a:buNone/>
              <a:defRPr sz="1400"/>
            </a:lvl1pPr>
          </a:lstStyle>
          <a:p>
            <a:r>
              <a:rPr lang="en-US" dirty="0"/>
              <a:t>Click icon to add image</a:t>
            </a:r>
            <a:br>
              <a:rPr lang="en-US" dirty="0"/>
            </a:br>
            <a:br>
              <a:rPr lang="en-US" dirty="0"/>
            </a:br>
            <a:endParaRPr lang="en-US" dirty="0"/>
          </a:p>
        </p:txBody>
      </p:sp>
      <p:sp>
        <p:nvSpPr>
          <p:cNvPr id="16" name="Content Placeholder 3">
            <a:extLst>
              <a:ext uri="{FF2B5EF4-FFF2-40B4-BE49-F238E27FC236}">
                <a16:creationId xmlns:a16="http://schemas.microsoft.com/office/drawing/2014/main" id="{038E210B-61D4-AE12-F876-40FC4584F778}"/>
              </a:ext>
            </a:extLst>
          </p:cNvPr>
          <p:cNvSpPr>
            <a:spLocks noGrp="1"/>
          </p:cNvSpPr>
          <p:nvPr>
            <p:ph sz="half" idx="23" hasCustomPrompt="1"/>
          </p:nvPr>
        </p:nvSpPr>
        <p:spPr>
          <a:xfrm>
            <a:off x="6381136" y="2754691"/>
            <a:ext cx="4754880" cy="838199"/>
          </a:xfrm>
        </p:spPr>
        <p:txBody>
          <a:bodyPr bIns="0">
            <a:normAutofit/>
          </a:bodyPr>
          <a:lstStyle>
            <a:lvl1pPr marL="0" indent="0">
              <a:lnSpc>
                <a:spcPct val="100000"/>
              </a:lnSpc>
              <a:spcAft>
                <a:spcPts val="300"/>
              </a:spcAft>
              <a:buNone/>
              <a:defRPr sz="1600"/>
            </a:lvl1pPr>
            <a:lvl2pPr marL="285750" indent="0">
              <a:lnSpc>
                <a:spcPct val="100000"/>
              </a:lnSpc>
              <a:spcAft>
                <a:spcPts val="300"/>
              </a:spcAft>
              <a:buNone/>
              <a:defRPr sz="1400"/>
            </a:lvl2pPr>
            <a:lvl3pPr marL="628650" indent="0">
              <a:lnSpc>
                <a:spcPct val="100000"/>
              </a:lnSpc>
              <a:spcAft>
                <a:spcPts val="3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7" name="Picture Placeholder 19">
            <a:extLst>
              <a:ext uri="{FF2B5EF4-FFF2-40B4-BE49-F238E27FC236}">
                <a16:creationId xmlns:a16="http://schemas.microsoft.com/office/drawing/2014/main" id="{CF120748-2F30-F2BF-E77A-CE99DF45AA5D}"/>
              </a:ext>
            </a:extLst>
          </p:cNvPr>
          <p:cNvSpPr>
            <a:spLocks noGrp="1"/>
          </p:cNvSpPr>
          <p:nvPr>
            <p:ph type="pic" sz="quarter" idx="24" hasCustomPrompt="1"/>
          </p:nvPr>
        </p:nvSpPr>
        <p:spPr>
          <a:xfrm>
            <a:off x="6381136" y="1371600"/>
            <a:ext cx="2194560" cy="1233948"/>
          </a:xfrm>
          <a:prstGeom prst="roundRect">
            <a:avLst>
              <a:gd name="adj" fmla="val 4167"/>
            </a:avLst>
          </a:prstGeom>
        </p:spPr>
        <p:txBody>
          <a:bodyPr anchor="ctr"/>
          <a:lstStyle>
            <a:lvl1pPr marL="0" indent="0" algn="ctr">
              <a:buNone/>
              <a:defRPr sz="1400"/>
            </a:lvl1pPr>
          </a:lstStyle>
          <a:p>
            <a:r>
              <a:rPr lang="en-US" dirty="0"/>
              <a:t>Click icon to add image</a:t>
            </a:r>
            <a:br>
              <a:rPr lang="en-US" dirty="0"/>
            </a:br>
            <a:br>
              <a:rPr lang="en-US" dirty="0"/>
            </a:br>
            <a:endParaRPr lang="en-US" dirty="0"/>
          </a:p>
        </p:txBody>
      </p:sp>
      <p:sp>
        <p:nvSpPr>
          <p:cNvPr id="18" name="Content Placeholder 3">
            <a:extLst>
              <a:ext uri="{FF2B5EF4-FFF2-40B4-BE49-F238E27FC236}">
                <a16:creationId xmlns:a16="http://schemas.microsoft.com/office/drawing/2014/main" id="{E843953F-106C-1435-BE0E-989AFF97FC80}"/>
              </a:ext>
            </a:extLst>
          </p:cNvPr>
          <p:cNvSpPr>
            <a:spLocks noGrp="1"/>
          </p:cNvSpPr>
          <p:nvPr>
            <p:ph sz="half" idx="25" hasCustomPrompt="1"/>
          </p:nvPr>
        </p:nvSpPr>
        <p:spPr>
          <a:xfrm>
            <a:off x="6381136" y="5247968"/>
            <a:ext cx="4754880" cy="838199"/>
          </a:xfrm>
        </p:spPr>
        <p:txBody>
          <a:bodyPr bIns="0">
            <a:normAutofit/>
          </a:bodyPr>
          <a:lstStyle>
            <a:lvl1pPr marL="0" indent="0">
              <a:lnSpc>
                <a:spcPct val="100000"/>
              </a:lnSpc>
              <a:spcAft>
                <a:spcPts val="300"/>
              </a:spcAft>
              <a:buNone/>
              <a:defRPr sz="1600"/>
            </a:lvl1pPr>
            <a:lvl2pPr marL="285750" indent="0">
              <a:lnSpc>
                <a:spcPct val="100000"/>
              </a:lnSpc>
              <a:spcAft>
                <a:spcPts val="300"/>
              </a:spcAft>
              <a:buNone/>
              <a:defRPr sz="1400"/>
            </a:lvl2pPr>
            <a:lvl3pPr marL="628650" indent="0">
              <a:lnSpc>
                <a:spcPct val="100000"/>
              </a:lnSpc>
              <a:spcAft>
                <a:spcPts val="3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9" name="Picture Placeholder 19">
            <a:extLst>
              <a:ext uri="{FF2B5EF4-FFF2-40B4-BE49-F238E27FC236}">
                <a16:creationId xmlns:a16="http://schemas.microsoft.com/office/drawing/2014/main" id="{54C99E8E-8200-9FFB-1497-61AB330C06E6}"/>
              </a:ext>
            </a:extLst>
          </p:cNvPr>
          <p:cNvSpPr>
            <a:spLocks noGrp="1"/>
          </p:cNvSpPr>
          <p:nvPr>
            <p:ph type="pic" sz="quarter" idx="26" hasCustomPrompt="1"/>
          </p:nvPr>
        </p:nvSpPr>
        <p:spPr>
          <a:xfrm>
            <a:off x="6381136" y="3864877"/>
            <a:ext cx="2194560" cy="1233948"/>
          </a:xfrm>
          <a:prstGeom prst="roundRect">
            <a:avLst>
              <a:gd name="adj" fmla="val 4167"/>
            </a:avLst>
          </a:prstGeom>
        </p:spPr>
        <p:txBody>
          <a:bodyPr anchor="ctr"/>
          <a:lstStyle>
            <a:lvl1pPr marL="0" indent="0" algn="ctr">
              <a:buNone/>
              <a:defRPr sz="1400"/>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32111360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row">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ABEDB22-927C-681B-8336-3520375F64EF}"/>
              </a:ext>
            </a:extLst>
          </p:cNvPr>
          <p:cNvSpPr/>
          <p:nvPr userDrawn="1"/>
        </p:nvSpPr>
        <p:spPr>
          <a:xfrm>
            <a:off x="425148" y="1371600"/>
            <a:ext cx="11430001" cy="105156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9" name="Rectangle: Rounded Corners 18">
            <a:extLst>
              <a:ext uri="{FF2B5EF4-FFF2-40B4-BE49-F238E27FC236}">
                <a16:creationId xmlns:a16="http://schemas.microsoft.com/office/drawing/2014/main" id="{9E9A3ED9-F60A-9365-FF36-8388F8154325}"/>
              </a:ext>
            </a:extLst>
          </p:cNvPr>
          <p:cNvSpPr/>
          <p:nvPr userDrawn="1"/>
        </p:nvSpPr>
        <p:spPr>
          <a:xfrm>
            <a:off x="425148" y="2633980"/>
            <a:ext cx="11430001" cy="105156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0" name="Rectangle: Rounded Corners 19">
            <a:extLst>
              <a:ext uri="{FF2B5EF4-FFF2-40B4-BE49-F238E27FC236}">
                <a16:creationId xmlns:a16="http://schemas.microsoft.com/office/drawing/2014/main" id="{31B6BB6B-7499-34A7-4AF7-AF464F8CD184}"/>
              </a:ext>
            </a:extLst>
          </p:cNvPr>
          <p:cNvSpPr/>
          <p:nvPr userDrawn="1"/>
        </p:nvSpPr>
        <p:spPr>
          <a:xfrm>
            <a:off x="425148" y="3896360"/>
            <a:ext cx="11430001" cy="105156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1" name="Rectangle: Rounded Corners 20">
            <a:extLst>
              <a:ext uri="{FF2B5EF4-FFF2-40B4-BE49-F238E27FC236}">
                <a16:creationId xmlns:a16="http://schemas.microsoft.com/office/drawing/2014/main" id="{4F960DB5-B53A-2F34-0B13-41BF56B70BC9}"/>
              </a:ext>
            </a:extLst>
          </p:cNvPr>
          <p:cNvSpPr/>
          <p:nvPr userDrawn="1"/>
        </p:nvSpPr>
        <p:spPr>
          <a:xfrm>
            <a:off x="425148" y="5158740"/>
            <a:ext cx="11430001" cy="105156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p:txBody>
          <a:bodyPr/>
          <a:lstStyle/>
          <a:p>
            <a:r>
              <a:rPr lang="en-US" dirty="0"/>
              <a:t>Four-row heading and content layout</a:t>
            </a:r>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639313" y="1557994"/>
            <a:ext cx="2346158" cy="678773"/>
          </a:xfrm>
        </p:spPr>
        <p:txBody>
          <a:bodyPr tIns="0" bIns="0" anchor="ctr">
            <a:normAutofit/>
          </a:bodyPr>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3481395" y="1502400"/>
            <a:ext cx="8194014" cy="789960"/>
          </a:xfrm>
        </p:spPr>
        <p:txBody>
          <a:bodyPr anchor="ctr"/>
          <a:lstStyle>
            <a:lvl1pPr marL="0" indent="0">
              <a:lnSpc>
                <a:spcPct val="100000"/>
              </a:lnSpc>
              <a:spcAft>
                <a:spcPts val="200"/>
              </a:spcAft>
              <a:buNone/>
              <a:defRPr sz="1600"/>
            </a:lvl1pPr>
            <a:lvl2pPr marL="285750" indent="0">
              <a:lnSpc>
                <a:spcPct val="100000"/>
              </a:lnSpc>
              <a:spcAft>
                <a:spcPts val="200"/>
              </a:spcAft>
              <a:buNone/>
              <a:defRPr sz="1400"/>
            </a:lvl2pPr>
            <a:lvl3pPr marL="628650" indent="0">
              <a:lnSpc>
                <a:spcPct val="100000"/>
              </a:lnSpc>
              <a:spcAft>
                <a:spcPts val="2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D0D0FC32-9F03-894B-68E2-7CF5CF353C28}"/>
              </a:ext>
            </a:extLst>
          </p:cNvPr>
          <p:cNvSpPr>
            <a:spLocks noGrp="1"/>
          </p:cNvSpPr>
          <p:nvPr>
            <p:ph type="body" sz="quarter" idx="3" hasCustomPrompt="1"/>
          </p:nvPr>
        </p:nvSpPr>
        <p:spPr>
          <a:xfrm>
            <a:off x="639313" y="2820374"/>
            <a:ext cx="2346158" cy="678773"/>
          </a:xfrm>
        </p:spPr>
        <p:txBody>
          <a:bodyPr tIns="0" bIns="0" anchor="ctr">
            <a:normAutofit/>
          </a:bodyPr>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9" name="Content Placeholder 5">
            <a:extLst>
              <a:ext uri="{FF2B5EF4-FFF2-40B4-BE49-F238E27FC236}">
                <a16:creationId xmlns:a16="http://schemas.microsoft.com/office/drawing/2014/main" id="{E4526E34-C7D8-D509-A201-9E997DE2D906}"/>
              </a:ext>
            </a:extLst>
          </p:cNvPr>
          <p:cNvSpPr>
            <a:spLocks noGrp="1"/>
          </p:cNvSpPr>
          <p:nvPr>
            <p:ph sz="quarter" idx="4" hasCustomPrompt="1"/>
          </p:nvPr>
        </p:nvSpPr>
        <p:spPr>
          <a:xfrm>
            <a:off x="3481395" y="2764780"/>
            <a:ext cx="8194014" cy="789960"/>
          </a:xfrm>
        </p:spPr>
        <p:txBody>
          <a:bodyPr anchor="ctr"/>
          <a:lstStyle>
            <a:lvl1pPr marL="0" indent="0">
              <a:lnSpc>
                <a:spcPct val="100000"/>
              </a:lnSpc>
              <a:spcAft>
                <a:spcPts val="200"/>
              </a:spcAft>
              <a:buNone/>
              <a:defRPr sz="1600"/>
            </a:lvl1pPr>
            <a:lvl2pPr marL="285750" indent="0">
              <a:lnSpc>
                <a:spcPct val="100000"/>
              </a:lnSpc>
              <a:spcAft>
                <a:spcPts val="200"/>
              </a:spcAft>
              <a:buNone/>
              <a:defRPr sz="1400"/>
            </a:lvl2pPr>
            <a:lvl3pPr marL="628650" indent="0">
              <a:lnSpc>
                <a:spcPct val="100000"/>
              </a:lnSpc>
              <a:spcAft>
                <a:spcPts val="2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0" name="Text Placeholder 4">
            <a:extLst>
              <a:ext uri="{FF2B5EF4-FFF2-40B4-BE49-F238E27FC236}">
                <a16:creationId xmlns:a16="http://schemas.microsoft.com/office/drawing/2014/main" id="{727260A6-1D2B-1B04-0EF4-AB8C63D83409}"/>
              </a:ext>
            </a:extLst>
          </p:cNvPr>
          <p:cNvSpPr>
            <a:spLocks noGrp="1"/>
          </p:cNvSpPr>
          <p:nvPr>
            <p:ph type="body" sz="quarter" idx="13" hasCustomPrompt="1"/>
          </p:nvPr>
        </p:nvSpPr>
        <p:spPr>
          <a:xfrm>
            <a:off x="639313" y="4082754"/>
            <a:ext cx="2346158" cy="678773"/>
          </a:xfrm>
        </p:spPr>
        <p:txBody>
          <a:bodyPr tIns="0" bIns="0" anchor="ctr">
            <a:normAutofit/>
          </a:bodyPr>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1" name="Content Placeholder 5">
            <a:extLst>
              <a:ext uri="{FF2B5EF4-FFF2-40B4-BE49-F238E27FC236}">
                <a16:creationId xmlns:a16="http://schemas.microsoft.com/office/drawing/2014/main" id="{ABA15F6B-C3A4-9F6E-51D4-6670B9E8047A}"/>
              </a:ext>
            </a:extLst>
          </p:cNvPr>
          <p:cNvSpPr>
            <a:spLocks noGrp="1"/>
          </p:cNvSpPr>
          <p:nvPr>
            <p:ph sz="quarter" idx="14" hasCustomPrompt="1"/>
          </p:nvPr>
        </p:nvSpPr>
        <p:spPr>
          <a:xfrm>
            <a:off x="3481395" y="4027160"/>
            <a:ext cx="8194014" cy="789960"/>
          </a:xfrm>
        </p:spPr>
        <p:txBody>
          <a:bodyPr anchor="ctr"/>
          <a:lstStyle>
            <a:lvl1pPr marL="0" indent="0">
              <a:lnSpc>
                <a:spcPct val="100000"/>
              </a:lnSpc>
              <a:spcAft>
                <a:spcPts val="200"/>
              </a:spcAft>
              <a:buNone/>
              <a:defRPr sz="1600"/>
            </a:lvl1pPr>
            <a:lvl2pPr marL="285750" indent="0">
              <a:lnSpc>
                <a:spcPct val="100000"/>
              </a:lnSpc>
              <a:spcAft>
                <a:spcPts val="200"/>
              </a:spcAft>
              <a:buNone/>
              <a:defRPr sz="1400"/>
            </a:lvl2pPr>
            <a:lvl3pPr marL="628650" indent="0">
              <a:lnSpc>
                <a:spcPct val="100000"/>
              </a:lnSpc>
              <a:spcAft>
                <a:spcPts val="2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2" name="Text Placeholder 4">
            <a:extLst>
              <a:ext uri="{FF2B5EF4-FFF2-40B4-BE49-F238E27FC236}">
                <a16:creationId xmlns:a16="http://schemas.microsoft.com/office/drawing/2014/main" id="{40DE6576-FA6B-D29B-D71B-0E6A37656387}"/>
              </a:ext>
            </a:extLst>
          </p:cNvPr>
          <p:cNvSpPr>
            <a:spLocks noGrp="1"/>
          </p:cNvSpPr>
          <p:nvPr>
            <p:ph type="body" sz="quarter" idx="15" hasCustomPrompt="1"/>
          </p:nvPr>
        </p:nvSpPr>
        <p:spPr>
          <a:xfrm>
            <a:off x="639313" y="5345134"/>
            <a:ext cx="2346158" cy="678773"/>
          </a:xfrm>
        </p:spPr>
        <p:txBody>
          <a:bodyPr tIns="0" bIns="0" anchor="ctr">
            <a:normAutofit/>
          </a:bodyPr>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3" name="Content Placeholder 5">
            <a:extLst>
              <a:ext uri="{FF2B5EF4-FFF2-40B4-BE49-F238E27FC236}">
                <a16:creationId xmlns:a16="http://schemas.microsoft.com/office/drawing/2014/main" id="{E1C17393-3DDF-97D6-975E-2D841FD65DD6}"/>
              </a:ext>
            </a:extLst>
          </p:cNvPr>
          <p:cNvSpPr>
            <a:spLocks noGrp="1"/>
          </p:cNvSpPr>
          <p:nvPr>
            <p:ph sz="quarter" idx="16" hasCustomPrompt="1"/>
          </p:nvPr>
        </p:nvSpPr>
        <p:spPr>
          <a:xfrm>
            <a:off x="3481395" y="5289540"/>
            <a:ext cx="8194014" cy="789960"/>
          </a:xfrm>
        </p:spPr>
        <p:txBody>
          <a:bodyPr anchor="ctr"/>
          <a:lstStyle>
            <a:lvl1pPr marL="0" indent="0">
              <a:lnSpc>
                <a:spcPct val="100000"/>
              </a:lnSpc>
              <a:spcAft>
                <a:spcPts val="200"/>
              </a:spcAft>
              <a:buNone/>
              <a:defRPr sz="1600"/>
            </a:lvl1pPr>
            <a:lvl2pPr marL="285750" indent="0">
              <a:lnSpc>
                <a:spcPct val="100000"/>
              </a:lnSpc>
              <a:spcAft>
                <a:spcPts val="200"/>
              </a:spcAft>
              <a:buNone/>
              <a:defRPr sz="1400"/>
            </a:lvl2pPr>
            <a:lvl3pPr marL="628650" indent="0">
              <a:lnSpc>
                <a:spcPct val="100000"/>
              </a:lnSpc>
              <a:spcAft>
                <a:spcPts val="2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33695936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ive gray pillars">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ABEDB22-927C-681B-8336-3520375F64EF}"/>
              </a:ext>
            </a:extLst>
          </p:cNvPr>
          <p:cNvSpPr/>
          <p:nvPr userDrawn="1"/>
        </p:nvSpPr>
        <p:spPr>
          <a:xfrm>
            <a:off x="419100"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p:txBody>
          <a:bodyPr/>
          <a:lstStyle/>
          <a:p>
            <a:r>
              <a:rPr lang="en-US" dirty="0"/>
              <a:t>Five-column heading and content layout</a:t>
            </a:r>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575323"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575323"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9" name="Rectangle: Rounded Corners 14">
            <a:extLst>
              <a:ext uri="{FF2B5EF4-FFF2-40B4-BE49-F238E27FC236}">
                <a16:creationId xmlns:a16="http://schemas.microsoft.com/office/drawing/2014/main" id="{8CC344CF-9F34-4255-C1D1-485AA925D274}"/>
              </a:ext>
            </a:extLst>
          </p:cNvPr>
          <p:cNvSpPr/>
          <p:nvPr userDrawn="1"/>
        </p:nvSpPr>
        <p:spPr>
          <a:xfrm>
            <a:off x="9820161"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0" name="Text Placeholder 2">
            <a:extLst>
              <a:ext uri="{FF2B5EF4-FFF2-40B4-BE49-F238E27FC236}">
                <a16:creationId xmlns:a16="http://schemas.microsoft.com/office/drawing/2014/main" id="{046C11E2-5EA5-6D87-9B16-19C349843022}"/>
              </a:ext>
            </a:extLst>
          </p:cNvPr>
          <p:cNvSpPr>
            <a:spLocks noGrp="1"/>
          </p:cNvSpPr>
          <p:nvPr>
            <p:ph type="body" idx="13" hasCustomPrompt="1"/>
          </p:nvPr>
        </p:nvSpPr>
        <p:spPr>
          <a:xfrm>
            <a:off x="9976384"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1" name="Content Placeholder 3">
            <a:extLst>
              <a:ext uri="{FF2B5EF4-FFF2-40B4-BE49-F238E27FC236}">
                <a16:creationId xmlns:a16="http://schemas.microsoft.com/office/drawing/2014/main" id="{D1FC3F53-1623-1501-A88C-393F90744E7A}"/>
              </a:ext>
            </a:extLst>
          </p:cNvPr>
          <p:cNvSpPr>
            <a:spLocks noGrp="1"/>
          </p:cNvSpPr>
          <p:nvPr>
            <p:ph sz="half" idx="14" hasCustomPrompt="1"/>
          </p:nvPr>
        </p:nvSpPr>
        <p:spPr>
          <a:xfrm>
            <a:off x="9976384"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42" name="Rectangle: Rounded Corners 14">
            <a:extLst>
              <a:ext uri="{FF2B5EF4-FFF2-40B4-BE49-F238E27FC236}">
                <a16:creationId xmlns:a16="http://schemas.microsoft.com/office/drawing/2014/main" id="{642EFA99-0CC2-5C0D-F347-C7AF408144AB}"/>
              </a:ext>
            </a:extLst>
          </p:cNvPr>
          <p:cNvSpPr/>
          <p:nvPr userDrawn="1"/>
        </p:nvSpPr>
        <p:spPr>
          <a:xfrm>
            <a:off x="2769365"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3" name="Text Placeholder 2">
            <a:extLst>
              <a:ext uri="{FF2B5EF4-FFF2-40B4-BE49-F238E27FC236}">
                <a16:creationId xmlns:a16="http://schemas.microsoft.com/office/drawing/2014/main" id="{30F172A8-C3C2-BD4A-7CE4-964169DED1BA}"/>
              </a:ext>
            </a:extLst>
          </p:cNvPr>
          <p:cNvSpPr>
            <a:spLocks noGrp="1"/>
          </p:cNvSpPr>
          <p:nvPr>
            <p:ph type="body" idx="15" hasCustomPrompt="1"/>
          </p:nvPr>
        </p:nvSpPr>
        <p:spPr>
          <a:xfrm>
            <a:off x="2925588"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4" name="Content Placeholder 3">
            <a:extLst>
              <a:ext uri="{FF2B5EF4-FFF2-40B4-BE49-F238E27FC236}">
                <a16:creationId xmlns:a16="http://schemas.microsoft.com/office/drawing/2014/main" id="{8606C336-516C-32FA-0769-C71D2F0E48D7}"/>
              </a:ext>
            </a:extLst>
          </p:cNvPr>
          <p:cNvSpPr>
            <a:spLocks noGrp="1"/>
          </p:cNvSpPr>
          <p:nvPr>
            <p:ph sz="half" idx="16" hasCustomPrompt="1"/>
          </p:nvPr>
        </p:nvSpPr>
        <p:spPr>
          <a:xfrm>
            <a:off x="2925588"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45" name="Rectangle: Rounded Corners 14">
            <a:extLst>
              <a:ext uri="{FF2B5EF4-FFF2-40B4-BE49-F238E27FC236}">
                <a16:creationId xmlns:a16="http://schemas.microsoft.com/office/drawing/2014/main" id="{6B8B3E43-F8BC-23C0-CF83-012744622F99}"/>
              </a:ext>
            </a:extLst>
          </p:cNvPr>
          <p:cNvSpPr/>
          <p:nvPr userDrawn="1"/>
        </p:nvSpPr>
        <p:spPr>
          <a:xfrm>
            <a:off x="7469895"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6" name="Text Placeholder 2">
            <a:extLst>
              <a:ext uri="{FF2B5EF4-FFF2-40B4-BE49-F238E27FC236}">
                <a16:creationId xmlns:a16="http://schemas.microsoft.com/office/drawing/2014/main" id="{C576C61F-EF66-C44E-3E7A-C6DD64EA6AEF}"/>
              </a:ext>
            </a:extLst>
          </p:cNvPr>
          <p:cNvSpPr>
            <a:spLocks noGrp="1"/>
          </p:cNvSpPr>
          <p:nvPr>
            <p:ph type="body" idx="17" hasCustomPrompt="1"/>
          </p:nvPr>
        </p:nvSpPr>
        <p:spPr>
          <a:xfrm>
            <a:off x="7626118"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7" name="Content Placeholder 3">
            <a:extLst>
              <a:ext uri="{FF2B5EF4-FFF2-40B4-BE49-F238E27FC236}">
                <a16:creationId xmlns:a16="http://schemas.microsoft.com/office/drawing/2014/main" id="{EE6A360E-3E2D-63BA-610C-462D2E45A3BE}"/>
              </a:ext>
            </a:extLst>
          </p:cNvPr>
          <p:cNvSpPr>
            <a:spLocks noGrp="1"/>
          </p:cNvSpPr>
          <p:nvPr>
            <p:ph sz="half" idx="18" hasCustomPrompt="1"/>
          </p:nvPr>
        </p:nvSpPr>
        <p:spPr>
          <a:xfrm>
            <a:off x="7626118"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48" name="Rectangle: Rounded Corners 14">
            <a:extLst>
              <a:ext uri="{FF2B5EF4-FFF2-40B4-BE49-F238E27FC236}">
                <a16:creationId xmlns:a16="http://schemas.microsoft.com/office/drawing/2014/main" id="{B735E1DD-0BEA-CCF6-0B52-A1883FAA94EE}"/>
              </a:ext>
            </a:extLst>
          </p:cNvPr>
          <p:cNvSpPr/>
          <p:nvPr userDrawn="1"/>
        </p:nvSpPr>
        <p:spPr>
          <a:xfrm>
            <a:off x="5119630"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9" name="Text Placeholder 2">
            <a:extLst>
              <a:ext uri="{FF2B5EF4-FFF2-40B4-BE49-F238E27FC236}">
                <a16:creationId xmlns:a16="http://schemas.microsoft.com/office/drawing/2014/main" id="{DB5206F8-8307-A73A-CE56-CA2FD0EA39D4}"/>
              </a:ext>
            </a:extLst>
          </p:cNvPr>
          <p:cNvSpPr>
            <a:spLocks noGrp="1"/>
          </p:cNvSpPr>
          <p:nvPr>
            <p:ph type="body" idx="19" hasCustomPrompt="1"/>
          </p:nvPr>
        </p:nvSpPr>
        <p:spPr>
          <a:xfrm>
            <a:off x="5275853"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50" name="Content Placeholder 3">
            <a:extLst>
              <a:ext uri="{FF2B5EF4-FFF2-40B4-BE49-F238E27FC236}">
                <a16:creationId xmlns:a16="http://schemas.microsoft.com/office/drawing/2014/main" id="{DC6D66F0-02D3-2ADC-1C08-571FA4466C3F}"/>
              </a:ext>
            </a:extLst>
          </p:cNvPr>
          <p:cNvSpPr>
            <a:spLocks noGrp="1"/>
          </p:cNvSpPr>
          <p:nvPr>
            <p:ph sz="half" idx="20" hasCustomPrompt="1"/>
          </p:nvPr>
        </p:nvSpPr>
        <p:spPr>
          <a:xfrm>
            <a:off x="5275853"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4404414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ive pillar w cicle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a:xfrm>
            <a:off x="419100" y="345625"/>
            <a:ext cx="11430000" cy="638175"/>
          </a:xfrm>
        </p:spPr>
        <p:txBody>
          <a:bodyPr/>
          <a:lstStyle/>
          <a:p>
            <a:r>
              <a:rPr lang="en-US" dirty="0"/>
              <a:t>Five-column circular icon, heading, and content layout</a:t>
            </a:r>
          </a:p>
        </p:txBody>
      </p:sp>
      <p:cxnSp>
        <p:nvCxnSpPr>
          <p:cNvPr id="46" name="Straight Connector 45">
            <a:extLst>
              <a:ext uri="{FF2B5EF4-FFF2-40B4-BE49-F238E27FC236}">
                <a16:creationId xmlns:a16="http://schemas.microsoft.com/office/drawing/2014/main" id="{392505C8-3896-8478-1235-5A420A519E93}"/>
              </a:ext>
            </a:extLst>
          </p:cNvPr>
          <p:cNvCxnSpPr>
            <a:cxnSpLocks/>
          </p:cNvCxnSpPr>
          <p:nvPr userDrawn="1"/>
        </p:nvCxnSpPr>
        <p:spPr>
          <a:xfrm>
            <a:off x="381000" y="3541503"/>
            <a:ext cx="11430000" cy="0"/>
          </a:xfrm>
          <a:prstGeom prst="line">
            <a:avLst/>
          </a:prstGeom>
          <a:ln w="1905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791210B6-BA45-E02E-5EDA-A5720EB468A7}"/>
              </a:ext>
            </a:extLst>
          </p:cNvPr>
          <p:cNvSpPr/>
          <p:nvPr userDrawn="1"/>
        </p:nvSpPr>
        <p:spPr>
          <a:xfrm>
            <a:off x="680641"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18" name="Picture Placeholder 12">
            <a:extLst>
              <a:ext uri="{FF2B5EF4-FFF2-40B4-BE49-F238E27FC236}">
                <a16:creationId xmlns:a16="http://schemas.microsoft.com/office/drawing/2014/main" id="{0C272F88-F183-6492-2FC6-B544D29E2BA8}"/>
              </a:ext>
            </a:extLst>
          </p:cNvPr>
          <p:cNvSpPr>
            <a:spLocks noGrp="1"/>
          </p:cNvSpPr>
          <p:nvPr>
            <p:ph type="pic" sz="quarter" idx="33" hasCustomPrompt="1"/>
          </p:nvPr>
        </p:nvSpPr>
        <p:spPr>
          <a:xfrm>
            <a:off x="690166"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19" name="Oval 18">
            <a:extLst>
              <a:ext uri="{FF2B5EF4-FFF2-40B4-BE49-F238E27FC236}">
                <a16:creationId xmlns:a16="http://schemas.microsoft.com/office/drawing/2014/main" id="{342E6A1B-8278-4A63-B26C-C0E96D478D13}"/>
              </a:ext>
            </a:extLst>
          </p:cNvPr>
          <p:cNvSpPr/>
          <p:nvPr userDrawn="1"/>
        </p:nvSpPr>
        <p:spPr>
          <a:xfrm>
            <a:off x="3032467"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20" name="Picture Placeholder 12">
            <a:extLst>
              <a:ext uri="{FF2B5EF4-FFF2-40B4-BE49-F238E27FC236}">
                <a16:creationId xmlns:a16="http://schemas.microsoft.com/office/drawing/2014/main" id="{CB363CF5-B1B6-F5BA-1AB9-EBCAEBC5DA3B}"/>
              </a:ext>
            </a:extLst>
          </p:cNvPr>
          <p:cNvSpPr>
            <a:spLocks noGrp="1"/>
          </p:cNvSpPr>
          <p:nvPr>
            <p:ph type="pic" sz="quarter" idx="34" hasCustomPrompt="1"/>
          </p:nvPr>
        </p:nvSpPr>
        <p:spPr>
          <a:xfrm>
            <a:off x="3041992"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21" name="Oval 20">
            <a:extLst>
              <a:ext uri="{FF2B5EF4-FFF2-40B4-BE49-F238E27FC236}">
                <a16:creationId xmlns:a16="http://schemas.microsoft.com/office/drawing/2014/main" id="{2592E17C-3558-F608-BBB0-FE3B918F382B}"/>
              </a:ext>
            </a:extLst>
          </p:cNvPr>
          <p:cNvSpPr/>
          <p:nvPr userDrawn="1"/>
        </p:nvSpPr>
        <p:spPr>
          <a:xfrm>
            <a:off x="5384293"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1" name="Picture Placeholder 12">
            <a:extLst>
              <a:ext uri="{FF2B5EF4-FFF2-40B4-BE49-F238E27FC236}">
                <a16:creationId xmlns:a16="http://schemas.microsoft.com/office/drawing/2014/main" id="{7BB94B14-FF37-028A-EF00-3618695FEA70}"/>
              </a:ext>
            </a:extLst>
          </p:cNvPr>
          <p:cNvSpPr>
            <a:spLocks noGrp="1"/>
          </p:cNvSpPr>
          <p:nvPr>
            <p:ph type="pic" sz="quarter" idx="35" hasCustomPrompt="1"/>
          </p:nvPr>
        </p:nvSpPr>
        <p:spPr>
          <a:xfrm>
            <a:off x="5393818"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32" name="Oval 31">
            <a:extLst>
              <a:ext uri="{FF2B5EF4-FFF2-40B4-BE49-F238E27FC236}">
                <a16:creationId xmlns:a16="http://schemas.microsoft.com/office/drawing/2014/main" id="{22775533-567B-2EC2-C299-79C30121011C}"/>
              </a:ext>
            </a:extLst>
          </p:cNvPr>
          <p:cNvSpPr/>
          <p:nvPr userDrawn="1"/>
        </p:nvSpPr>
        <p:spPr>
          <a:xfrm>
            <a:off x="7736118"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3" name="Picture Placeholder 12">
            <a:extLst>
              <a:ext uri="{FF2B5EF4-FFF2-40B4-BE49-F238E27FC236}">
                <a16:creationId xmlns:a16="http://schemas.microsoft.com/office/drawing/2014/main" id="{D20E0605-C5AA-DDDB-7091-C45149DB3C18}"/>
              </a:ext>
            </a:extLst>
          </p:cNvPr>
          <p:cNvSpPr>
            <a:spLocks noGrp="1"/>
          </p:cNvSpPr>
          <p:nvPr>
            <p:ph type="pic" sz="quarter" idx="36" hasCustomPrompt="1"/>
          </p:nvPr>
        </p:nvSpPr>
        <p:spPr>
          <a:xfrm>
            <a:off x="7745643"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34" name="Oval 33">
            <a:extLst>
              <a:ext uri="{FF2B5EF4-FFF2-40B4-BE49-F238E27FC236}">
                <a16:creationId xmlns:a16="http://schemas.microsoft.com/office/drawing/2014/main" id="{E2706883-016F-51F4-5F05-871887CCE838}"/>
              </a:ext>
            </a:extLst>
          </p:cNvPr>
          <p:cNvSpPr/>
          <p:nvPr userDrawn="1"/>
        </p:nvSpPr>
        <p:spPr>
          <a:xfrm>
            <a:off x="10087943"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5" name="Picture Placeholder 12">
            <a:extLst>
              <a:ext uri="{FF2B5EF4-FFF2-40B4-BE49-F238E27FC236}">
                <a16:creationId xmlns:a16="http://schemas.microsoft.com/office/drawing/2014/main" id="{2C859758-47DC-216A-0239-1927A94ED4B8}"/>
              </a:ext>
            </a:extLst>
          </p:cNvPr>
          <p:cNvSpPr>
            <a:spLocks noGrp="1"/>
          </p:cNvSpPr>
          <p:nvPr>
            <p:ph type="pic" sz="quarter" idx="37" hasCustomPrompt="1"/>
          </p:nvPr>
        </p:nvSpPr>
        <p:spPr>
          <a:xfrm>
            <a:off x="10097468"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36" name="Text Placeholder 2">
            <a:extLst>
              <a:ext uri="{FF2B5EF4-FFF2-40B4-BE49-F238E27FC236}">
                <a16:creationId xmlns:a16="http://schemas.microsoft.com/office/drawing/2014/main" id="{A61840EB-CA45-4476-A575-305742C04D5E}"/>
              </a:ext>
            </a:extLst>
          </p:cNvPr>
          <p:cNvSpPr>
            <a:spLocks noGrp="1"/>
          </p:cNvSpPr>
          <p:nvPr>
            <p:ph type="body" idx="1" hasCustomPrompt="1"/>
          </p:nvPr>
        </p:nvSpPr>
        <p:spPr>
          <a:xfrm>
            <a:off x="419100" y="3951893"/>
            <a:ext cx="2022698" cy="590931"/>
          </a:xfrm>
        </p:spPr>
        <p:txBody>
          <a:bodyPr anchor="ctr"/>
          <a:lstStyle>
            <a:lvl1pPr marL="0" indent="0" algn="ctr">
              <a:buNone/>
              <a:defRPr sz="1800" b="1" i="0">
                <a:solidFill>
                  <a:schemeClr val="accent1">
                    <a:lumMod val="40000"/>
                    <a:lumOff val="60000"/>
                  </a:schemeClr>
                </a:solidFill>
                <a:latin typeface="+mn-lt"/>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37" name="Text Placeholder 12">
            <a:extLst>
              <a:ext uri="{FF2B5EF4-FFF2-40B4-BE49-F238E27FC236}">
                <a16:creationId xmlns:a16="http://schemas.microsoft.com/office/drawing/2014/main" id="{F46AA240-F079-4F03-A441-6CF63BB3C4C5}"/>
              </a:ext>
            </a:extLst>
          </p:cNvPr>
          <p:cNvSpPr>
            <a:spLocks noGrp="1"/>
          </p:cNvSpPr>
          <p:nvPr>
            <p:ph type="body" sz="quarter" idx="14" hasCustomPrompt="1"/>
          </p:nvPr>
        </p:nvSpPr>
        <p:spPr>
          <a:xfrm>
            <a:off x="419100" y="4575352"/>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38" name="Text Placeholder 2">
            <a:extLst>
              <a:ext uri="{FF2B5EF4-FFF2-40B4-BE49-F238E27FC236}">
                <a16:creationId xmlns:a16="http://schemas.microsoft.com/office/drawing/2014/main" id="{E7E5C9DE-D23F-49F3-96BC-C60ACF46E0C1}"/>
              </a:ext>
            </a:extLst>
          </p:cNvPr>
          <p:cNvSpPr>
            <a:spLocks noGrp="1"/>
          </p:cNvSpPr>
          <p:nvPr>
            <p:ph type="body" idx="15" hasCustomPrompt="1"/>
          </p:nvPr>
        </p:nvSpPr>
        <p:spPr>
          <a:xfrm>
            <a:off x="2770926" y="3951893"/>
            <a:ext cx="2022698" cy="590931"/>
          </a:xfrm>
        </p:spPr>
        <p:txBody>
          <a:bodyPr anchor="ctr"/>
          <a:lstStyle>
            <a:lvl1pPr marL="0" indent="0" algn="ctr">
              <a:buNone/>
              <a:defRPr sz="1800" b="1" i="0">
                <a:solidFill>
                  <a:schemeClr val="accent1">
                    <a:lumMod val="40000"/>
                    <a:lumOff val="60000"/>
                  </a:schemeClr>
                </a:solidFill>
                <a:latin typeface="+mn-lt"/>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9" name="Text Placeholder 12">
            <a:extLst>
              <a:ext uri="{FF2B5EF4-FFF2-40B4-BE49-F238E27FC236}">
                <a16:creationId xmlns:a16="http://schemas.microsoft.com/office/drawing/2014/main" id="{1C81B28B-812F-4663-BD93-13B40FE882E5}"/>
              </a:ext>
            </a:extLst>
          </p:cNvPr>
          <p:cNvSpPr>
            <a:spLocks noGrp="1"/>
          </p:cNvSpPr>
          <p:nvPr>
            <p:ph type="body" sz="quarter" idx="16" hasCustomPrompt="1"/>
          </p:nvPr>
        </p:nvSpPr>
        <p:spPr>
          <a:xfrm>
            <a:off x="2770926" y="4575352"/>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40" name="Text Placeholder 2">
            <a:extLst>
              <a:ext uri="{FF2B5EF4-FFF2-40B4-BE49-F238E27FC236}">
                <a16:creationId xmlns:a16="http://schemas.microsoft.com/office/drawing/2014/main" id="{5D04C760-1572-4A79-808D-BA447ABF8BA8}"/>
              </a:ext>
            </a:extLst>
          </p:cNvPr>
          <p:cNvSpPr>
            <a:spLocks noGrp="1"/>
          </p:cNvSpPr>
          <p:nvPr>
            <p:ph type="body" idx="17" hasCustomPrompt="1"/>
          </p:nvPr>
        </p:nvSpPr>
        <p:spPr>
          <a:xfrm>
            <a:off x="5122752" y="3951893"/>
            <a:ext cx="2022698" cy="590931"/>
          </a:xfrm>
        </p:spPr>
        <p:txBody>
          <a:bodyPr anchor="ctr"/>
          <a:lstStyle>
            <a:lvl1pPr marL="0" indent="0" algn="ctr">
              <a:buNone/>
              <a:defRPr sz="1800" b="1" i="0">
                <a:solidFill>
                  <a:schemeClr val="accent1">
                    <a:lumMod val="40000"/>
                    <a:lumOff val="60000"/>
                  </a:schemeClr>
                </a:solidFill>
                <a:latin typeface="+mn-lt"/>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1" name="Text Placeholder 12">
            <a:extLst>
              <a:ext uri="{FF2B5EF4-FFF2-40B4-BE49-F238E27FC236}">
                <a16:creationId xmlns:a16="http://schemas.microsoft.com/office/drawing/2014/main" id="{3E67BEEA-32C4-4A2D-A8CB-3EB33914A811}"/>
              </a:ext>
            </a:extLst>
          </p:cNvPr>
          <p:cNvSpPr>
            <a:spLocks noGrp="1"/>
          </p:cNvSpPr>
          <p:nvPr>
            <p:ph type="body" sz="quarter" idx="18" hasCustomPrompt="1"/>
          </p:nvPr>
        </p:nvSpPr>
        <p:spPr>
          <a:xfrm>
            <a:off x="5122751" y="4575352"/>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42" name="Text Placeholder 2">
            <a:extLst>
              <a:ext uri="{FF2B5EF4-FFF2-40B4-BE49-F238E27FC236}">
                <a16:creationId xmlns:a16="http://schemas.microsoft.com/office/drawing/2014/main" id="{65D2E243-576F-406C-8D8E-E9BF143543CC}"/>
              </a:ext>
            </a:extLst>
          </p:cNvPr>
          <p:cNvSpPr>
            <a:spLocks noGrp="1"/>
          </p:cNvSpPr>
          <p:nvPr>
            <p:ph type="body" idx="19" hasCustomPrompt="1"/>
          </p:nvPr>
        </p:nvSpPr>
        <p:spPr>
          <a:xfrm>
            <a:off x="7474577" y="3951893"/>
            <a:ext cx="2022698" cy="590931"/>
          </a:xfrm>
        </p:spPr>
        <p:txBody>
          <a:bodyPr anchor="ctr"/>
          <a:lstStyle>
            <a:lvl1pPr marL="0" indent="0" algn="ctr">
              <a:buNone/>
              <a:defRPr sz="1800" b="1" i="0">
                <a:solidFill>
                  <a:schemeClr val="accent1">
                    <a:lumMod val="40000"/>
                    <a:lumOff val="60000"/>
                  </a:schemeClr>
                </a:solidFill>
                <a:latin typeface="+mn-lt"/>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3" name="Text Placeholder 12">
            <a:extLst>
              <a:ext uri="{FF2B5EF4-FFF2-40B4-BE49-F238E27FC236}">
                <a16:creationId xmlns:a16="http://schemas.microsoft.com/office/drawing/2014/main" id="{0296E8C2-919C-415F-BCA6-1846B3787E98}"/>
              </a:ext>
            </a:extLst>
          </p:cNvPr>
          <p:cNvSpPr>
            <a:spLocks noGrp="1"/>
          </p:cNvSpPr>
          <p:nvPr>
            <p:ph type="body" sz="quarter" idx="20" hasCustomPrompt="1"/>
          </p:nvPr>
        </p:nvSpPr>
        <p:spPr>
          <a:xfrm>
            <a:off x="7474576" y="4575352"/>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44" name="Text Placeholder 2">
            <a:extLst>
              <a:ext uri="{FF2B5EF4-FFF2-40B4-BE49-F238E27FC236}">
                <a16:creationId xmlns:a16="http://schemas.microsoft.com/office/drawing/2014/main" id="{CC16E155-7D50-49B0-9A50-F32B0018062B}"/>
              </a:ext>
            </a:extLst>
          </p:cNvPr>
          <p:cNvSpPr>
            <a:spLocks noGrp="1"/>
          </p:cNvSpPr>
          <p:nvPr>
            <p:ph type="body" idx="21" hasCustomPrompt="1"/>
          </p:nvPr>
        </p:nvSpPr>
        <p:spPr>
          <a:xfrm>
            <a:off x="9826402" y="3951893"/>
            <a:ext cx="2022698" cy="590931"/>
          </a:xfrm>
        </p:spPr>
        <p:txBody>
          <a:bodyPr anchor="ctr"/>
          <a:lstStyle>
            <a:lvl1pPr marL="0" indent="0" algn="ctr">
              <a:buNone/>
              <a:defRPr sz="1800" b="1" i="0">
                <a:solidFill>
                  <a:schemeClr val="accent1">
                    <a:lumMod val="40000"/>
                    <a:lumOff val="60000"/>
                  </a:schemeClr>
                </a:solidFill>
                <a:latin typeface="+mn-lt"/>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5" name="Text Placeholder 12">
            <a:extLst>
              <a:ext uri="{FF2B5EF4-FFF2-40B4-BE49-F238E27FC236}">
                <a16:creationId xmlns:a16="http://schemas.microsoft.com/office/drawing/2014/main" id="{D472FAF7-29BD-4AB3-8850-1FC1EC028545}"/>
              </a:ext>
            </a:extLst>
          </p:cNvPr>
          <p:cNvSpPr>
            <a:spLocks noGrp="1"/>
          </p:cNvSpPr>
          <p:nvPr>
            <p:ph type="body" sz="quarter" idx="22" hasCustomPrompt="1"/>
          </p:nvPr>
        </p:nvSpPr>
        <p:spPr>
          <a:xfrm>
            <a:off x="9826402" y="4575352"/>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Tree>
    <p:extLst>
      <p:ext uri="{BB962C8B-B14F-4D97-AF65-F5344CB8AC3E}">
        <p14:creationId xmlns:p14="http://schemas.microsoft.com/office/powerpoint/2010/main" val="30662001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Use Cases: Check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20522-A404-51AF-CFF1-17EC831B73BB}"/>
              </a:ext>
            </a:extLst>
          </p:cNvPr>
          <p:cNvSpPr>
            <a:spLocks noGrp="1"/>
          </p:cNvSpPr>
          <p:nvPr>
            <p:ph type="title" hasCustomPrompt="1"/>
          </p:nvPr>
        </p:nvSpPr>
        <p:spPr/>
        <p:txBody>
          <a:bodyPr/>
          <a:lstStyle>
            <a:lvl1pPr>
              <a:defRPr/>
            </a:lvl1pPr>
          </a:lstStyle>
          <a:p>
            <a:r>
              <a:rPr lang="en-US" dirty="0"/>
              <a:t>Top use cases</a:t>
            </a:r>
          </a:p>
        </p:txBody>
      </p:sp>
      <p:sp>
        <p:nvSpPr>
          <p:cNvPr id="10" name="Text Placeholder 9">
            <a:extLst>
              <a:ext uri="{FF2B5EF4-FFF2-40B4-BE49-F238E27FC236}">
                <a16:creationId xmlns:a16="http://schemas.microsoft.com/office/drawing/2014/main" id="{085FC429-B813-BCF9-75C9-C157797DC654}"/>
              </a:ext>
            </a:extLst>
          </p:cNvPr>
          <p:cNvSpPr>
            <a:spLocks noGrp="1"/>
          </p:cNvSpPr>
          <p:nvPr>
            <p:ph type="body" sz="quarter" idx="11" hasCustomPrompt="1"/>
          </p:nvPr>
        </p:nvSpPr>
        <p:spPr>
          <a:xfrm>
            <a:off x="1292095" y="1379342"/>
            <a:ext cx="8680578" cy="480131"/>
          </a:xfrm>
        </p:spPr>
        <p:txBody>
          <a:bodyPr/>
          <a:lstStyle>
            <a:lvl1pPr marL="0" indent="0">
              <a:buNone/>
              <a:defRPr sz="2800"/>
            </a:lvl1pPr>
            <a:lvl2pPr marL="228600" indent="0">
              <a:buNone/>
              <a:defRPr/>
            </a:lvl2pPr>
            <a:lvl3pPr marL="231775" indent="0">
              <a:buNone/>
              <a:defRPr/>
            </a:lvl3pPr>
            <a:lvl4pPr marL="685800" indent="0">
              <a:buNone/>
              <a:defRPr/>
            </a:lvl4pPr>
            <a:lvl5pPr marL="685800" indent="0">
              <a:buNone/>
              <a:defRPr/>
            </a:lvl5pPr>
          </a:lstStyle>
          <a:p>
            <a:pPr lvl="0"/>
            <a:r>
              <a:rPr lang="en-US" dirty="0"/>
              <a:t>Use case example</a:t>
            </a:r>
          </a:p>
        </p:txBody>
      </p:sp>
      <p:sp>
        <p:nvSpPr>
          <p:cNvPr id="11" name="Text Placeholder 9">
            <a:extLst>
              <a:ext uri="{FF2B5EF4-FFF2-40B4-BE49-F238E27FC236}">
                <a16:creationId xmlns:a16="http://schemas.microsoft.com/office/drawing/2014/main" id="{D3BBFC18-52EB-E076-6D1C-E46A644C2D6D}"/>
              </a:ext>
            </a:extLst>
          </p:cNvPr>
          <p:cNvSpPr>
            <a:spLocks noGrp="1"/>
          </p:cNvSpPr>
          <p:nvPr>
            <p:ph type="body" sz="quarter" idx="12" hasCustomPrompt="1"/>
          </p:nvPr>
        </p:nvSpPr>
        <p:spPr>
          <a:xfrm>
            <a:off x="1292095" y="2307322"/>
            <a:ext cx="8680578" cy="480131"/>
          </a:xfrm>
        </p:spPr>
        <p:txBody>
          <a:bodyPr/>
          <a:lstStyle>
            <a:lvl1pPr marL="0" indent="0">
              <a:buNone/>
              <a:defRPr sz="2800"/>
            </a:lvl1pPr>
            <a:lvl2pPr marL="228600" indent="0">
              <a:buNone/>
              <a:defRPr/>
            </a:lvl2pPr>
            <a:lvl3pPr marL="231775" indent="0">
              <a:buNone/>
              <a:defRPr/>
            </a:lvl3pPr>
            <a:lvl4pPr marL="685800" indent="0">
              <a:buNone/>
              <a:defRPr/>
            </a:lvl4pPr>
            <a:lvl5pPr marL="685800" indent="0">
              <a:buNone/>
              <a:defRPr/>
            </a:lvl5pPr>
          </a:lstStyle>
          <a:p>
            <a:pPr lvl="0"/>
            <a:r>
              <a:rPr lang="en-US" dirty="0"/>
              <a:t>Use case example</a:t>
            </a:r>
          </a:p>
        </p:txBody>
      </p:sp>
      <p:sp>
        <p:nvSpPr>
          <p:cNvPr id="12" name="Text Placeholder 9">
            <a:extLst>
              <a:ext uri="{FF2B5EF4-FFF2-40B4-BE49-F238E27FC236}">
                <a16:creationId xmlns:a16="http://schemas.microsoft.com/office/drawing/2014/main" id="{7CB3671D-B64E-F549-5A9E-5C888A90A543}"/>
              </a:ext>
            </a:extLst>
          </p:cNvPr>
          <p:cNvSpPr>
            <a:spLocks noGrp="1"/>
          </p:cNvSpPr>
          <p:nvPr>
            <p:ph type="body" sz="quarter" idx="13" hasCustomPrompt="1"/>
          </p:nvPr>
        </p:nvSpPr>
        <p:spPr>
          <a:xfrm>
            <a:off x="1292095" y="3235302"/>
            <a:ext cx="8680578" cy="480131"/>
          </a:xfrm>
        </p:spPr>
        <p:txBody>
          <a:bodyPr/>
          <a:lstStyle>
            <a:lvl1pPr marL="0" indent="0">
              <a:buNone/>
              <a:defRPr sz="2800"/>
            </a:lvl1pPr>
            <a:lvl2pPr marL="228600" indent="0">
              <a:buNone/>
              <a:defRPr/>
            </a:lvl2pPr>
            <a:lvl3pPr marL="231775" indent="0">
              <a:buNone/>
              <a:defRPr/>
            </a:lvl3pPr>
            <a:lvl4pPr marL="685800" indent="0">
              <a:buNone/>
              <a:defRPr/>
            </a:lvl4pPr>
            <a:lvl5pPr marL="685800" indent="0">
              <a:buNone/>
              <a:defRPr/>
            </a:lvl5pPr>
          </a:lstStyle>
          <a:p>
            <a:pPr lvl="0"/>
            <a:r>
              <a:rPr lang="en-US" dirty="0"/>
              <a:t>Use case example</a:t>
            </a:r>
          </a:p>
        </p:txBody>
      </p:sp>
      <p:sp>
        <p:nvSpPr>
          <p:cNvPr id="13" name="Text Placeholder 9">
            <a:extLst>
              <a:ext uri="{FF2B5EF4-FFF2-40B4-BE49-F238E27FC236}">
                <a16:creationId xmlns:a16="http://schemas.microsoft.com/office/drawing/2014/main" id="{B9D0BBA1-AF91-1A1E-E1D3-5679BA150445}"/>
              </a:ext>
            </a:extLst>
          </p:cNvPr>
          <p:cNvSpPr>
            <a:spLocks noGrp="1"/>
          </p:cNvSpPr>
          <p:nvPr>
            <p:ph type="body" sz="quarter" idx="14" hasCustomPrompt="1"/>
          </p:nvPr>
        </p:nvSpPr>
        <p:spPr>
          <a:xfrm>
            <a:off x="1292095" y="4163282"/>
            <a:ext cx="8680578" cy="480131"/>
          </a:xfrm>
        </p:spPr>
        <p:txBody>
          <a:bodyPr/>
          <a:lstStyle>
            <a:lvl1pPr marL="0" indent="0">
              <a:buNone/>
              <a:defRPr sz="2800"/>
            </a:lvl1pPr>
            <a:lvl2pPr marL="228600" indent="0">
              <a:buNone/>
              <a:defRPr/>
            </a:lvl2pPr>
            <a:lvl3pPr marL="231775" indent="0">
              <a:buNone/>
              <a:defRPr/>
            </a:lvl3pPr>
            <a:lvl4pPr marL="685800" indent="0">
              <a:buNone/>
              <a:defRPr/>
            </a:lvl4pPr>
            <a:lvl5pPr marL="685800" indent="0">
              <a:buNone/>
              <a:defRPr/>
            </a:lvl5pPr>
          </a:lstStyle>
          <a:p>
            <a:pPr lvl="0"/>
            <a:r>
              <a:rPr lang="en-US" dirty="0"/>
              <a:t>Use case example</a:t>
            </a:r>
          </a:p>
        </p:txBody>
      </p:sp>
      <p:sp>
        <p:nvSpPr>
          <p:cNvPr id="14" name="Text Placeholder 9">
            <a:extLst>
              <a:ext uri="{FF2B5EF4-FFF2-40B4-BE49-F238E27FC236}">
                <a16:creationId xmlns:a16="http://schemas.microsoft.com/office/drawing/2014/main" id="{3F64019A-9444-E8BF-5E93-A4522E7A60F7}"/>
              </a:ext>
            </a:extLst>
          </p:cNvPr>
          <p:cNvSpPr>
            <a:spLocks noGrp="1"/>
          </p:cNvSpPr>
          <p:nvPr>
            <p:ph type="body" sz="quarter" idx="15" hasCustomPrompt="1"/>
          </p:nvPr>
        </p:nvSpPr>
        <p:spPr>
          <a:xfrm>
            <a:off x="1292095" y="5091261"/>
            <a:ext cx="8680578" cy="480131"/>
          </a:xfrm>
        </p:spPr>
        <p:txBody>
          <a:bodyPr/>
          <a:lstStyle>
            <a:lvl1pPr marL="0" indent="0">
              <a:buNone/>
              <a:defRPr sz="2800"/>
            </a:lvl1pPr>
            <a:lvl2pPr marL="228600" indent="0">
              <a:buNone/>
              <a:defRPr/>
            </a:lvl2pPr>
            <a:lvl3pPr marL="231775" indent="0">
              <a:buNone/>
              <a:defRPr/>
            </a:lvl3pPr>
            <a:lvl4pPr marL="685800" indent="0">
              <a:buNone/>
              <a:defRPr/>
            </a:lvl4pPr>
            <a:lvl5pPr marL="685800" indent="0">
              <a:buNone/>
              <a:defRPr/>
            </a:lvl5pPr>
          </a:lstStyle>
          <a:p>
            <a:pPr lvl="0"/>
            <a:r>
              <a:rPr lang="en-US" dirty="0"/>
              <a:t>Use case example</a:t>
            </a:r>
          </a:p>
        </p:txBody>
      </p:sp>
      <p:grpSp>
        <p:nvGrpSpPr>
          <p:cNvPr id="15" name="Group 14">
            <a:extLst>
              <a:ext uri="{FF2B5EF4-FFF2-40B4-BE49-F238E27FC236}">
                <a16:creationId xmlns:a16="http://schemas.microsoft.com/office/drawing/2014/main" id="{ABA4AED8-3593-E3C7-2A53-260D635D2991}"/>
              </a:ext>
            </a:extLst>
          </p:cNvPr>
          <p:cNvGrpSpPr/>
          <p:nvPr userDrawn="1"/>
        </p:nvGrpSpPr>
        <p:grpSpPr>
          <a:xfrm>
            <a:off x="419100" y="1348973"/>
            <a:ext cx="500896" cy="500896"/>
            <a:chOff x="1422185" y="1579726"/>
            <a:chExt cx="1060908" cy="1060908"/>
          </a:xfrm>
        </p:grpSpPr>
        <p:sp>
          <p:nvSpPr>
            <p:cNvPr id="16" name="Oval 15">
              <a:extLst>
                <a:ext uri="{FF2B5EF4-FFF2-40B4-BE49-F238E27FC236}">
                  <a16:creationId xmlns:a16="http://schemas.microsoft.com/office/drawing/2014/main" id="{3618912E-8CB2-EBA1-BF5E-D8B09770FBE5}"/>
                </a:ext>
              </a:extLst>
            </p:cNvPr>
            <p:cNvSpPr/>
            <p:nvPr userDrawn="1"/>
          </p:nvSpPr>
          <p:spPr>
            <a:xfrm>
              <a:off x="1422185" y="1579726"/>
              <a:ext cx="1060908" cy="1060908"/>
            </a:xfrm>
            <a:prstGeom prst="ellipse">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17" name="Graphic 11" descr="Checkmark">
              <a:extLst>
                <a:ext uri="{FF2B5EF4-FFF2-40B4-BE49-F238E27FC236}">
                  <a16:creationId xmlns:a16="http://schemas.microsoft.com/office/drawing/2014/main" id="{CCDD29EF-8274-7675-1C6B-D7191DC5057D}"/>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2"/>
            </a:solidFill>
            <a:ln w="28575" cap="rnd">
              <a:solidFill>
                <a:schemeClr val="accent2"/>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grpSp>
        <p:nvGrpSpPr>
          <p:cNvPr id="18" name="Group 17">
            <a:extLst>
              <a:ext uri="{FF2B5EF4-FFF2-40B4-BE49-F238E27FC236}">
                <a16:creationId xmlns:a16="http://schemas.microsoft.com/office/drawing/2014/main" id="{7A1AC6BF-DFAD-25C7-5DA6-A04D4B214AB7}"/>
              </a:ext>
            </a:extLst>
          </p:cNvPr>
          <p:cNvGrpSpPr/>
          <p:nvPr userDrawn="1"/>
        </p:nvGrpSpPr>
        <p:grpSpPr>
          <a:xfrm>
            <a:off x="419100" y="5051130"/>
            <a:ext cx="500896" cy="500896"/>
            <a:chOff x="1422185" y="1579726"/>
            <a:chExt cx="1060908" cy="1060908"/>
          </a:xfrm>
        </p:grpSpPr>
        <p:sp>
          <p:nvSpPr>
            <p:cNvPr id="19" name="Oval 18">
              <a:extLst>
                <a:ext uri="{FF2B5EF4-FFF2-40B4-BE49-F238E27FC236}">
                  <a16:creationId xmlns:a16="http://schemas.microsoft.com/office/drawing/2014/main" id="{411F1EE3-D550-D3BF-7081-9F669CBBA0DE}"/>
                </a:ext>
              </a:extLst>
            </p:cNvPr>
            <p:cNvSpPr/>
            <p:nvPr userDrawn="1"/>
          </p:nvSpPr>
          <p:spPr>
            <a:xfrm>
              <a:off x="1422185" y="1579726"/>
              <a:ext cx="1060908" cy="1060908"/>
            </a:xfrm>
            <a:prstGeom prst="ellipse">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20" name="Graphic 11" descr="Checkmark">
              <a:extLst>
                <a:ext uri="{FF2B5EF4-FFF2-40B4-BE49-F238E27FC236}">
                  <a16:creationId xmlns:a16="http://schemas.microsoft.com/office/drawing/2014/main" id="{8BD184F8-E9C2-7453-DA91-BAD0A7991E80}"/>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2"/>
            </a:solidFill>
            <a:ln w="28575" cap="rnd">
              <a:solidFill>
                <a:schemeClr val="accent2"/>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grpSp>
        <p:nvGrpSpPr>
          <p:cNvPr id="21" name="Group 20">
            <a:extLst>
              <a:ext uri="{FF2B5EF4-FFF2-40B4-BE49-F238E27FC236}">
                <a16:creationId xmlns:a16="http://schemas.microsoft.com/office/drawing/2014/main" id="{713D8B05-C7A4-BDFB-71FB-DB6E8D363004}"/>
              </a:ext>
            </a:extLst>
          </p:cNvPr>
          <p:cNvGrpSpPr/>
          <p:nvPr userDrawn="1"/>
        </p:nvGrpSpPr>
        <p:grpSpPr>
          <a:xfrm>
            <a:off x="419100" y="2274512"/>
            <a:ext cx="500896" cy="500896"/>
            <a:chOff x="1422185" y="1579726"/>
            <a:chExt cx="1060908" cy="1060908"/>
          </a:xfrm>
        </p:grpSpPr>
        <p:sp>
          <p:nvSpPr>
            <p:cNvPr id="22" name="Oval 21">
              <a:extLst>
                <a:ext uri="{FF2B5EF4-FFF2-40B4-BE49-F238E27FC236}">
                  <a16:creationId xmlns:a16="http://schemas.microsoft.com/office/drawing/2014/main" id="{AD75B61B-43C2-985D-7848-853DE066F942}"/>
                </a:ext>
              </a:extLst>
            </p:cNvPr>
            <p:cNvSpPr/>
            <p:nvPr userDrawn="1"/>
          </p:nvSpPr>
          <p:spPr>
            <a:xfrm>
              <a:off x="1422185" y="1579726"/>
              <a:ext cx="1060908" cy="1060908"/>
            </a:xfrm>
            <a:prstGeom prst="ellipse">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23" name="Graphic 11" descr="Checkmark">
              <a:extLst>
                <a:ext uri="{FF2B5EF4-FFF2-40B4-BE49-F238E27FC236}">
                  <a16:creationId xmlns:a16="http://schemas.microsoft.com/office/drawing/2014/main" id="{20BB3EDD-F074-A059-65DA-76E08F7F930A}"/>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2"/>
            </a:solidFill>
            <a:ln w="28575" cap="rnd">
              <a:solidFill>
                <a:schemeClr val="accent2"/>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grpSp>
        <p:nvGrpSpPr>
          <p:cNvPr id="24" name="Group 23">
            <a:extLst>
              <a:ext uri="{FF2B5EF4-FFF2-40B4-BE49-F238E27FC236}">
                <a16:creationId xmlns:a16="http://schemas.microsoft.com/office/drawing/2014/main" id="{C296B3C4-799E-A1BC-64ED-B47549F74A98}"/>
              </a:ext>
            </a:extLst>
          </p:cNvPr>
          <p:cNvGrpSpPr/>
          <p:nvPr userDrawn="1"/>
        </p:nvGrpSpPr>
        <p:grpSpPr>
          <a:xfrm>
            <a:off x="419100" y="3200051"/>
            <a:ext cx="500896" cy="500896"/>
            <a:chOff x="1422185" y="1579726"/>
            <a:chExt cx="1060908" cy="1060908"/>
          </a:xfrm>
        </p:grpSpPr>
        <p:sp>
          <p:nvSpPr>
            <p:cNvPr id="25" name="Oval 24">
              <a:extLst>
                <a:ext uri="{FF2B5EF4-FFF2-40B4-BE49-F238E27FC236}">
                  <a16:creationId xmlns:a16="http://schemas.microsoft.com/office/drawing/2014/main" id="{4B7C98C4-C117-E862-FA3E-BA77D9F8D1B2}"/>
                </a:ext>
              </a:extLst>
            </p:cNvPr>
            <p:cNvSpPr/>
            <p:nvPr userDrawn="1"/>
          </p:nvSpPr>
          <p:spPr>
            <a:xfrm>
              <a:off x="1422185" y="1579726"/>
              <a:ext cx="1060908" cy="1060908"/>
            </a:xfrm>
            <a:prstGeom prst="ellipse">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26" name="Graphic 11" descr="Checkmark">
              <a:extLst>
                <a:ext uri="{FF2B5EF4-FFF2-40B4-BE49-F238E27FC236}">
                  <a16:creationId xmlns:a16="http://schemas.microsoft.com/office/drawing/2014/main" id="{C6350DE8-4421-83D9-510C-331150A1D759}"/>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2"/>
            </a:solidFill>
            <a:ln w="28575" cap="rnd">
              <a:solidFill>
                <a:schemeClr val="accent2"/>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grpSp>
        <p:nvGrpSpPr>
          <p:cNvPr id="27" name="Group 26">
            <a:extLst>
              <a:ext uri="{FF2B5EF4-FFF2-40B4-BE49-F238E27FC236}">
                <a16:creationId xmlns:a16="http://schemas.microsoft.com/office/drawing/2014/main" id="{5FE5288D-8C63-E6FE-4635-36BF83D49C12}"/>
              </a:ext>
            </a:extLst>
          </p:cNvPr>
          <p:cNvGrpSpPr/>
          <p:nvPr userDrawn="1"/>
        </p:nvGrpSpPr>
        <p:grpSpPr>
          <a:xfrm>
            <a:off x="419100" y="4125590"/>
            <a:ext cx="500896" cy="500896"/>
            <a:chOff x="1422185" y="1579726"/>
            <a:chExt cx="1060908" cy="1060908"/>
          </a:xfrm>
        </p:grpSpPr>
        <p:sp>
          <p:nvSpPr>
            <p:cNvPr id="28" name="Oval 27">
              <a:extLst>
                <a:ext uri="{FF2B5EF4-FFF2-40B4-BE49-F238E27FC236}">
                  <a16:creationId xmlns:a16="http://schemas.microsoft.com/office/drawing/2014/main" id="{66897C27-D305-EDB8-2AC4-1E6D2BFF093E}"/>
                </a:ext>
              </a:extLst>
            </p:cNvPr>
            <p:cNvSpPr/>
            <p:nvPr userDrawn="1"/>
          </p:nvSpPr>
          <p:spPr>
            <a:xfrm>
              <a:off x="1422185" y="1579726"/>
              <a:ext cx="1060908" cy="1060908"/>
            </a:xfrm>
            <a:prstGeom prst="ellipse">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29" name="Graphic 11" descr="Checkmark">
              <a:extLst>
                <a:ext uri="{FF2B5EF4-FFF2-40B4-BE49-F238E27FC236}">
                  <a16:creationId xmlns:a16="http://schemas.microsoft.com/office/drawing/2014/main" id="{DD39B85B-97F3-8601-DA52-44014F4078DB}"/>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2"/>
            </a:solidFill>
            <a:ln w="28575" cap="rnd">
              <a:solidFill>
                <a:schemeClr val="accent2"/>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spTree>
    <p:extLst>
      <p:ext uri="{BB962C8B-B14F-4D97-AF65-F5344CB8AC3E}">
        <p14:creationId xmlns:p14="http://schemas.microsoft.com/office/powerpoint/2010/main" val="4082444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Use Cases: Boxes">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E2C34B5-D06C-94FE-F897-148C726A84FA}"/>
              </a:ext>
            </a:extLst>
          </p:cNvPr>
          <p:cNvGrpSpPr>
            <a:grpSpLocks noChangeAspect="1"/>
          </p:cNvGrpSpPr>
          <p:nvPr userDrawn="1"/>
        </p:nvGrpSpPr>
        <p:grpSpPr>
          <a:xfrm>
            <a:off x="1905767" y="1388537"/>
            <a:ext cx="1097280" cy="1097280"/>
            <a:chOff x="1422185" y="1579726"/>
            <a:chExt cx="1060908" cy="1060908"/>
          </a:xfrm>
        </p:grpSpPr>
        <p:sp>
          <p:nvSpPr>
            <p:cNvPr id="6" name="Oval 5">
              <a:extLst>
                <a:ext uri="{FF2B5EF4-FFF2-40B4-BE49-F238E27FC236}">
                  <a16:creationId xmlns:a16="http://schemas.microsoft.com/office/drawing/2014/main" id="{2D059D62-2921-A8C9-B6E8-4C37D013E9B4}"/>
                </a:ext>
              </a:extLst>
            </p:cNvPr>
            <p:cNvSpPr/>
            <p:nvPr userDrawn="1"/>
          </p:nvSpPr>
          <p:spPr>
            <a:xfrm>
              <a:off x="1422185" y="1579726"/>
              <a:ext cx="1060908" cy="1060908"/>
            </a:xfrm>
            <a:prstGeom prst="ellipse">
              <a:avLst/>
            </a:prstGeom>
            <a:noFill/>
            <a:ln w="28575"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7" name="Graphic 11" descr="Checkmark">
              <a:extLst>
                <a:ext uri="{FF2B5EF4-FFF2-40B4-BE49-F238E27FC236}">
                  <a16:creationId xmlns:a16="http://schemas.microsoft.com/office/drawing/2014/main" id="{DD1079AC-7470-5106-9793-5ACB41C49949}"/>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1"/>
            </a:solidFill>
            <a:ln w="28575" cap="rnd">
              <a:solidFill>
                <a:schemeClr val="accent1"/>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grpSp>
        <p:nvGrpSpPr>
          <p:cNvPr id="8" name="Group 7">
            <a:extLst>
              <a:ext uri="{FF2B5EF4-FFF2-40B4-BE49-F238E27FC236}">
                <a16:creationId xmlns:a16="http://schemas.microsoft.com/office/drawing/2014/main" id="{C6AE0D3F-CFB4-DFC8-0B2E-8161E50AF2C6}"/>
              </a:ext>
            </a:extLst>
          </p:cNvPr>
          <p:cNvGrpSpPr>
            <a:grpSpLocks noChangeAspect="1"/>
          </p:cNvGrpSpPr>
          <p:nvPr userDrawn="1"/>
        </p:nvGrpSpPr>
        <p:grpSpPr>
          <a:xfrm>
            <a:off x="5472493" y="1428753"/>
            <a:ext cx="1097280" cy="1097280"/>
            <a:chOff x="1422185" y="1579726"/>
            <a:chExt cx="1060908" cy="1060908"/>
          </a:xfrm>
        </p:grpSpPr>
        <p:sp>
          <p:nvSpPr>
            <p:cNvPr id="9" name="Oval 8">
              <a:extLst>
                <a:ext uri="{FF2B5EF4-FFF2-40B4-BE49-F238E27FC236}">
                  <a16:creationId xmlns:a16="http://schemas.microsoft.com/office/drawing/2014/main" id="{378D146D-E91B-A2DD-92BF-40A59B7106D8}"/>
                </a:ext>
              </a:extLst>
            </p:cNvPr>
            <p:cNvSpPr/>
            <p:nvPr userDrawn="1"/>
          </p:nvSpPr>
          <p:spPr>
            <a:xfrm>
              <a:off x="1422185" y="1579726"/>
              <a:ext cx="1060908" cy="1060908"/>
            </a:xfrm>
            <a:prstGeom prst="ellipse">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30" name="Graphic 11" descr="Checkmark">
              <a:extLst>
                <a:ext uri="{FF2B5EF4-FFF2-40B4-BE49-F238E27FC236}">
                  <a16:creationId xmlns:a16="http://schemas.microsoft.com/office/drawing/2014/main" id="{D6C71418-3A56-458A-498D-AB0BA84F9894}"/>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2"/>
            </a:solidFill>
            <a:ln w="28575" cap="rnd">
              <a:solidFill>
                <a:schemeClr val="accent2"/>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grpSp>
        <p:nvGrpSpPr>
          <p:cNvPr id="31" name="Group 30">
            <a:extLst>
              <a:ext uri="{FF2B5EF4-FFF2-40B4-BE49-F238E27FC236}">
                <a16:creationId xmlns:a16="http://schemas.microsoft.com/office/drawing/2014/main" id="{2FE690AA-F614-7B1B-2103-D64191E4C8A5}"/>
              </a:ext>
            </a:extLst>
          </p:cNvPr>
          <p:cNvGrpSpPr>
            <a:grpSpLocks noChangeAspect="1"/>
          </p:cNvGrpSpPr>
          <p:nvPr userDrawn="1"/>
        </p:nvGrpSpPr>
        <p:grpSpPr>
          <a:xfrm>
            <a:off x="9039220" y="1428753"/>
            <a:ext cx="1097280" cy="1097280"/>
            <a:chOff x="1422185" y="1579726"/>
            <a:chExt cx="1060908" cy="1060908"/>
          </a:xfrm>
        </p:grpSpPr>
        <p:sp>
          <p:nvSpPr>
            <p:cNvPr id="32" name="Oval 31">
              <a:extLst>
                <a:ext uri="{FF2B5EF4-FFF2-40B4-BE49-F238E27FC236}">
                  <a16:creationId xmlns:a16="http://schemas.microsoft.com/office/drawing/2014/main" id="{8F561B1C-EFC3-8F13-1FBE-7272F36D2782}"/>
                </a:ext>
              </a:extLst>
            </p:cNvPr>
            <p:cNvSpPr/>
            <p:nvPr userDrawn="1"/>
          </p:nvSpPr>
          <p:spPr>
            <a:xfrm>
              <a:off x="1422185" y="1579726"/>
              <a:ext cx="1060908" cy="1060908"/>
            </a:xfrm>
            <a:prstGeom prst="ellipse">
              <a:avLst/>
            </a:prstGeom>
            <a:noFill/>
            <a:ln w="28575" cap="flat" cmpd="sng" algn="ctr">
              <a:solidFill>
                <a:schemeClr val="accent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33" name="Graphic 11" descr="Checkmark">
              <a:extLst>
                <a:ext uri="{FF2B5EF4-FFF2-40B4-BE49-F238E27FC236}">
                  <a16:creationId xmlns:a16="http://schemas.microsoft.com/office/drawing/2014/main" id="{02588F75-2069-91D9-2365-ECD116644861}"/>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5"/>
            </a:solidFill>
            <a:ln w="28575" cap="rnd">
              <a:solidFill>
                <a:schemeClr val="accent5"/>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sp>
        <p:nvSpPr>
          <p:cNvPr id="37" name="Graphic 13">
            <a:extLst>
              <a:ext uri="{FF2B5EF4-FFF2-40B4-BE49-F238E27FC236}">
                <a16:creationId xmlns:a16="http://schemas.microsoft.com/office/drawing/2014/main" id="{CE81FAE8-BD52-75D6-209C-134050AC8C55}"/>
              </a:ext>
            </a:extLst>
          </p:cNvPr>
          <p:cNvSpPr/>
          <p:nvPr userDrawn="1"/>
        </p:nvSpPr>
        <p:spPr>
          <a:xfrm>
            <a:off x="1111382" y="1937178"/>
            <a:ext cx="2686050" cy="4211356"/>
          </a:xfrm>
          <a:custGeom>
            <a:avLst/>
            <a:gdLst>
              <a:gd name="connsiteX0" fmla="*/ 1378363 w 1961959"/>
              <a:gd name="connsiteY0" fmla="*/ 0 h 3069145"/>
              <a:gd name="connsiteX1" fmla="*/ 1961960 w 1961959"/>
              <a:gd name="connsiteY1" fmla="*/ 0 h 3069145"/>
              <a:gd name="connsiteX2" fmla="*/ 1961960 w 1961959"/>
              <a:gd name="connsiteY2" fmla="*/ 3069146 h 3069145"/>
              <a:gd name="connsiteX3" fmla="*/ 0 w 1961959"/>
              <a:gd name="connsiteY3" fmla="*/ 3069146 h 3069145"/>
              <a:gd name="connsiteX4" fmla="*/ 0 w 1961959"/>
              <a:gd name="connsiteY4" fmla="*/ 0 h 3069145"/>
              <a:gd name="connsiteX5" fmla="*/ 0 w 1961959"/>
              <a:gd name="connsiteY5" fmla="*/ 0 h 3069145"/>
              <a:gd name="connsiteX6" fmla="*/ 577977 w 1961959"/>
              <a:gd name="connsiteY6" fmla="*/ 0 h 3069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1959" h="3069145">
                <a:moveTo>
                  <a:pt x="1378363" y="0"/>
                </a:moveTo>
                <a:lnTo>
                  <a:pt x="1961960" y="0"/>
                </a:lnTo>
                <a:lnTo>
                  <a:pt x="1961960" y="3069146"/>
                </a:lnTo>
                <a:lnTo>
                  <a:pt x="0" y="3069146"/>
                </a:lnTo>
                <a:lnTo>
                  <a:pt x="0" y="0"/>
                </a:lnTo>
                <a:lnTo>
                  <a:pt x="0" y="0"/>
                </a:lnTo>
                <a:lnTo>
                  <a:pt x="577977" y="0"/>
                </a:lnTo>
              </a:path>
            </a:pathLst>
          </a:custGeom>
          <a:noFill/>
          <a:ln w="19050" cap="flat">
            <a:solidFill>
              <a:schemeClr val="accent1"/>
            </a:solidFill>
            <a:prstDash val="solid"/>
            <a:miter/>
          </a:ln>
        </p:spPr>
        <p:txBody>
          <a:bodyPr rtlCol="0" anchor="ctr"/>
          <a:lstStyle/>
          <a:p>
            <a:endParaRPr lang="en-US"/>
          </a:p>
        </p:txBody>
      </p:sp>
      <p:sp>
        <p:nvSpPr>
          <p:cNvPr id="38" name="Graphic 13">
            <a:extLst>
              <a:ext uri="{FF2B5EF4-FFF2-40B4-BE49-F238E27FC236}">
                <a16:creationId xmlns:a16="http://schemas.microsoft.com/office/drawing/2014/main" id="{38238574-7FE9-9EF5-C0D8-AEA3B4DABDD0}"/>
              </a:ext>
            </a:extLst>
          </p:cNvPr>
          <p:cNvSpPr/>
          <p:nvPr userDrawn="1"/>
        </p:nvSpPr>
        <p:spPr>
          <a:xfrm>
            <a:off x="4678109" y="1977394"/>
            <a:ext cx="2686050" cy="4211356"/>
          </a:xfrm>
          <a:custGeom>
            <a:avLst/>
            <a:gdLst>
              <a:gd name="connsiteX0" fmla="*/ 1378363 w 1961959"/>
              <a:gd name="connsiteY0" fmla="*/ 0 h 3069145"/>
              <a:gd name="connsiteX1" fmla="*/ 1961960 w 1961959"/>
              <a:gd name="connsiteY1" fmla="*/ 0 h 3069145"/>
              <a:gd name="connsiteX2" fmla="*/ 1961960 w 1961959"/>
              <a:gd name="connsiteY2" fmla="*/ 3069146 h 3069145"/>
              <a:gd name="connsiteX3" fmla="*/ 0 w 1961959"/>
              <a:gd name="connsiteY3" fmla="*/ 3069146 h 3069145"/>
              <a:gd name="connsiteX4" fmla="*/ 0 w 1961959"/>
              <a:gd name="connsiteY4" fmla="*/ 0 h 3069145"/>
              <a:gd name="connsiteX5" fmla="*/ 0 w 1961959"/>
              <a:gd name="connsiteY5" fmla="*/ 0 h 3069145"/>
              <a:gd name="connsiteX6" fmla="*/ 577977 w 1961959"/>
              <a:gd name="connsiteY6" fmla="*/ 0 h 3069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1959" h="3069145">
                <a:moveTo>
                  <a:pt x="1378363" y="0"/>
                </a:moveTo>
                <a:lnTo>
                  <a:pt x="1961960" y="0"/>
                </a:lnTo>
                <a:lnTo>
                  <a:pt x="1961960" y="3069146"/>
                </a:lnTo>
                <a:lnTo>
                  <a:pt x="0" y="3069146"/>
                </a:lnTo>
                <a:lnTo>
                  <a:pt x="0" y="0"/>
                </a:lnTo>
                <a:lnTo>
                  <a:pt x="0" y="0"/>
                </a:lnTo>
                <a:lnTo>
                  <a:pt x="577977" y="0"/>
                </a:lnTo>
              </a:path>
            </a:pathLst>
          </a:custGeom>
          <a:noFill/>
          <a:ln w="19050" cap="flat">
            <a:solidFill>
              <a:schemeClr val="accent2"/>
            </a:solidFill>
            <a:prstDash val="solid"/>
            <a:miter/>
          </a:ln>
        </p:spPr>
        <p:txBody>
          <a:bodyPr rtlCol="0" anchor="ctr"/>
          <a:lstStyle/>
          <a:p>
            <a:endParaRPr lang="en-US"/>
          </a:p>
        </p:txBody>
      </p:sp>
      <p:sp>
        <p:nvSpPr>
          <p:cNvPr id="39" name="Graphic 13">
            <a:extLst>
              <a:ext uri="{FF2B5EF4-FFF2-40B4-BE49-F238E27FC236}">
                <a16:creationId xmlns:a16="http://schemas.microsoft.com/office/drawing/2014/main" id="{FA74C7F6-820B-D9F2-F6BD-D6ED60A79993}"/>
              </a:ext>
            </a:extLst>
          </p:cNvPr>
          <p:cNvSpPr/>
          <p:nvPr userDrawn="1"/>
        </p:nvSpPr>
        <p:spPr>
          <a:xfrm>
            <a:off x="8244835" y="1977394"/>
            <a:ext cx="2686050" cy="4211356"/>
          </a:xfrm>
          <a:custGeom>
            <a:avLst/>
            <a:gdLst>
              <a:gd name="connsiteX0" fmla="*/ 1378363 w 1961959"/>
              <a:gd name="connsiteY0" fmla="*/ 0 h 3069145"/>
              <a:gd name="connsiteX1" fmla="*/ 1961960 w 1961959"/>
              <a:gd name="connsiteY1" fmla="*/ 0 h 3069145"/>
              <a:gd name="connsiteX2" fmla="*/ 1961960 w 1961959"/>
              <a:gd name="connsiteY2" fmla="*/ 3069146 h 3069145"/>
              <a:gd name="connsiteX3" fmla="*/ 0 w 1961959"/>
              <a:gd name="connsiteY3" fmla="*/ 3069146 h 3069145"/>
              <a:gd name="connsiteX4" fmla="*/ 0 w 1961959"/>
              <a:gd name="connsiteY4" fmla="*/ 0 h 3069145"/>
              <a:gd name="connsiteX5" fmla="*/ 0 w 1961959"/>
              <a:gd name="connsiteY5" fmla="*/ 0 h 3069145"/>
              <a:gd name="connsiteX6" fmla="*/ 577977 w 1961959"/>
              <a:gd name="connsiteY6" fmla="*/ 0 h 3069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1959" h="3069145">
                <a:moveTo>
                  <a:pt x="1378363" y="0"/>
                </a:moveTo>
                <a:lnTo>
                  <a:pt x="1961960" y="0"/>
                </a:lnTo>
                <a:lnTo>
                  <a:pt x="1961960" y="3069146"/>
                </a:lnTo>
                <a:lnTo>
                  <a:pt x="0" y="3069146"/>
                </a:lnTo>
                <a:lnTo>
                  <a:pt x="0" y="0"/>
                </a:lnTo>
                <a:lnTo>
                  <a:pt x="0" y="0"/>
                </a:lnTo>
                <a:lnTo>
                  <a:pt x="577977" y="0"/>
                </a:lnTo>
              </a:path>
            </a:pathLst>
          </a:custGeom>
          <a:noFill/>
          <a:ln w="19050" cap="flat">
            <a:solidFill>
              <a:schemeClr val="accent5"/>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8B120522-A404-51AF-CFF1-17EC831B73BB}"/>
              </a:ext>
            </a:extLst>
          </p:cNvPr>
          <p:cNvSpPr>
            <a:spLocks noGrp="1"/>
          </p:cNvSpPr>
          <p:nvPr>
            <p:ph type="title" hasCustomPrompt="1"/>
          </p:nvPr>
        </p:nvSpPr>
        <p:spPr/>
        <p:txBody>
          <a:bodyPr/>
          <a:lstStyle>
            <a:lvl1pPr>
              <a:defRPr/>
            </a:lvl1pPr>
          </a:lstStyle>
          <a:p>
            <a:r>
              <a:rPr lang="en-US" dirty="0"/>
              <a:t>Top use cases</a:t>
            </a:r>
          </a:p>
        </p:txBody>
      </p:sp>
      <p:sp>
        <p:nvSpPr>
          <p:cNvPr id="10" name="Text Placeholder 9">
            <a:extLst>
              <a:ext uri="{FF2B5EF4-FFF2-40B4-BE49-F238E27FC236}">
                <a16:creationId xmlns:a16="http://schemas.microsoft.com/office/drawing/2014/main" id="{085FC429-B813-BCF9-75C9-C157797DC654}"/>
              </a:ext>
            </a:extLst>
          </p:cNvPr>
          <p:cNvSpPr>
            <a:spLocks noGrp="1"/>
          </p:cNvSpPr>
          <p:nvPr>
            <p:ph type="body" sz="quarter" idx="11" hasCustomPrompt="1"/>
          </p:nvPr>
        </p:nvSpPr>
        <p:spPr>
          <a:xfrm>
            <a:off x="1261115" y="2641264"/>
            <a:ext cx="2386584" cy="3273806"/>
          </a:xfrm>
        </p:spPr>
        <p:txBody>
          <a:bodyPr/>
          <a:lstStyle>
            <a:lvl1pPr marL="0" indent="0" algn="ctr">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Short text here. Bold important information.</a:t>
            </a:r>
          </a:p>
        </p:txBody>
      </p:sp>
      <p:sp>
        <p:nvSpPr>
          <p:cNvPr id="11" name="Text Placeholder 9">
            <a:extLst>
              <a:ext uri="{FF2B5EF4-FFF2-40B4-BE49-F238E27FC236}">
                <a16:creationId xmlns:a16="http://schemas.microsoft.com/office/drawing/2014/main" id="{D3BBFC18-52EB-E076-6D1C-E46A644C2D6D}"/>
              </a:ext>
            </a:extLst>
          </p:cNvPr>
          <p:cNvSpPr>
            <a:spLocks noGrp="1"/>
          </p:cNvSpPr>
          <p:nvPr>
            <p:ph type="body" sz="quarter" idx="12" hasCustomPrompt="1"/>
          </p:nvPr>
        </p:nvSpPr>
        <p:spPr>
          <a:xfrm>
            <a:off x="4827841" y="2681129"/>
            <a:ext cx="2386584" cy="3273806"/>
          </a:xfrm>
        </p:spPr>
        <p:txBody>
          <a:bodyPr/>
          <a:lstStyle>
            <a:lvl1pPr marL="0" indent="0" algn="ctr">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Short text here. Bold important information.</a:t>
            </a:r>
          </a:p>
        </p:txBody>
      </p:sp>
      <p:sp>
        <p:nvSpPr>
          <p:cNvPr id="12" name="Text Placeholder 9">
            <a:extLst>
              <a:ext uri="{FF2B5EF4-FFF2-40B4-BE49-F238E27FC236}">
                <a16:creationId xmlns:a16="http://schemas.microsoft.com/office/drawing/2014/main" id="{7CB3671D-B64E-F549-5A9E-5C888A90A543}"/>
              </a:ext>
            </a:extLst>
          </p:cNvPr>
          <p:cNvSpPr>
            <a:spLocks noGrp="1"/>
          </p:cNvSpPr>
          <p:nvPr>
            <p:ph type="body" sz="quarter" idx="13" hasCustomPrompt="1"/>
          </p:nvPr>
        </p:nvSpPr>
        <p:spPr>
          <a:xfrm>
            <a:off x="8394568" y="2681480"/>
            <a:ext cx="2386584" cy="3273806"/>
          </a:xfrm>
        </p:spPr>
        <p:txBody>
          <a:bodyPr/>
          <a:lstStyle>
            <a:lvl1pPr marL="0" indent="0" algn="ctr">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Short text here. Bold important information.</a:t>
            </a:r>
          </a:p>
        </p:txBody>
      </p:sp>
    </p:spTree>
    <p:extLst>
      <p:ext uri="{BB962C8B-B14F-4D97-AF65-F5344CB8AC3E}">
        <p14:creationId xmlns:p14="http://schemas.microsoft.com/office/powerpoint/2010/main" val="263094852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ndustry Use Case: Text and Image">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C88488BA-042B-5131-5D00-85C81E47436D}"/>
              </a:ext>
            </a:extLst>
          </p:cNvPr>
          <p:cNvSpPr>
            <a:spLocks noGrp="1"/>
          </p:cNvSpPr>
          <p:nvPr>
            <p:ph type="pic" sz="quarter" idx="13" hasCustomPrompt="1"/>
          </p:nvPr>
        </p:nvSpPr>
        <p:spPr>
          <a:xfrm>
            <a:off x="6096000" y="448734"/>
            <a:ext cx="6096000" cy="6409265"/>
          </a:xfrm>
        </p:spPr>
        <p:txBody>
          <a:bodyPr anchor="ctr" anchorCtr="0">
            <a:noAutofit/>
          </a:bodyPr>
          <a:lstStyle>
            <a:lvl1pPr marL="0" indent="0" algn="ctr">
              <a:buNone/>
              <a:defRPr/>
            </a:lvl1pPr>
          </a:lstStyle>
          <a:p>
            <a:r>
              <a:rPr lang="en-US" dirty="0"/>
              <a:t>Click (or paste) to insert picture</a:t>
            </a:r>
          </a:p>
        </p:txBody>
      </p:sp>
      <p:sp>
        <p:nvSpPr>
          <p:cNvPr id="2" name="Title 1">
            <a:extLst>
              <a:ext uri="{FF2B5EF4-FFF2-40B4-BE49-F238E27FC236}">
                <a16:creationId xmlns:a16="http://schemas.microsoft.com/office/drawing/2014/main" id="{7E9502FC-BDB5-91E4-E697-696CEA66CF85}"/>
              </a:ext>
            </a:extLst>
          </p:cNvPr>
          <p:cNvSpPr>
            <a:spLocks noGrp="1"/>
          </p:cNvSpPr>
          <p:nvPr>
            <p:ph type="title" hasCustomPrompt="1"/>
          </p:nvPr>
        </p:nvSpPr>
        <p:spPr>
          <a:xfrm>
            <a:off x="425037" y="355015"/>
            <a:ext cx="5451887" cy="638175"/>
          </a:xfrm>
        </p:spPr>
        <p:txBody>
          <a:bodyPr/>
          <a:lstStyle>
            <a:lvl1pPr>
              <a:defRPr/>
            </a:lvl1pPr>
          </a:lstStyle>
          <a:p>
            <a:r>
              <a:rPr lang="en-US" dirty="0"/>
              <a:t>Use cases – industry specific</a:t>
            </a:r>
          </a:p>
        </p:txBody>
      </p:sp>
      <p:sp>
        <p:nvSpPr>
          <p:cNvPr id="7" name="Content Placeholder 6">
            <a:extLst>
              <a:ext uri="{FF2B5EF4-FFF2-40B4-BE49-F238E27FC236}">
                <a16:creationId xmlns:a16="http://schemas.microsoft.com/office/drawing/2014/main" id="{647CF485-715A-843B-D745-6020CA951F42}"/>
              </a:ext>
            </a:extLst>
          </p:cNvPr>
          <p:cNvSpPr>
            <a:spLocks noGrp="1"/>
          </p:cNvSpPr>
          <p:nvPr>
            <p:ph sz="quarter" idx="11" hasCustomPrompt="1"/>
          </p:nvPr>
        </p:nvSpPr>
        <p:spPr>
          <a:xfrm>
            <a:off x="419099" y="1382232"/>
            <a:ext cx="5451887" cy="4772025"/>
          </a:xfrm>
        </p:spPr>
        <p:txBody>
          <a:bodyPr/>
          <a:lstStyle>
            <a:lvl1pPr marL="0" indent="0">
              <a:spcBef>
                <a:spcPts val="1200"/>
              </a:spcBef>
              <a:spcAft>
                <a:spcPts val="0"/>
              </a:spcAft>
              <a:buNone/>
              <a:defRPr sz="2000" b="0">
                <a:solidFill>
                  <a:schemeClr val="tx1"/>
                </a:solidFill>
              </a:defRPr>
            </a:lvl1pPr>
            <a:lvl2pPr marL="283464" indent="-283464">
              <a:spcBef>
                <a:spcPts val="600"/>
              </a:spcBef>
              <a:spcAft>
                <a:spcPts val="0"/>
              </a:spcAft>
              <a:buFont typeface="Arial" panose="020B0604020202020204" pitchFamily="34" charset="0"/>
              <a:buChar char="•"/>
              <a:defRPr sz="2000"/>
            </a:lvl2pPr>
            <a:lvl3pPr marL="231775" indent="0">
              <a:buNone/>
              <a:defRPr/>
            </a:lvl3pPr>
            <a:lvl4pPr marL="685800" indent="0">
              <a:buNone/>
              <a:defRPr/>
            </a:lvl4pPr>
            <a:lvl5pPr marL="685800" indent="0">
              <a:buNone/>
              <a:defRPr/>
            </a:lvl5pPr>
          </a:lstStyle>
          <a:p>
            <a:pPr lvl="0"/>
            <a:r>
              <a:rPr lang="en-US" dirty="0"/>
              <a:t>Enter text</a:t>
            </a:r>
          </a:p>
        </p:txBody>
      </p:sp>
      <p:sp>
        <p:nvSpPr>
          <p:cNvPr id="5" name="Text Placeholder 4">
            <a:extLst>
              <a:ext uri="{FF2B5EF4-FFF2-40B4-BE49-F238E27FC236}">
                <a16:creationId xmlns:a16="http://schemas.microsoft.com/office/drawing/2014/main" id="{710F728F-9734-C9DC-3D20-50AD5F28645D}"/>
              </a:ext>
            </a:extLst>
          </p:cNvPr>
          <p:cNvSpPr>
            <a:spLocks noGrp="1"/>
          </p:cNvSpPr>
          <p:nvPr>
            <p:ph type="body" sz="quarter" idx="14" hasCustomPrompt="1"/>
          </p:nvPr>
        </p:nvSpPr>
        <p:spPr>
          <a:xfrm>
            <a:off x="7735824" y="0"/>
            <a:ext cx="2816352" cy="310896"/>
          </a:xfrm>
          <a:solidFill>
            <a:schemeClr val="accent2"/>
          </a:solidFill>
        </p:spPr>
        <p:txBody>
          <a:bodyPr anchor="ctr" anchorCtr="0">
            <a:noAutofit/>
          </a:bodyPr>
          <a:lstStyle>
            <a:lvl1pPr marL="0" indent="0" algn="ctr">
              <a:buNone/>
              <a:defRPr sz="1400" cap="all" baseline="0"/>
            </a:lvl1pPr>
            <a:lvl2pPr marL="228600" indent="0" algn="ctr">
              <a:buNone/>
              <a:defRPr/>
            </a:lvl2pPr>
            <a:lvl3pPr marL="231775" indent="0" algn="ctr">
              <a:buNone/>
              <a:defRPr/>
            </a:lvl3pPr>
            <a:lvl4pPr marL="685800" indent="0" algn="ctr">
              <a:buNone/>
              <a:defRPr/>
            </a:lvl4pPr>
            <a:lvl5pPr marL="685800" indent="0" algn="ctr">
              <a:buNone/>
              <a:defRPr/>
            </a:lvl5pPr>
          </a:lstStyle>
          <a:p>
            <a:pPr lvl="0"/>
            <a:r>
              <a:rPr lang="en-US" dirty="0"/>
              <a:t>Industry Name Here</a:t>
            </a:r>
          </a:p>
        </p:txBody>
      </p:sp>
    </p:spTree>
    <p:extLst>
      <p:ext uri="{BB962C8B-B14F-4D97-AF65-F5344CB8AC3E}">
        <p14:creationId xmlns:p14="http://schemas.microsoft.com/office/powerpoint/2010/main" val="13075073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er: Color Box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9B439-0994-2AA1-9C20-FC46BDD0452B}"/>
              </a:ext>
            </a:extLst>
          </p:cNvPr>
          <p:cNvSpPr>
            <a:spLocks noGrp="1"/>
          </p:cNvSpPr>
          <p:nvPr>
            <p:ph type="title" hasCustomPrompt="1"/>
          </p:nvPr>
        </p:nvSpPr>
        <p:spPr>
          <a:xfrm>
            <a:off x="425038" y="355015"/>
            <a:ext cx="8548626" cy="638175"/>
          </a:xfrm>
        </p:spPr>
        <p:txBody>
          <a:bodyPr/>
          <a:lstStyle>
            <a:lvl1pPr>
              <a:defRPr/>
            </a:lvl1pPr>
          </a:lstStyle>
          <a:p>
            <a:r>
              <a:rPr lang="en-US" dirty="0"/>
              <a:t>Customer name and the outcome</a:t>
            </a:r>
          </a:p>
        </p:txBody>
      </p:sp>
      <p:sp>
        <p:nvSpPr>
          <p:cNvPr id="4" name="Rectangle 3">
            <a:extLst>
              <a:ext uri="{FF2B5EF4-FFF2-40B4-BE49-F238E27FC236}">
                <a16:creationId xmlns:a16="http://schemas.microsoft.com/office/drawing/2014/main" id="{C8D3707A-2AA3-0814-B67E-ED0F1302D987}"/>
              </a:ext>
            </a:extLst>
          </p:cNvPr>
          <p:cNvSpPr/>
          <p:nvPr userDrawn="1"/>
        </p:nvSpPr>
        <p:spPr>
          <a:xfrm>
            <a:off x="9104352" y="0"/>
            <a:ext cx="2757449" cy="12070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5" name="TextBox 4">
            <a:extLst>
              <a:ext uri="{FF2B5EF4-FFF2-40B4-BE49-F238E27FC236}">
                <a16:creationId xmlns:a16="http://schemas.microsoft.com/office/drawing/2014/main" id="{4792D602-43DB-7862-5C0C-D1F21B4E0DA0}"/>
              </a:ext>
            </a:extLst>
          </p:cNvPr>
          <p:cNvSpPr txBox="1"/>
          <p:nvPr userDrawn="1"/>
        </p:nvSpPr>
        <p:spPr>
          <a:xfrm>
            <a:off x="1543960" y="1380064"/>
            <a:ext cx="1356462" cy="246221"/>
          </a:xfrm>
          <a:prstGeom prst="rect">
            <a:avLst/>
          </a:prstGeom>
          <a:noFill/>
        </p:spPr>
        <p:txBody>
          <a:bodyPr wrap="none" lIns="91440" tIns="0" rIns="91440" bIns="0" rtlCol="0">
            <a:spAutoFit/>
          </a:bodyPr>
          <a:lstStyle/>
          <a:p>
            <a:pPr algn="ctr"/>
            <a:r>
              <a:rPr lang="en-US" sz="1600" b="1" dirty="0">
                <a:solidFill>
                  <a:schemeClr val="accent5"/>
                </a:solidFill>
              </a:rPr>
              <a:t>CHALLENGE</a:t>
            </a:r>
          </a:p>
        </p:txBody>
      </p:sp>
      <p:sp>
        <p:nvSpPr>
          <p:cNvPr id="6" name="TextBox 5">
            <a:extLst>
              <a:ext uri="{FF2B5EF4-FFF2-40B4-BE49-F238E27FC236}">
                <a16:creationId xmlns:a16="http://schemas.microsoft.com/office/drawing/2014/main" id="{FC4A1665-F696-89A1-7DF7-972EE5133151}"/>
              </a:ext>
            </a:extLst>
          </p:cNvPr>
          <p:cNvSpPr txBox="1"/>
          <p:nvPr userDrawn="1"/>
        </p:nvSpPr>
        <p:spPr>
          <a:xfrm>
            <a:off x="7492928" y="1380064"/>
            <a:ext cx="1231427" cy="246221"/>
          </a:xfrm>
          <a:prstGeom prst="rect">
            <a:avLst/>
          </a:prstGeom>
          <a:noFill/>
        </p:spPr>
        <p:txBody>
          <a:bodyPr wrap="none" lIns="91440" tIns="0" rIns="91440" bIns="0" rtlCol="0">
            <a:spAutoFit/>
          </a:bodyPr>
          <a:lstStyle/>
          <a:p>
            <a:pPr algn="ctr"/>
            <a:r>
              <a:rPr lang="en-US" sz="1600" b="1" dirty="0">
                <a:solidFill>
                  <a:schemeClr val="accent2"/>
                </a:solidFill>
              </a:rPr>
              <a:t>SOLUTION</a:t>
            </a:r>
          </a:p>
        </p:txBody>
      </p:sp>
      <p:sp>
        <p:nvSpPr>
          <p:cNvPr id="9" name="TextBox 8">
            <a:extLst>
              <a:ext uri="{FF2B5EF4-FFF2-40B4-BE49-F238E27FC236}">
                <a16:creationId xmlns:a16="http://schemas.microsoft.com/office/drawing/2014/main" id="{0112D5F1-EFE2-3E5D-F89B-F6B4529222F3}"/>
              </a:ext>
            </a:extLst>
          </p:cNvPr>
          <p:cNvSpPr txBox="1"/>
          <p:nvPr userDrawn="1"/>
        </p:nvSpPr>
        <p:spPr>
          <a:xfrm>
            <a:off x="7505754" y="3715437"/>
            <a:ext cx="1205779" cy="246221"/>
          </a:xfrm>
          <a:prstGeom prst="rect">
            <a:avLst/>
          </a:prstGeom>
          <a:noFill/>
        </p:spPr>
        <p:txBody>
          <a:bodyPr wrap="none" lIns="91440" tIns="0" rIns="91440" bIns="0" rtlCol="0">
            <a:spAutoFit/>
          </a:bodyPr>
          <a:lstStyle/>
          <a:p>
            <a:pPr algn="ctr"/>
            <a:r>
              <a:rPr lang="en-US" sz="1600" b="1" dirty="0">
                <a:solidFill>
                  <a:schemeClr val="accent6"/>
                </a:solidFill>
              </a:rPr>
              <a:t>OUTCOME</a:t>
            </a:r>
          </a:p>
        </p:txBody>
      </p:sp>
      <p:sp>
        <p:nvSpPr>
          <p:cNvPr id="10" name="Freeform: Shape 9">
            <a:extLst>
              <a:ext uri="{FF2B5EF4-FFF2-40B4-BE49-F238E27FC236}">
                <a16:creationId xmlns:a16="http://schemas.microsoft.com/office/drawing/2014/main" id="{3B604A98-8FB4-7AF4-1315-5297771CB358}"/>
              </a:ext>
            </a:extLst>
          </p:cNvPr>
          <p:cNvSpPr/>
          <p:nvPr userDrawn="1"/>
        </p:nvSpPr>
        <p:spPr>
          <a:xfrm>
            <a:off x="419100" y="1503174"/>
            <a:ext cx="3606181" cy="4707125"/>
          </a:xfrm>
          <a:custGeom>
            <a:avLst/>
            <a:gdLst>
              <a:gd name="connsiteX0" fmla="*/ 1808988 w 2628995"/>
              <a:gd name="connsiteY0" fmla="*/ 0 h 2858261"/>
              <a:gd name="connsiteX1" fmla="*/ 2628995 w 2628995"/>
              <a:gd name="connsiteY1" fmla="*/ 0 h 2858261"/>
              <a:gd name="connsiteX2" fmla="*/ 2628995 w 2628995"/>
              <a:gd name="connsiteY2" fmla="*/ 2858262 h 2858261"/>
              <a:gd name="connsiteX3" fmla="*/ 0 w 2628995"/>
              <a:gd name="connsiteY3" fmla="*/ 2858262 h 2858261"/>
              <a:gd name="connsiteX4" fmla="*/ 0 w 2628995"/>
              <a:gd name="connsiteY4" fmla="*/ 0 h 2858261"/>
              <a:gd name="connsiteX5" fmla="*/ 0 w 2628995"/>
              <a:gd name="connsiteY5" fmla="*/ 0 h 2858261"/>
              <a:gd name="connsiteX6" fmla="*/ 820103 w 2628995"/>
              <a:gd name="connsiteY6" fmla="*/ 0 h 285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8995" h="2858261">
                <a:moveTo>
                  <a:pt x="1808988" y="0"/>
                </a:moveTo>
                <a:lnTo>
                  <a:pt x="2628995" y="0"/>
                </a:lnTo>
                <a:lnTo>
                  <a:pt x="2628995" y="2858262"/>
                </a:lnTo>
                <a:lnTo>
                  <a:pt x="0" y="2858262"/>
                </a:lnTo>
                <a:lnTo>
                  <a:pt x="0" y="0"/>
                </a:lnTo>
                <a:lnTo>
                  <a:pt x="0" y="0"/>
                </a:lnTo>
                <a:lnTo>
                  <a:pt x="820103" y="0"/>
                </a:lnTo>
              </a:path>
            </a:pathLst>
          </a:custGeom>
          <a:noFill/>
          <a:ln w="12700" cap="flat">
            <a:solidFill>
              <a:schemeClr val="accent5"/>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53AD31D-5C4C-797F-4FF2-79F01D515A81}"/>
              </a:ext>
            </a:extLst>
          </p:cNvPr>
          <p:cNvSpPr/>
          <p:nvPr userDrawn="1"/>
        </p:nvSpPr>
        <p:spPr>
          <a:xfrm>
            <a:off x="4355480" y="1503175"/>
            <a:ext cx="7506322" cy="1956816"/>
          </a:xfrm>
          <a:custGeom>
            <a:avLst/>
            <a:gdLst>
              <a:gd name="connsiteX0" fmla="*/ 3187637 w 5474874"/>
              <a:gd name="connsiteY0" fmla="*/ 0 h 1426368"/>
              <a:gd name="connsiteX1" fmla="*/ 5474875 w 5474874"/>
              <a:gd name="connsiteY1" fmla="*/ 0 h 1426368"/>
              <a:gd name="connsiteX2" fmla="*/ 5474875 w 5474874"/>
              <a:gd name="connsiteY2" fmla="*/ 1426369 h 1426368"/>
              <a:gd name="connsiteX3" fmla="*/ 0 w 5474874"/>
              <a:gd name="connsiteY3" fmla="*/ 1426369 h 1426368"/>
              <a:gd name="connsiteX4" fmla="*/ 0 w 5474874"/>
              <a:gd name="connsiteY4" fmla="*/ 0 h 1426368"/>
              <a:gd name="connsiteX5" fmla="*/ 0 w 5474874"/>
              <a:gd name="connsiteY5" fmla="*/ 0 h 1426368"/>
              <a:gd name="connsiteX6" fmla="*/ 2287238 w 5474874"/>
              <a:gd name="connsiteY6" fmla="*/ 0 h 142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4874" h="1426368">
                <a:moveTo>
                  <a:pt x="3187637" y="0"/>
                </a:moveTo>
                <a:lnTo>
                  <a:pt x="5474875" y="0"/>
                </a:lnTo>
                <a:lnTo>
                  <a:pt x="5474875" y="1426369"/>
                </a:lnTo>
                <a:lnTo>
                  <a:pt x="0" y="1426369"/>
                </a:lnTo>
                <a:lnTo>
                  <a:pt x="0" y="0"/>
                </a:lnTo>
                <a:lnTo>
                  <a:pt x="0" y="0"/>
                </a:lnTo>
                <a:lnTo>
                  <a:pt x="2287238" y="0"/>
                </a:lnTo>
              </a:path>
            </a:pathLst>
          </a:custGeom>
          <a:noFill/>
          <a:ln w="12700" cap="flat">
            <a:solidFill>
              <a:schemeClr val="accent2"/>
            </a:solidFill>
            <a:prstDash val="solid"/>
            <a:miter/>
          </a:ln>
        </p:spPr>
        <p:txBody>
          <a:bodyPr rtlCol="0" anchor="ctr"/>
          <a:lstStyle/>
          <a:p>
            <a:endParaRPr lang="en-US">
              <a:solidFill>
                <a:schemeClr val="accent2"/>
              </a:solidFill>
            </a:endParaRPr>
          </a:p>
        </p:txBody>
      </p:sp>
      <p:sp>
        <p:nvSpPr>
          <p:cNvPr id="12" name="Freeform: Shape 11">
            <a:extLst>
              <a:ext uri="{FF2B5EF4-FFF2-40B4-BE49-F238E27FC236}">
                <a16:creationId xmlns:a16="http://schemas.microsoft.com/office/drawing/2014/main" id="{6EBE11F3-23F2-06CE-0CE4-CE97E7A82969}"/>
              </a:ext>
            </a:extLst>
          </p:cNvPr>
          <p:cNvSpPr/>
          <p:nvPr userDrawn="1"/>
        </p:nvSpPr>
        <p:spPr>
          <a:xfrm>
            <a:off x="4355480" y="3828027"/>
            <a:ext cx="7506322" cy="2382271"/>
          </a:xfrm>
          <a:custGeom>
            <a:avLst/>
            <a:gdLst>
              <a:gd name="connsiteX0" fmla="*/ 3177636 w 5474874"/>
              <a:gd name="connsiteY0" fmla="*/ 0 h 1165478"/>
              <a:gd name="connsiteX1" fmla="*/ 5474875 w 5474874"/>
              <a:gd name="connsiteY1" fmla="*/ 0 h 1165478"/>
              <a:gd name="connsiteX2" fmla="*/ 5474875 w 5474874"/>
              <a:gd name="connsiteY2" fmla="*/ 1165479 h 1165478"/>
              <a:gd name="connsiteX3" fmla="*/ 0 w 5474874"/>
              <a:gd name="connsiteY3" fmla="*/ 1165479 h 1165478"/>
              <a:gd name="connsiteX4" fmla="*/ 0 w 5474874"/>
              <a:gd name="connsiteY4" fmla="*/ 0 h 1165478"/>
              <a:gd name="connsiteX5" fmla="*/ 0 w 5474874"/>
              <a:gd name="connsiteY5" fmla="*/ 0 h 1165478"/>
              <a:gd name="connsiteX6" fmla="*/ 2297240 w 5474874"/>
              <a:gd name="connsiteY6" fmla="*/ 0 h 116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4874" h="1165478">
                <a:moveTo>
                  <a:pt x="3177636" y="0"/>
                </a:moveTo>
                <a:lnTo>
                  <a:pt x="5474875" y="0"/>
                </a:lnTo>
                <a:lnTo>
                  <a:pt x="5474875" y="1165479"/>
                </a:lnTo>
                <a:lnTo>
                  <a:pt x="0" y="1165479"/>
                </a:lnTo>
                <a:lnTo>
                  <a:pt x="0" y="0"/>
                </a:lnTo>
                <a:lnTo>
                  <a:pt x="0" y="0"/>
                </a:lnTo>
                <a:lnTo>
                  <a:pt x="2297240" y="0"/>
                </a:lnTo>
              </a:path>
            </a:pathLst>
          </a:custGeom>
          <a:noFill/>
          <a:ln w="12700" cap="flat">
            <a:solidFill>
              <a:schemeClr val="accent6"/>
            </a:solidFill>
            <a:prstDash val="solid"/>
            <a:miter/>
          </a:ln>
        </p:spPr>
        <p:txBody>
          <a:bodyPr rtlCol="0" anchor="ctr"/>
          <a:lstStyle/>
          <a:p>
            <a:endParaRPr lang="en-US"/>
          </a:p>
        </p:txBody>
      </p:sp>
      <p:sp>
        <p:nvSpPr>
          <p:cNvPr id="15" name="Rectangle 14">
            <a:extLst>
              <a:ext uri="{FF2B5EF4-FFF2-40B4-BE49-F238E27FC236}">
                <a16:creationId xmlns:a16="http://schemas.microsoft.com/office/drawing/2014/main" id="{7E0B9DC2-931C-5583-1B9D-7CFAB73460E0}"/>
              </a:ext>
            </a:extLst>
          </p:cNvPr>
          <p:cNvSpPr/>
          <p:nvPr userDrawn="1"/>
        </p:nvSpPr>
        <p:spPr>
          <a:xfrm>
            <a:off x="0" y="0"/>
            <a:ext cx="80304" cy="6858000"/>
          </a:xfrm>
          <a:prstGeom prst="rect">
            <a:avLst/>
          </a:prstGeom>
          <a:gradFill flip="none" rotWithShape="1">
            <a:gsLst>
              <a:gs pos="0">
                <a:schemeClr val="accent6"/>
              </a:gs>
              <a:gs pos="40000">
                <a:schemeClr val="accent1"/>
              </a:gs>
              <a:gs pos="10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Content Placeholder 16">
            <a:extLst>
              <a:ext uri="{FF2B5EF4-FFF2-40B4-BE49-F238E27FC236}">
                <a16:creationId xmlns:a16="http://schemas.microsoft.com/office/drawing/2014/main" id="{C5A58ACD-F581-5D62-8987-34313D18DC96}"/>
              </a:ext>
            </a:extLst>
          </p:cNvPr>
          <p:cNvSpPr>
            <a:spLocks noGrp="1"/>
          </p:cNvSpPr>
          <p:nvPr>
            <p:ph sz="quarter" idx="11" hasCustomPrompt="1"/>
          </p:nvPr>
        </p:nvSpPr>
        <p:spPr>
          <a:xfrm>
            <a:off x="9417800" y="361188"/>
            <a:ext cx="2130552" cy="484632"/>
          </a:xfrm>
        </p:spPr>
        <p:txBody>
          <a:bodyPr anchor="ctr" anchorCtr="0">
            <a:noAutofit/>
          </a:bodyPr>
          <a:lstStyle>
            <a:lvl1pPr marL="0" indent="0" algn="ctr">
              <a:buNone/>
              <a:defRPr>
                <a:solidFill>
                  <a:srgbClr val="000000"/>
                </a:solidFill>
              </a:defRPr>
            </a:lvl1pPr>
            <a:lvl2pPr marL="228600" indent="0">
              <a:buNone/>
              <a:defRPr>
                <a:solidFill>
                  <a:srgbClr val="000000"/>
                </a:solidFill>
              </a:defRPr>
            </a:lvl2pPr>
            <a:lvl3pPr marL="231775" indent="0">
              <a:buNone/>
              <a:defRPr>
                <a:solidFill>
                  <a:srgbClr val="000000"/>
                </a:solidFill>
              </a:defRPr>
            </a:lvl3pPr>
            <a:lvl4pPr marL="685800" indent="0">
              <a:buNone/>
              <a:defRPr>
                <a:solidFill>
                  <a:srgbClr val="000000"/>
                </a:solidFill>
              </a:defRPr>
            </a:lvl4pPr>
            <a:lvl5pPr marL="685800" indent="0">
              <a:buNone/>
              <a:defRPr>
                <a:solidFill>
                  <a:srgbClr val="000000"/>
                </a:solidFill>
              </a:defRPr>
            </a:lvl5pPr>
          </a:lstStyle>
          <a:p>
            <a:pPr lvl="0"/>
            <a:r>
              <a:rPr lang="en-US" dirty="0"/>
              <a:t>Logo</a:t>
            </a:r>
          </a:p>
        </p:txBody>
      </p:sp>
      <p:sp>
        <p:nvSpPr>
          <p:cNvPr id="20" name="Text Placeholder 19">
            <a:extLst>
              <a:ext uri="{FF2B5EF4-FFF2-40B4-BE49-F238E27FC236}">
                <a16:creationId xmlns:a16="http://schemas.microsoft.com/office/drawing/2014/main" id="{06D4F13E-7176-A044-5EBE-C7E19EC6987C}"/>
              </a:ext>
            </a:extLst>
          </p:cNvPr>
          <p:cNvSpPr>
            <a:spLocks noGrp="1"/>
          </p:cNvSpPr>
          <p:nvPr>
            <p:ph type="body" sz="quarter" idx="12" hasCustomPrompt="1"/>
          </p:nvPr>
        </p:nvSpPr>
        <p:spPr>
          <a:xfrm>
            <a:off x="594559" y="1681485"/>
            <a:ext cx="3255264" cy="4424040"/>
          </a:xfrm>
        </p:spPr>
        <p:txBody>
          <a:bodyPr/>
          <a:lstStyle>
            <a:lvl1pPr marL="0" indent="0">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Customer’s challenge. Should be no more than approximately 50 words.</a:t>
            </a:r>
          </a:p>
        </p:txBody>
      </p:sp>
      <p:sp>
        <p:nvSpPr>
          <p:cNvPr id="21" name="Text Placeholder 19">
            <a:extLst>
              <a:ext uri="{FF2B5EF4-FFF2-40B4-BE49-F238E27FC236}">
                <a16:creationId xmlns:a16="http://schemas.microsoft.com/office/drawing/2014/main" id="{ABEBA84D-749B-BC8D-73E7-AC081425D226}"/>
              </a:ext>
            </a:extLst>
          </p:cNvPr>
          <p:cNvSpPr>
            <a:spLocks noGrp="1"/>
          </p:cNvSpPr>
          <p:nvPr>
            <p:ph type="body" sz="quarter" idx="13" hasCustomPrompt="1"/>
          </p:nvPr>
        </p:nvSpPr>
        <p:spPr>
          <a:xfrm>
            <a:off x="4491737" y="1681485"/>
            <a:ext cx="7159752" cy="1633215"/>
          </a:xfrm>
        </p:spPr>
        <p:txBody>
          <a:bodyPr/>
          <a:lstStyle>
            <a:lvl1pPr marL="0" indent="0">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How the key services were used to solve the challenge. Should be no more than approximately 70 words.</a:t>
            </a:r>
          </a:p>
        </p:txBody>
      </p:sp>
      <p:sp>
        <p:nvSpPr>
          <p:cNvPr id="22" name="Text Placeholder 19">
            <a:extLst>
              <a:ext uri="{FF2B5EF4-FFF2-40B4-BE49-F238E27FC236}">
                <a16:creationId xmlns:a16="http://schemas.microsoft.com/office/drawing/2014/main" id="{001BCFC6-193D-E96E-276F-E76CFCAB5EEE}"/>
              </a:ext>
            </a:extLst>
          </p:cNvPr>
          <p:cNvSpPr>
            <a:spLocks noGrp="1"/>
          </p:cNvSpPr>
          <p:nvPr>
            <p:ph type="body" sz="quarter" idx="14" hasCustomPrompt="1"/>
          </p:nvPr>
        </p:nvSpPr>
        <p:spPr>
          <a:xfrm>
            <a:off x="4491737" y="4052093"/>
            <a:ext cx="7159752" cy="2053432"/>
          </a:xfrm>
        </p:spPr>
        <p:txBody>
          <a:bodyPr/>
          <a:lstStyle>
            <a:lvl1pPr marL="285750" indent="-285750">
              <a:buFont typeface="Wingdings" panose="05000000000000000000" pitchFamily="2" charset="2"/>
              <a:buChar char="ü"/>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Include outcome and key takeaways using this checkmark bullet format. If you have multiple short bullets, you can use two columns.</a:t>
            </a:r>
          </a:p>
        </p:txBody>
      </p:sp>
    </p:spTree>
    <p:extLst>
      <p:ext uri="{BB962C8B-B14F-4D97-AF65-F5344CB8AC3E}">
        <p14:creationId xmlns:p14="http://schemas.microsoft.com/office/powerpoint/2010/main" val="19332841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ustomer: Gray Boxes">
    <p:bg>
      <p:bgPr>
        <a:solidFill>
          <a:schemeClr val="bg1"/>
        </a:solidFill>
        <a:effectLst/>
      </p:bgPr>
    </p:bg>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56114CF1-E8A5-C770-5BC8-332EC29535A0}"/>
              </a:ext>
            </a:extLst>
          </p:cNvPr>
          <p:cNvSpPr/>
          <p:nvPr userDrawn="1"/>
        </p:nvSpPr>
        <p:spPr>
          <a:xfrm>
            <a:off x="4340240" y="3714880"/>
            <a:ext cx="7506322" cy="2495419"/>
          </a:xfrm>
          <a:prstGeom prst="roundRect">
            <a:avLst>
              <a:gd name="adj" fmla="val 6912"/>
            </a:avLst>
          </a:prstGeom>
          <a:solidFill>
            <a:srgbClr val="11172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solidFill>
                <a:schemeClr val="lt1"/>
              </a:solidFill>
            </a:endParaRPr>
          </a:p>
        </p:txBody>
      </p:sp>
      <p:sp>
        <p:nvSpPr>
          <p:cNvPr id="18" name="Rectangle: Rounded Corners 17">
            <a:extLst>
              <a:ext uri="{FF2B5EF4-FFF2-40B4-BE49-F238E27FC236}">
                <a16:creationId xmlns:a16="http://schemas.microsoft.com/office/drawing/2014/main" id="{9DB70997-685C-47DC-82C5-412E6884D23C}"/>
              </a:ext>
            </a:extLst>
          </p:cNvPr>
          <p:cNvSpPr/>
          <p:nvPr userDrawn="1"/>
        </p:nvSpPr>
        <p:spPr>
          <a:xfrm>
            <a:off x="419100" y="1380064"/>
            <a:ext cx="3606181" cy="4830235"/>
          </a:xfrm>
          <a:prstGeom prst="roundRect">
            <a:avLst>
              <a:gd name="adj" fmla="val 3063"/>
            </a:avLst>
          </a:prstGeom>
          <a:solidFill>
            <a:srgbClr val="11172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solidFill>
                <a:schemeClr val="lt1"/>
              </a:solidFill>
            </a:endParaRPr>
          </a:p>
        </p:txBody>
      </p:sp>
      <p:sp>
        <p:nvSpPr>
          <p:cNvPr id="19" name="Rectangle: Rounded Corners 18">
            <a:extLst>
              <a:ext uri="{FF2B5EF4-FFF2-40B4-BE49-F238E27FC236}">
                <a16:creationId xmlns:a16="http://schemas.microsoft.com/office/drawing/2014/main" id="{D3CA82B0-959E-2A94-55E3-3E5CAF2872C3}"/>
              </a:ext>
            </a:extLst>
          </p:cNvPr>
          <p:cNvSpPr/>
          <p:nvPr userDrawn="1"/>
        </p:nvSpPr>
        <p:spPr>
          <a:xfrm>
            <a:off x="4340240" y="1371601"/>
            <a:ext cx="7506322" cy="2203704"/>
          </a:xfrm>
          <a:prstGeom prst="roundRect">
            <a:avLst>
              <a:gd name="adj" fmla="val 5822"/>
            </a:avLst>
          </a:prstGeom>
          <a:solidFill>
            <a:srgbClr val="11172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solidFill>
                <a:schemeClr val="lt1"/>
              </a:solidFill>
            </a:endParaRPr>
          </a:p>
        </p:txBody>
      </p:sp>
      <p:sp>
        <p:nvSpPr>
          <p:cNvPr id="2" name="Title 1">
            <a:extLst>
              <a:ext uri="{FF2B5EF4-FFF2-40B4-BE49-F238E27FC236}">
                <a16:creationId xmlns:a16="http://schemas.microsoft.com/office/drawing/2014/main" id="{ECA9B439-0994-2AA1-9C20-FC46BDD0452B}"/>
              </a:ext>
            </a:extLst>
          </p:cNvPr>
          <p:cNvSpPr>
            <a:spLocks noGrp="1"/>
          </p:cNvSpPr>
          <p:nvPr>
            <p:ph type="title" hasCustomPrompt="1"/>
          </p:nvPr>
        </p:nvSpPr>
        <p:spPr>
          <a:xfrm>
            <a:off x="425038" y="355015"/>
            <a:ext cx="8548626" cy="638175"/>
          </a:xfrm>
        </p:spPr>
        <p:txBody>
          <a:bodyPr/>
          <a:lstStyle>
            <a:lvl1pPr>
              <a:defRPr/>
            </a:lvl1pPr>
          </a:lstStyle>
          <a:p>
            <a:r>
              <a:rPr lang="en-US" dirty="0"/>
              <a:t>Customer name and the outcome</a:t>
            </a:r>
          </a:p>
        </p:txBody>
      </p:sp>
      <p:sp>
        <p:nvSpPr>
          <p:cNvPr id="4" name="Rectangle 3">
            <a:extLst>
              <a:ext uri="{FF2B5EF4-FFF2-40B4-BE49-F238E27FC236}">
                <a16:creationId xmlns:a16="http://schemas.microsoft.com/office/drawing/2014/main" id="{C8D3707A-2AA3-0814-B67E-ED0F1302D987}"/>
              </a:ext>
            </a:extLst>
          </p:cNvPr>
          <p:cNvSpPr/>
          <p:nvPr userDrawn="1"/>
        </p:nvSpPr>
        <p:spPr>
          <a:xfrm>
            <a:off x="9104352" y="0"/>
            <a:ext cx="2757449" cy="12070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17" name="Content Placeholder 16">
            <a:extLst>
              <a:ext uri="{FF2B5EF4-FFF2-40B4-BE49-F238E27FC236}">
                <a16:creationId xmlns:a16="http://schemas.microsoft.com/office/drawing/2014/main" id="{C5A58ACD-F581-5D62-8987-34313D18DC96}"/>
              </a:ext>
            </a:extLst>
          </p:cNvPr>
          <p:cNvSpPr>
            <a:spLocks noGrp="1"/>
          </p:cNvSpPr>
          <p:nvPr>
            <p:ph sz="quarter" idx="11" hasCustomPrompt="1"/>
          </p:nvPr>
        </p:nvSpPr>
        <p:spPr>
          <a:xfrm>
            <a:off x="9417800" y="361188"/>
            <a:ext cx="2130552" cy="484632"/>
          </a:xfrm>
        </p:spPr>
        <p:txBody>
          <a:bodyPr anchor="ctr" anchorCtr="0">
            <a:noAutofit/>
          </a:bodyPr>
          <a:lstStyle>
            <a:lvl1pPr marL="0" indent="0" algn="ctr">
              <a:buNone/>
              <a:defRPr>
                <a:solidFill>
                  <a:srgbClr val="000000"/>
                </a:solidFill>
              </a:defRPr>
            </a:lvl1pPr>
            <a:lvl2pPr marL="228600" indent="0">
              <a:buNone/>
              <a:defRPr>
                <a:solidFill>
                  <a:srgbClr val="000000"/>
                </a:solidFill>
              </a:defRPr>
            </a:lvl2pPr>
            <a:lvl3pPr marL="231775" indent="0">
              <a:buNone/>
              <a:defRPr>
                <a:solidFill>
                  <a:srgbClr val="000000"/>
                </a:solidFill>
              </a:defRPr>
            </a:lvl3pPr>
            <a:lvl4pPr marL="685800" indent="0">
              <a:buNone/>
              <a:defRPr>
                <a:solidFill>
                  <a:srgbClr val="000000"/>
                </a:solidFill>
              </a:defRPr>
            </a:lvl4pPr>
            <a:lvl5pPr marL="685800" indent="0">
              <a:buNone/>
              <a:defRPr>
                <a:solidFill>
                  <a:srgbClr val="000000"/>
                </a:solidFill>
              </a:defRPr>
            </a:lvl5pPr>
          </a:lstStyle>
          <a:p>
            <a:pPr lvl="0"/>
            <a:r>
              <a:rPr lang="en-US" dirty="0"/>
              <a:t>Logo</a:t>
            </a:r>
          </a:p>
        </p:txBody>
      </p:sp>
      <p:sp>
        <p:nvSpPr>
          <p:cNvPr id="20" name="Text Placeholder 19">
            <a:extLst>
              <a:ext uri="{FF2B5EF4-FFF2-40B4-BE49-F238E27FC236}">
                <a16:creationId xmlns:a16="http://schemas.microsoft.com/office/drawing/2014/main" id="{06D4F13E-7176-A044-5EBE-C7E19EC6987C}"/>
              </a:ext>
            </a:extLst>
          </p:cNvPr>
          <p:cNvSpPr>
            <a:spLocks noGrp="1"/>
          </p:cNvSpPr>
          <p:nvPr>
            <p:ph type="body" sz="quarter" idx="12" hasCustomPrompt="1"/>
          </p:nvPr>
        </p:nvSpPr>
        <p:spPr>
          <a:xfrm>
            <a:off x="594559" y="1765304"/>
            <a:ext cx="3255264" cy="4349745"/>
          </a:xfrm>
        </p:spPr>
        <p:txBody>
          <a:bodyPr/>
          <a:lstStyle>
            <a:lvl1pPr marL="0" indent="0">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Customer’s challenge. Should be no more than approximately 50 words.</a:t>
            </a:r>
          </a:p>
        </p:txBody>
      </p:sp>
      <p:sp>
        <p:nvSpPr>
          <p:cNvPr id="21" name="Text Placeholder 19">
            <a:extLst>
              <a:ext uri="{FF2B5EF4-FFF2-40B4-BE49-F238E27FC236}">
                <a16:creationId xmlns:a16="http://schemas.microsoft.com/office/drawing/2014/main" id="{ABEBA84D-749B-BC8D-73E7-AC081425D226}"/>
              </a:ext>
            </a:extLst>
          </p:cNvPr>
          <p:cNvSpPr>
            <a:spLocks noGrp="1"/>
          </p:cNvSpPr>
          <p:nvPr>
            <p:ph type="body" sz="quarter" idx="13" hasCustomPrompt="1"/>
          </p:nvPr>
        </p:nvSpPr>
        <p:spPr>
          <a:xfrm>
            <a:off x="4491737" y="1765305"/>
            <a:ext cx="7159752" cy="1663695"/>
          </a:xfrm>
        </p:spPr>
        <p:txBody>
          <a:bodyPr/>
          <a:lstStyle>
            <a:lvl1pPr marL="0" indent="0">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How the key services were used to solve the challenge. Should be no more than approximately 70 words.</a:t>
            </a:r>
          </a:p>
        </p:txBody>
      </p:sp>
      <p:sp>
        <p:nvSpPr>
          <p:cNvPr id="22" name="Text Placeholder 19">
            <a:extLst>
              <a:ext uri="{FF2B5EF4-FFF2-40B4-BE49-F238E27FC236}">
                <a16:creationId xmlns:a16="http://schemas.microsoft.com/office/drawing/2014/main" id="{001BCFC6-193D-E96E-276F-E76CFCAB5EEE}"/>
              </a:ext>
            </a:extLst>
          </p:cNvPr>
          <p:cNvSpPr>
            <a:spLocks noGrp="1"/>
          </p:cNvSpPr>
          <p:nvPr>
            <p:ph type="body" sz="quarter" idx="14" hasCustomPrompt="1"/>
          </p:nvPr>
        </p:nvSpPr>
        <p:spPr>
          <a:xfrm>
            <a:off x="4491737" y="4158773"/>
            <a:ext cx="7159752" cy="1956276"/>
          </a:xfrm>
        </p:spPr>
        <p:txBody>
          <a:bodyPr/>
          <a:lstStyle>
            <a:lvl1pPr marL="285750" indent="-285750">
              <a:buFont typeface="Wingdings" panose="05000000000000000000" pitchFamily="2" charset="2"/>
              <a:buChar char="ü"/>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Include outcome and key takeaways using this checkmark bullet format. If you have multiple short bullets, you can use two columns.</a:t>
            </a:r>
          </a:p>
        </p:txBody>
      </p:sp>
      <p:sp>
        <p:nvSpPr>
          <p:cNvPr id="25" name="TextBox 24">
            <a:extLst>
              <a:ext uri="{FF2B5EF4-FFF2-40B4-BE49-F238E27FC236}">
                <a16:creationId xmlns:a16="http://schemas.microsoft.com/office/drawing/2014/main" id="{BE0F12EA-2D28-8A72-1EAC-7A5248EF83D2}"/>
              </a:ext>
            </a:extLst>
          </p:cNvPr>
          <p:cNvSpPr txBox="1"/>
          <p:nvPr userDrawn="1"/>
        </p:nvSpPr>
        <p:spPr>
          <a:xfrm>
            <a:off x="594559" y="1463884"/>
            <a:ext cx="1316065" cy="276999"/>
          </a:xfrm>
          <a:prstGeom prst="rect">
            <a:avLst/>
          </a:prstGeom>
          <a:noFill/>
        </p:spPr>
        <p:txBody>
          <a:bodyPr wrap="none" lIns="0" tIns="0" rIns="0" bIns="0" rtlCol="0">
            <a:spAutoFit/>
          </a:bodyPr>
          <a:lstStyle/>
          <a:p>
            <a:pPr algn="l"/>
            <a:r>
              <a:rPr lang="en-US" sz="1800" b="1" dirty="0">
                <a:solidFill>
                  <a:schemeClr val="accent5"/>
                </a:solidFill>
              </a:rPr>
              <a:t>CHALLENGE</a:t>
            </a:r>
          </a:p>
        </p:txBody>
      </p:sp>
      <p:sp>
        <p:nvSpPr>
          <p:cNvPr id="26" name="TextBox 25">
            <a:extLst>
              <a:ext uri="{FF2B5EF4-FFF2-40B4-BE49-F238E27FC236}">
                <a16:creationId xmlns:a16="http://schemas.microsoft.com/office/drawing/2014/main" id="{75B4D537-89A0-37A3-BE90-061ED213D515}"/>
              </a:ext>
            </a:extLst>
          </p:cNvPr>
          <p:cNvSpPr txBox="1"/>
          <p:nvPr userDrawn="1"/>
        </p:nvSpPr>
        <p:spPr>
          <a:xfrm>
            <a:off x="4491738" y="1463884"/>
            <a:ext cx="1176604" cy="276999"/>
          </a:xfrm>
          <a:prstGeom prst="rect">
            <a:avLst/>
          </a:prstGeom>
          <a:noFill/>
        </p:spPr>
        <p:txBody>
          <a:bodyPr wrap="none" lIns="0" tIns="0" rIns="0" bIns="0" rtlCol="0">
            <a:spAutoFit/>
          </a:bodyPr>
          <a:lstStyle/>
          <a:p>
            <a:pPr algn="l"/>
            <a:r>
              <a:rPr lang="en-US" sz="1800" b="1" dirty="0">
                <a:solidFill>
                  <a:schemeClr val="accent2"/>
                </a:solidFill>
              </a:rPr>
              <a:t>SOLUTION</a:t>
            </a:r>
          </a:p>
        </p:txBody>
      </p:sp>
      <p:sp>
        <p:nvSpPr>
          <p:cNvPr id="27" name="TextBox 26">
            <a:extLst>
              <a:ext uri="{FF2B5EF4-FFF2-40B4-BE49-F238E27FC236}">
                <a16:creationId xmlns:a16="http://schemas.microsoft.com/office/drawing/2014/main" id="{8C988E86-C887-B43E-890A-8F9D3EB2ACCF}"/>
              </a:ext>
            </a:extLst>
          </p:cNvPr>
          <p:cNvSpPr txBox="1"/>
          <p:nvPr userDrawn="1"/>
        </p:nvSpPr>
        <p:spPr>
          <a:xfrm>
            <a:off x="4491738" y="3822117"/>
            <a:ext cx="1147750" cy="276999"/>
          </a:xfrm>
          <a:prstGeom prst="rect">
            <a:avLst/>
          </a:prstGeom>
          <a:noFill/>
        </p:spPr>
        <p:txBody>
          <a:bodyPr wrap="none" lIns="0" tIns="0" rIns="0" bIns="0" rtlCol="0">
            <a:spAutoFit/>
          </a:bodyPr>
          <a:lstStyle/>
          <a:p>
            <a:pPr algn="l"/>
            <a:r>
              <a:rPr lang="en-US" sz="1800" b="1" dirty="0">
                <a:solidFill>
                  <a:schemeClr val="accent6"/>
                </a:solidFill>
              </a:rPr>
              <a:t>OUTCOME</a:t>
            </a:r>
          </a:p>
        </p:txBody>
      </p:sp>
    </p:spTree>
    <p:extLst>
      <p:ext uri="{BB962C8B-B14F-4D97-AF65-F5344CB8AC3E}">
        <p14:creationId xmlns:p14="http://schemas.microsoft.com/office/powerpoint/2010/main" val="1614003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ustomer: Arrows">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71D4873-2213-82ED-B042-58CA6D6EAF72}"/>
              </a:ext>
            </a:extLst>
          </p:cNvPr>
          <p:cNvSpPr/>
          <p:nvPr userDrawn="1"/>
        </p:nvSpPr>
        <p:spPr>
          <a:xfrm>
            <a:off x="9103578" y="1740884"/>
            <a:ext cx="2743200" cy="4469416"/>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7" name="Rectangle 6">
            <a:extLst>
              <a:ext uri="{FF2B5EF4-FFF2-40B4-BE49-F238E27FC236}">
                <a16:creationId xmlns:a16="http://schemas.microsoft.com/office/drawing/2014/main" id="{E1018681-13D4-C7B0-753A-1D298BC5E32E}"/>
              </a:ext>
            </a:extLst>
          </p:cNvPr>
          <p:cNvSpPr/>
          <p:nvPr userDrawn="1"/>
        </p:nvSpPr>
        <p:spPr>
          <a:xfrm>
            <a:off x="4746702" y="1740884"/>
            <a:ext cx="2743200" cy="4469416"/>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9" name="Rectangle 8">
            <a:extLst>
              <a:ext uri="{FF2B5EF4-FFF2-40B4-BE49-F238E27FC236}">
                <a16:creationId xmlns:a16="http://schemas.microsoft.com/office/drawing/2014/main" id="{D0E95FDD-54B6-BC6A-4F54-B116760F09BA}"/>
              </a:ext>
            </a:extLst>
          </p:cNvPr>
          <p:cNvSpPr/>
          <p:nvPr userDrawn="1"/>
        </p:nvSpPr>
        <p:spPr>
          <a:xfrm>
            <a:off x="419099" y="1740884"/>
            <a:ext cx="2743200" cy="4469416"/>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10" name="TextBox 9">
            <a:extLst>
              <a:ext uri="{FF2B5EF4-FFF2-40B4-BE49-F238E27FC236}">
                <a16:creationId xmlns:a16="http://schemas.microsoft.com/office/drawing/2014/main" id="{9CB24228-D8B6-75DB-9B27-006E808A5FA8}"/>
              </a:ext>
            </a:extLst>
          </p:cNvPr>
          <p:cNvSpPr txBox="1"/>
          <p:nvPr userDrawn="1"/>
        </p:nvSpPr>
        <p:spPr>
          <a:xfrm>
            <a:off x="419099" y="1381057"/>
            <a:ext cx="2743200" cy="365760"/>
          </a:xfrm>
          <a:prstGeom prst="rect">
            <a:avLst/>
          </a:prstGeom>
          <a:solidFill>
            <a:srgbClr val="111724"/>
          </a:solidFill>
          <a:ln w="12700">
            <a:solidFill>
              <a:schemeClr val="accent1"/>
            </a:solidFill>
          </a:ln>
        </p:spPr>
        <p:txBody>
          <a:bodyPr wrap="none" lIns="0" tIns="0" rIns="0" bIns="0" rtlCol="0" anchor="ctr" anchorCtr="0">
            <a:noAutofit/>
          </a:bodyPr>
          <a:lstStyle/>
          <a:p>
            <a:pPr algn="ctr"/>
            <a:r>
              <a:rPr lang="en-US" sz="1800" b="1" dirty="0">
                <a:solidFill>
                  <a:schemeClr val="tx1"/>
                </a:solidFill>
              </a:rPr>
              <a:t>CHALLENGE</a:t>
            </a:r>
          </a:p>
        </p:txBody>
      </p:sp>
      <p:sp>
        <p:nvSpPr>
          <p:cNvPr id="11" name="TextBox 10">
            <a:extLst>
              <a:ext uri="{FF2B5EF4-FFF2-40B4-BE49-F238E27FC236}">
                <a16:creationId xmlns:a16="http://schemas.microsoft.com/office/drawing/2014/main" id="{88DFC401-541A-D463-B2CC-3444CB3316BA}"/>
              </a:ext>
            </a:extLst>
          </p:cNvPr>
          <p:cNvSpPr txBox="1"/>
          <p:nvPr userDrawn="1"/>
        </p:nvSpPr>
        <p:spPr>
          <a:xfrm>
            <a:off x="4746702" y="1381056"/>
            <a:ext cx="2743200" cy="365760"/>
          </a:xfrm>
          <a:prstGeom prst="rect">
            <a:avLst/>
          </a:prstGeom>
          <a:solidFill>
            <a:srgbClr val="111724"/>
          </a:solidFill>
          <a:ln w="12700">
            <a:solidFill>
              <a:schemeClr val="accent5"/>
            </a:solidFill>
          </a:ln>
        </p:spPr>
        <p:txBody>
          <a:bodyPr wrap="none" lIns="0" tIns="0" rIns="0" bIns="0" rtlCol="0" anchor="ctr" anchorCtr="0">
            <a:noAutofit/>
          </a:bodyPr>
          <a:lstStyle>
            <a:defPPr>
              <a:defRPr lang="en-US"/>
            </a:defPPr>
            <a:lvl1pPr algn="ctr">
              <a:defRPr b="1"/>
            </a:lvl1pPr>
          </a:lstStyle>
          <a:p>
            <a:pPr lvl="0"/>
            <a:r>
              <a:rPr lang="en-US" dirty="0"/>
              <a:t>SOLUTION</a:t>
            </a:r>
          </a:p>
        </p:txBody>
      </p:sp>
      <p:sp>
        <p:nvSpPr>
          <p:cNvPr id="13" name="TextBox 12">
            <a:extLst>
              <a:ext uri="{FF2B5EF4-FFF2-40B4-BE49-F238E27FC236}">
                <a16:creationId xmlns:a16="http://schemas.microsoft.com/office/drawing/2014/main" id="{75D4F545-94E1-91C3-FCE9-F885F8505EDD}"/>
              </a:ext>
            </a:extLst>
          </p:cNvPr>
          <p:cNvSpPr txBox="1"/>
          <p:nvPr userDrawn="1"/>
        </p:nvSpPr>
        <p:spPr>
          <a:xfrm>
            <a:off x="9103578" y="1381056"/>
            <a:ext cx="2743200" cy="365760"/>
          </a:xfrm>
          <a:prstGeom prst="rect">
            <a:avLst/>
          </a:prstGeom>
          <a:solidFill>
            <a:srgbClr val="111724"/>
          </a:solidFill>
          <a:ln w="12700">
            <a:solidFill>
              <a:schemeClr val="accent4"/>
            </a:solidFill>
          </a:ln>
        </p:spPr>
        <p:txBody>
          <a:bodyPr wrap="none" lIns="0" tIns="0" rIns="0" bIns="0" rtlCol="0" anchor="ctr" anchorCtr="0">
            <a:noAutofit/>
          </a:bodyPr>
          <a:lstStyle>
            <a:defPPr>
              <a:defRPr lang="en-US"/>
            </a:defPPr>
            <a:lvl1pPr lvl="0" algn="ctr">
              <a:defRPr b="1"/>
            </a:lvl1pPr>
          </a:lstStyle>
          <a:p>
            <a:pPr lvl="0"/>
            <a:r>
              <a:rPr lang="en-US" dirty="0"/>
              <a:t>OUTCOME</a:t>
            </a:r>
          </a:p>
        </p:txBody>
      </p:sp>
      <p:sp>
        <p:nvSpPr>
          <p:cNvPr id="14" name="Graphic 9">
            <a:extLst>
              <a:ext uri="{FF2B5EF4-FFF2-40B4-BE49-F238E27FC236}">
                <a16:creationId xmlns:a16="http://schemas.microsoft.com/office/drawing/2014/main" id="{04E241FE-A659-EEC6-7968-6273A31E4001}"/>
              </a:ext>
            </a:extLst>
          </p:cNvPr>
          <p:cNvSpPr/>
          <p:nvPr userDrawn="1"/>
        </p:nvSpPr>
        <p:spPr>
          <a:xfrm>
            <a:off x="3582363" y="3301020"/>
            <a:ext cx="836596" cy="979860"/>
          </a:xfrm>
          <a:custGeom>
            <a:avLst/>
            <a:gdLst>
              <a:gd name="connsiteX0" fmla="*/ 436418 w 1064600"/>
              <a:gd name="connsiteY0" fmla="*/ 0 h 1246909"/>
              <a:gd name="connsiteX1" fmla="*/ 815228 w 1064600"/>
              <a:gd name="connsiteY1" fmla="*/ 623455 h 1246909"/>
              <a:gd name="connsiteX2" fmla="*/ 436418 w 1064600"/>
              <a:gd name="connsiteY2" fmla="*/ 1246909 h 1246909"/>
              <a:gd name="connsiteX3" fmla="*/ 685800 w 1064600"/>
              <a:gd name="connsiteY3" fmla="*/ 1246909 h 1246909"/>
              <a:gd name="connsiteX4" fmla="*/ 1064601 w 1064600"/>
              <a:gd name="connsiteY4" fmla="*/ 623455 h 1246909"/>
              <a:gd name="connsiteX5" fmla="*/ 685800 w 1064600"/>
              <a:gd name="connsiteY5" fmla="*/ 0 h 1246909"/>
              <a:gd name="connsiteX6" fmla="*/ 436418 w 1064600"/>
              <a:gd name="connsiteY6" fmla="*/ 0 h 1246909"/>
              <a:gd name="connsiteX7" fmla="*/ 0 w 1064600"/>
              <a:gd name="connsiteY7" fmla="*/ 0 h 1246909"/>
              <a:gd name="connsiteX8" fmla="*/ 378801 w 1064600"/>
              <a:gd name="connsiteY8" fmla="*/ 623455 h 1246909"/>
              <a:gd name="connsiteX9" fmla="*/ 0 w 1064600"/>
              <a:gd name="connsiteY9" fmla="*/ 1246909 h 1246909"/>
              <a:gd name="connsiteX10" fmla="*/ 249382 w 1064600"/>
              <a:gd name="connsiteY10" fmla="*/ 1246909 h 1246909"/>
              <a:gd name="connsiteX11" fmla="*/ 628191 w 1064600"/>
              <a:gd name="connsiteY11" fmla="*/ 623455 h 1246909"/>
              <a:gd name="connsiteX12" fmla="*/ 249382 w 1064600"/>
              <a:gd name="connsiteY12" fmla="*/ 0 h 1246909"/>
              <a:gd name="connsiteX13" fmla="*/ 0 w 1064600"/>
              <a:gd name="connsiteY13" fmla="*/ 0 h 124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64600" h="1246909">
                <a:moveTo>
                  <a:pt x="436418" y="0"/>
                </a:moveTo>
                <a:lnTo>
                  <a:pt x="815228" y="623455"/>
                </a:lnTo>
                <a:lnTo>
                  <a:pt x="436418" y="1246909"/>
                </a:lnTo>
                <a:lnTo>
                  <a:pt x="685800" y="1246909"/>
                </a:lnTo>
                <a:lnTo>
                  <a:pt x="1064601" y="623455"/>
                </a:lnTo>
                <a:lnTo>
                  <a:pt x="685800" y="0"/>
                </a:lnTo>
                <a:lnTo>
                  <a:pt x="436418" y="0"/>
                </a:lnTo>
                <a:moveTo>
                  <a:pt x="0" y="0"/>
                </a:moveTo>
                <a:lnTo>
                  <a:pt x="378801" y="623455"/>
                </a:lnTo>
                <a:lnTo>
                  <a:pt x="0" y="1246909"/>
                </a:lnTo>
                <a:lnTo>
                  <a:pt x="249382" y="1246909"/>
                </a:lnTo>
                <a:lnTo>
                  <a:pt x="628191" y="623455"/>
                </a:lnTo>
                <a:lnTo>
                  <a:pt x="249382" y="0"/>
                </a:lnTo>
                <a:lnTo>
                  <a:pt x="0" y="0"/>
                </a:lnTo>
              </a:path>
            </a:pathLst>
          </a:custGeom>
          <a:gradFill flip="none" rotWithShape="1">
            <a:gsLst>
              <a:gs pos="5000">
                <a:schemeClr val="accent1"/>
              </a:gs>
              <a:gs pos="95000">
                <a:schemeClr val="accent5"/>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a:solidFill>
                <a:schemeClr val="bg1"/>
              </a:solidFill>
            </a:endParaRPr>
          </a:p>
        </p:txBody>
      </p:sp>
      <p:sp>
        <p:nvSpPr>
          <p:cNvPr id="28" name="Graphic 9">
            <a:extLst>
              <a:ext uri="{FF2B5EF4-FFF2-40B4-BE49-F238E27FC236}">
                <a16:creationId xmlns:a16="http://schemas.microsoft.com/office/drawing/2014/main" id="{A71120F2-7ACE-7B7E-1F26-8466B0085DE0}"/>
              </a:ext>
            </a:extLst>
          </p:cNvPr>
          <p:cNvSpPr/>
          <p:nvPr userDrawn="1"/>
        </p:nvSpPr>
        <p:spPr>
          <a:xfrm>
            <a:off x="7773710" y="3301019"/>
            <a:ext cx="836596" cy="979860"/>
          </a:xfrm>
          <a:custGeom>
            <a:avLst/>
            <a:gdLst>
              <a:gd name="connsiteX0" fmla="*/ 436418 w 1064600"/>
              <a:gd name="connsiteY0" fmla="*/ 0 h 1246909"/>
              <a:gd name="connsiteX1" fmla="*/ 815228 w 1064600"/>
              <a:gd name="connsiteY1" fmla="*/ 623455 h 1246909"/>
              <a:gd name="connsiteX2" fmla="*/ 436418 w 1064600"/>
              <a:gd name="connsiteY2" fmla="*/ 1246909 h 1246909"/>
              <a:gd name="connsiteX3" fmla="*/ 685800 w 1064600"/>
              <a:gd name="connsiteY3" fmla="*/ 1246909 h 1246909"/>
              <a:gd name="connsiteX4" fmla="*/ 1064601 w 1064600"/>
              <a:gd name="connsiteY4" fmla="*/ 623455 h 1246909"/>
              <a:gd name="connsiteX5" fmla="*/ 685800 w 1064600"/>
              <a:gd name="connsiteY5" fmla="*/ 0 h 1246909"/>
              <a:gd name="connsiteX6" fmla="*/ 436418 w 1064600"/>
              <a:gd name="connsiteY6" fmla="*/ 0 h 1246909"/>
              <a:gd name="connsiteX7" fmla="*/ 0 w 1064600"/>
              <a:gd name="connsiteY7" fmla="*/ 0 h 1246909"/>
              <a:gd name="connsiteX8" fmla="*/ 378801 w 1064600"/>
              <a:gd name="connsiteY8" fmla="*/ 623455 h 1246909"/>
              <a:gd name="connsiteX9" fmla="*/ 0 w 1064600"/>
              <a:gd name="connsiteY9" fmla="*/ 1246909 h 1246909"/>
              <a:gd name="connsiteX10" fmla="*/ 249382 w 1064600"/>
              <a:gd name="connsiteY10" fmla="*/ 1246909 h 1246909"/>
              <a:gd name="connsiteX11" fmla="*/ 628191 w 1064600"/>
              <a:gd name="connsiteY11" fmla="*/ 623455 h 1246909"/>
              <a:gd name="connsiteX12" fmla="*/ 249382 w 1064600"/>
              <a:gd name="connsiteY12" fmla="*/ 0 h 1246909"/>
              <a:gd name="connsiteX13" fmla="*/ 0 w 1064600"/>
              <a:gd name="connsiteY13" fmla="*/ 0 h 124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64600" h="1246909">
                <a:moveTo>
                  <a:pt x="436418" y="0"/>
                </a:moveTo>
                <a:lnTo>
                  <a:pt x="815228" y="623455"/>
                </a:lnTo>
                <a:lnTo>
                  <a:pt x="436418" y="1246909"/>
                </a:lnTo>
                <a:lnTo>
                  <a:pt x="685800" y="1246909"/>
                </a:lnTo>
                <a:lnTo>
                  <a:pt x="1064601" y="623455"/>
                </a:lnTo>
                <a:lnTo>
                  <a:pt x="685800" y="0"/>
                </a:lnTo>
                <a:lnTo>
                  <a:pt x="436418" y="0"/>
                </a:lnTo>
                <a:moveTo>
                  <a:pt x="0" y="0"/>
                </a:moveTo>
                <a:lnTo>
                  <a:pt x="378801" y="623455"/>
                </a:lnTo>
                <a:lnTo>
                  <a:pt x="0" y="1246909"/>
                </a:lnTo>
                <a:lnTo>
                  <a:pt x="249382" y="1246909"/>
                </a:lnTo>
                <a:lnTo>
                  <a:pt x="628191" y="623455"/>
                </a:lnTo>
                <a:lnTo>
                  <a:pt x="249382" y="0"/>
                </a:lnTo>
                <a:lnTo>
                  <a:pt x="0" y="0"/>
                </a:lnTo>
              </a:path>
            </a:pathLst>
          </a:custGeom>
          <a:gradFill flip="none" rotWithShape="1">
            <a:gsLst>
              <a:gs pos="5000">
                <a:schemeClr val="accent5"/>
              </a:gs>
              <a:gs pos="95000">
                <a:schemeClr val="accent4"/>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lvl="0" algn="ctr"/>
            <a:endParaRPr lang="en-US">
              <a:solidFill>
                <a:schemeClr val="bg1"/>
              </a:solidFill>
            </a:endParaRPr>
          </a:p>
        </p:txBody>
      </p:sp>
      <p:sp>
        <p:nvSpPr>
          <p:cNvPr id="2" name="Title 1">
            <a:extLst>
              <a:ext uri="{FF2B5EF4-FFF2-40B4-BE49-F238E27FC236}">
                <a16:creationId xmlns:a16="http://schemas.microsoft.com/office/drawing/2014/main" id="{ECA9B439-0994-2AA1-9C20-FC46BDD0452B}"/>
              </a:ext>
            </a:extLst>
          </p:cNvPr>
          <p:cNvSpPr>
            <a:spLocks noGrp="1"/>
          </p:cNvSpPr>
          <p:nvPr>
            <p:ph type="title" hasCustomPrompt="1"/>
          </p:nvPr>
        </p:nvSpPr>
        <p:spPr>
          <a:xfrm>
            <a:off x="425038" y="355015"/>
            <a:ext cx="8548626" cy="638175"/>
          </a:xfrm>
        </p:spPr>
        <p:txBody>
          <a:bodyPr/>
          <a:lstStyle>
            <a:lvl1pPr>
              <a:defRPr/>
            </a:lvl1pPr>
          </a:lstStyle>
          <a:p>
            <a:r>
              <a:rPr lang="en-US" dirty="0"/>
              <a:t>Customer name and the outcome</a:t>
            </a:r>
          </a:p>
        </p:txBody>
      </p:sp>
      <p:sp>
        <p:nvSpPr>
          <p:cNvPr id="4" name="Rectangle 3">
            <a:extLst>
              <a:ext uri="{FF2B5EF4-FFF2-40B4-BE49-F238E27FC236}">
                <a16:creationId xmlns:a16="http://schemas.microsoft.com/office/drawing/2014/main" id="{C8D3707A-2AA3-0814-B67E-ED0F1302D987}"/>
              </a:ext>
            </a:extLst>
          </p:cNvPr>
          <p:cNvSpPr/>
          <p:nvPr userDrawn="1"/>
        </p:nvSpPr>
        <p:spPr>
          <a:xfrm>
            <a:off x="9104352" y="0"/>
            <a:ext cx="2757449" cy="12070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15" name="Rectangle 14">
            <a:extLst>
              <a:ext uri="{FF2B5EF4-FFF2-40B4-BE49-F238E27FC236}">
                <a16:creationId xmlns:a16="http://schemas.microsoft.com/office/drawing/2014/main" id="{7E0B9DC2-931C-5583-1B9D-7CFAB73460E0}"/>
              </a:ext>
            </a:extLst>
          </p:cNvPr>
          <p:cNvSpPr/>
          <p:nvPr userDrawn="1"/>
        </p:nvSpPr>
        <p:spPr>
          <a:xfrm>
            <a:off x="0" y="0"/>
            <a:ext cx="80304" cy="6858000"/>
          </a:xfrm>
          <a:prstGeom prst="rect">
            <a:avLst/>
          </a:prstGeom>
          <a:gradFill flip="none" rotWithShape="1">
            <a:gsLst>
              <a:gs pos="0">
                <a:schemeClr val="accent6"/>
              </a:gs>
              <a:gs pos="40000">
                <a:schemeClr val="accent1"/>
              </a:gs>
              <a:gs pos="10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Content Placeholder 16">
            <a:extLst>
              <a:ext uri="{FF2B5EF4-FFF2-40B4-BE49-F238E27FC236}">
                <a16:creationId xmlns:a16="http://schemas.microsoft.com/office/drawing/2014/main" id="{C5A58ACD-F581-5D62-8987-34313D18DC96}"/>
              </a:ext>
            </a:extLst>
          </p:cNvPr>
          <p:cNvSpPr>
            <a:spLocks noGrp="1"/>
          </p:cNvSpPr>
          <p:nvPr>
            <p:ph sz="quarter" idx="11" hasCustomPrompt="1"/>
          </p:nvPr>
        </p:nvSpPr>
        <p:spPr>
          <a:xfrm>
            <a:off x="9417800" y="361188"/>
            <a:ext cx="2130552" cy="484632"/>
          </a:xfrm>
        </p:spPr>
        <p:txBody>
          <a:bodyPr anchor="ctr" anchorCtr="0">
            <a:noAutofit/>
          </a:bodyPr>
          <a:lstStyle>
            <a:lvl1pPr marL="0" indent="0" algn="ctr">
              <a:buNone/>
              <a:defRPr>
                <a:solidFill>
                  <a:srgbClr val="000000"/>
                </a:solidFill>
              </a:defRPr>
            </a:lvl1pPr>
            <a:lvl2pPr marL="228600" indent="0">
              <a:buNone/>
              <a:defRPr>
                <a:solidFill>
                  <a:srgbClr val="000000"/>
                </a:solidFill>
              </a:defRPr>
            </a:lvl2pPr>
            <a:lvl3pPr marL="231775" indent="0">
              <a:buNone/>
              <a:defRPr>
                <a:solidFill>
                  <a:srgbClr val="000000"/>
                </a:solidFill>
              </a:defRPr>
            </a:lvl3pPr>
            <a:lvl4pPr marL="685800" indent="0">
              <a:buNone/>
              <a:defRPr>
                <a:solidFill>
                  <a:srgbClr val="000000"/>
                </a:solidFill>
              </a:defRPr>
            </a:lvl4pPr>
            <a:lvl5pPr marL="685800" indent="0">
              <a:buNone/>
              <a:defRPr>
                <a:solidFill>
                  <a:srgbClr val="000000"/>
                </a:solidFill>
              </a:defRPr>
            </a:lvl5pPr>
          </a:lstStyle>
          <a:p>
            <a:pPr lvl="0"/>
            <a:r>
              <a:rPr lang="en-US" dirty="0"/>
              <a:t>Logo</a:t>
            </a:r>
          </a:p>
        </p:txBody>
      </p:sp>
      <p:sp>
        <p:nvSpPr>
          <p:cNvPr id="20" name="Text Placeholder 19">
            <a:extLst>
              <a:ext uri="{FF2B5EF4-FFF2-40B4-BE49-F238E27FC236}">
                <a16:creationId xmlns:a16="http://schemas.microsoft.com/office/drawing/2014/main" id="{06D4F13E-7176-A044-5EBE-C7E19EC6987C}"/>
              </a:ext>
            </a:extLst>
          </p:cNvPr>
          <p:cNvSpPr>
            <a:spLocks noGrp="1"/>
          </p:cNvSpPr>
          <p:nvPr>
            <p:ph type="body" sz="quarter" idx="12" hasCustomPrompt="1"/>
          </p:nvPr>
        </p:nvSpPr>
        <p:spPr>
          <a:xfrm>
            <a:off x="594559" y="1891165"/>
            <a:ext cx="2391508" cy="4195310"/>
          </a:xfrm>
        </p:spPr>
        <p:txBody>
          <a:bodyPr/>
          <a:lstStyle>
            <a:lvl1pPr marL="0" indent="0">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Customer’s challenge. Should be no more than approximately 45 words.</a:t>
            </a:r>
          </a:p>
        </p:txBody>
      </p:sp>
      <p:sp>
        <p:nvSpPr>
          <p:cNvPr id="21" name="Text Placeholder 19">
            <a:extLst>
              <a:ext uri="{FF2B5EF4-FFF2-40B4-BE49-F238E27FC236}">
                <a16:creationId xmlns:a16="http://schemas.microsoft.com/office/drawing/2014/main" id="{ABEBA84D-749B-BC8D-73E7-AC081425D226}"/>
              </a:ext>
            </a:extLst>
          </p:cNvPr>
          <p:cNvSpPr>
            <a:spLocks noGrp="1"/>
          </p:cNvSpPr>
          <p:nvPr>
            <p:ph type="body" sz="quarter" idx="13" hasCustomPrompt="1"/>
          </p:nvPr>
        </p:nvSpPr>
        <p:spPr>
          <a:xfrm>
            <a:off x="4922548" y="1891165"/>
            <a:ext cx="2391508" cy="4195310"/>
          </a:xfrm>
        </p:spPr>
        <p:txBody>
          <a:bodyPr/>
          <a:lstStyle>
            <a:lvl1pPr marL="0" indent="0">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How the key services were used to solve the challenge. Should be no more than approximately 45 words.</a:t>
            </a:r>
          </a:p>
        </p:txBody>
      </p:sp>
      <p:sp>
        <p:nvSpPr>
          <p:cNvPr id="22" name="Text Placeholder 19">
            <a:extLst>
              <a:ext uri="{FF2B5EF4-FFF2-40B4-BE49-F238E27FC236}">
                <a16:creationId xmlns:a16="http://schemas.microsoft.com/office/drawing/2014/main" id="{001BCFC6-193D-E96E-276F-E76CFCAB5EEE}"/>
              </a:ext>
            </a:extLst>
          </p:cNvPr>
          <p:cNvSpPr>
            <a:spLocks noGrp="1"/>
          </p:cNvSpPr>
          <p:nvPr>
            <p:ph type="body" sz="quarter" idx="14" hasCustomPrompt="1"/>
          </p:nvPr>
        </p:nvSpPr>
        <p:spPr>
          <a:xfrm>
            <a:off x="9287322" y="1891165"/>
            <a:ext cx="2391508" cy="4195310"/>
          </a:xfrm>
        </p:spPr>
        <p:txBody>
          <a:bodyPr/>
          <a:lstStyle>
            <a:lvl1pPr marL="285750" indent="-285750">
              <a:buFont typeface="Wingdings" panose="05000000000000000000" pitchFamily="2" charset="2"/>
              <a:buChar char="ü"/>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Include outcome and key takeaways using this checkmark bullet format.</a:t>
            </a:r>
          </a:p>
        </p:txBody>
      </p:sp>
    </p:spTree>
    <p:extLst>
      <p:ext uri="{BB962C8B-B14F-4D97-AF65-F5344CB8AC3E}">
        <p14:creationId xmlns:p14="http://schemas.microsoft.com/office/powerpoint/2010/main" val="33664054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ustomer: Text and Image">
    <p:bg>
      <p:bgPr>
        <a:solidFill>
          <a:schemeClr val="bg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926FC231-EC8B-760F-D59B-3A9539DA027F}"/>
              </a:ext>
            </a:extLst>
          </p:cNvPr>
          <p:cNvSpPr>
            <a:spLocks noGrp="1"/>
          </p:cNvSpPr>
          <p:nvPr>
            <p:ph type="pic" sz="quarter" idx="11" hasCustomPrompt="1"/>
          </p:nvPr>
        </p:nvSpPr>
        <p:spPr>
          <a:xfrm>
            <a:off x="5928360" y="0"/>
            <a:ext cx="6263640" cy="6858000"/>
          </a:xfrm>
        </p:spPr>
        <p:txBody>
          <a:bodyPr>
            <a:noAutofit/>
          </a:bodyPr>
          <a:lstStyle>
            <a:lvl1pPr marL="0" indent="0">
              <a:buNone/>
              <a:defRPr/>
            </a:lvl1pPr>
          </a:lstStyle>
          <a:p>
            <a:r>
              <a:rPr lang="en-US" dirty="0"/>
              <a:t>Insert photo here</a:t>
            </a:r>
          </a:p>
        </p:txBody>
      </p:sp>
      <p:sp>
        <p:nvSpPr>
          <p:cNvPr id="22" name="Text Placeholder 21">
            <a:extLst>
              <a:ext uri="{FF2B5EF4-FFF2-40B4-BE49-F238E27FC236}">
                <a16:creationId xmlns:a16="http://schemas.microsoft.com/office/drawing/2014/main" id="{6002B2C1-7DC5-1942-B4E5-C1B1E23A3AC7}"/>
              </a:ext>
            </a:extLst>
          </p:cNvPr>
          <p:cNvSpPr>
            <a:spLocks noGrp="1"/>
          </p:cNvSpPr>
          <p:nvPr>
            <p:ph type="body" sz="quarter" idx="17"/>
          </p:nvPr>
        </p:nvSpPr>
        <p:spPr>
          <a:xfrm>
            <a:off x="5928360" y="4572000"/>
            <a:ext cx="6263640" cy="2286000"/>
          </a:xfrm>
          <a:gradFill>
            <a:gsLst>
              <a:gs pos="1000">
                <a:srgbClr val="000000">
                  <a:alpha val="0"/>
                </a:srgbClr>
              </a:gs>
              <a:gs pos="100000">
                <a:srgbClr val="000000"/>
              </a:gs>
            </a:gsLst>
            <a:lin ang="5400000" scaled="1"/>
          </a:gradFill>
        </p:spPr>
        <p:txBody>
          <a:bodyPr vert="horz" wrap="square" lIns="0" tIns="45720" rIns="0" bIns="45720" rtlCol="0" anchor="b" anchorCtr="0">
            <a:noAutofit/>
          </a:bodyPr>
          <a:lstStyle>
            <a:lvl1pPr>
              <a:defRPr lang="en-US" sz="2000" dirty="0" smtClean="0">
                <a:noFill/>
              </a:defRPr>
            </a:lvl1pPr>
          </a:lstStyle>
          <a:p>
            <a:pPr marL="0" lvl="0" indent="0" algn="ctr">
              <a:buFont typeface="Arial" panose="020B0604020202020204" pitchFamily="34" charset="0"/>
              <a:buNone/>
            </a:pPr>
            <a:r>
              <a:rPr lang="en-US"/>
              <a:t>Edit Master text styles</a:t>
            </a:r>
          </a:p>
        </p:txBody>
      </p:sp>
      <p:sp>
        <p:nvSpPr>
          <p:cNvPr id="2" name="Title 1">
            <a:extLst>
              <a:ext uri="{FF2B5EF4-FFF2-40B4-BE49-F238E27FC236}">
                <a16:creationId xmlns:a16="http://schemas.microsoft.com/office/drawing/2014/main" id="{C510B42D-E468-6CD1-7FC5-C90C3E3024E2}"/>
              </a:ext>
            </a:extLst>
          </p:cNvPr>
          <p:cNvSpPr>
            <a:spLocks noGrp="1"/>
          </p:cNvSpPr>
          <p:nvPr>
            <p:ph type="title" hasCustomPrompt="1"/>
          </p:nvPr>
        </p:nvSpPr>
        <p:spPr>
          <a:xfrm>
            <a:off x="419100" y="351901"/>
            <a:ext cx="5335523" cy="1019699"/>
          </a:xfrm>
        </p:spPr>
        <p:txBody>
          <a:bodyPr/>
          <a:lstStyle>
            <a:lvl1pPr>
              <a:defRPr/>
            </a:lvl1pPr>
          </a:lstStyle>
          <a:p>
            <a:r>
              <a:rPr lang="en-US" dirty="0"/>
              <a:t>Customer name and the outcome</a:t>
            </a:r>
          </a:p>
        </p:txBody>
      </p:sp>
      <p:sp>
        <p:nvSpPr>
          <p:cNvPr id="4" name="Freeform: Shape 3">
            <a:extLst>
              <a:ext uri="{FF2B5EF4-FFF2-40B4-BE49-F238E27FC236}">
                <a16:creationId xmlns:a16="http://schemas.microsoft.com/office/drawing/2014/main" id="{5A5F9319-C564-ADD0-498C-B6DE2924E50B}"/>
              </a:ext>
            </a:extLst>
          </p:cNvPr>
          <p:cNvSpPr/>
          <p:nvPr userDrawn="1"/>
        </p:nvSpPr>
        <p:spPr>
          <a:xfrm>
            <a:off x="423372" y="1598784"/>
            <a:ext cx="5331251" cy="1368815"/>
          </a:xfrm>
          <a:custGeom>
            <a:avLst/>
            <a:gdLst>
              <a:gd name="connsiteX0" fmla="*/ 2435638 w 3885152"/>
              <a:gd name="connsiteY0" fmla="*/ 0 h 993362"/>
              <a:gd name="connsiteX1" fmla="*/ 3885152 w 3885152"/>
              <a:gd name="connsiteY1" fmla="*/ 0 h 993362"/>
              <a:gd name="connsiteX2" fmla="*/ 3885152 w 3885152"/>
              <a:gd name="connsiteY2" fmla="*/ 993362 h 993362"/>
              <a:gd name="connsiteX3" fmla="*/ 0 w 3885152"/>
              <a:gd name="connsiteY3" fmla="*/ 993362 h 993362"/>
              <a:gd name="connsiteX4" fmla="*/ 0 w 3885152"/>
              <a:gd name="connsiteY4" fmla="*/ 0 h 993362"/>
              <a:gd name="connsiteX5" fmla="*/ 0 w 3885152"/>
              <a:gd name="connsiteY5" fmla="*/ 0 h 993362"/>
              <a:gd name="connsiteX6" fmla="*/ 1449419 w 3885152"/>
              <a:gd name="connsiteY6" fmla="*/ 0 h 9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5152" h="993362">
                <a:moveTo>
                  <a:pt x="2435638" y="0"/>
                </a:moveTo>
                <a:lnTo>
                  <a:pt x="3885152" y="0"/>
                </a:lnTo>
                <a:lnTo>
                  <a:pt x="3885152" y="993362"/>
                </a:lnTo>
                <a:lnTo>
                  <a:pt x="0" y="993362"/>
                </a:lnTo>
                <a:lnTo>
                  <a:pt x="0" y="0"/>
                </a:lnTo>
                <a:lnTo>
                  <a:pt x="0" y="0"/>
                </a:lnTo>
                <a:lnTo>
                  <a:pt x="1449419" y="0"/>
                </a:lnTo>
              </a:path>
            </a:pathLst>
          </a:custGeom>
          <a:noFill/>
          <a:ln w="12700" cap="flat">
            <a:solidFill>
              <a:schemeClr val="accent5"/>
            </a:solidFill>
            <a:prstDash val="solid"/>
            <a:miter/>
          </a:ln>
        </p:spPr>
        <p:txBody>
          <a:bodyPr wrap="square" rtlCol="0" anchor="ctr">
            <a:noAutofit/>
          </a:bodyPr>
          <a:lstStyle/>
          <a:p>
            <a:pPr lvl="0"/>
            <a:endParaRPr lang="en-US"/>
          </a:p>
        </p:txBody>
      </p:sp>
      <p:sp>
        <p:nvSpPr>
          <p:cNvPr id="5" name="TextBox 4">
            <a:extLst>
              <a:ext uri="{FF2B5EF4-FFF2-40B4-BE49-F238E27FC236}">
                <a16:creationId xmlns:a16="http://schemas.microsoft.com/office/drawing/2014/main" id="{FE8EAC77-8049-8D39-9A09-5E2F51066703}"/>
              </a:ext>
            </a:extLst>
          </p:cNvPr>
          <p:cNvSpPr txBox="1"/>
          <p:nvPr userDrawn="1"/>
        </p:nvSpPr>
        <p:spPr>
          <a:xfrm>
            <a:off x="2410766" y="1474484"/>
            <a:ext cx="1356462" cy="246221"/>
          </a:xfrm>
          <a:prstGeom prst="rect">
            <a:avLst/>
          </a:prstGeom>
          <a:noFill/>
        </p:spPr>
        <p:txBody>
          <a:bodyPr wrap="none" lIns="91440" tIns="0" rIns="91440" bIns="0" rtlCol="0">
            <a:spAutoFit/>
          </a:bodyPr>
          <a:lstStyle/>
          <a:p>
            <a:pPr algn="ctr"/>
            <a:r>
              <a:rPr lang="en-US" sz="1600" b="1" dirty="0">
                <a:solidFill>
                  <a:schemeClr val="accent5"/>
                </a:solidFill>
              </a:rPr>
              <a:t>CHALLENGE</a:t>
            </a:r>
          </a:p>
        </p:txBody>
      </p:sp>
      <p:sp>
        <p:nvSpPr>
          <p:cNvPr id="6" name="TextBox 5">
            <a:extLst>
              <a:ext uri="{FF2B5EF4-FFF2-40B4-BE49-F238E27FC236}">
                <a16:creationId xmlns:a16="http://schemas.microsoft.com/office/drawing/2014/main" id="{2D75D493-D2CB-6CB0-D5C5-918E5577D230}"/>
              </a:ext>
            </a:extLst>
          </p:cNvPr>
          <p:cNvSpPr txBox="1"/>
          <p:nvPr userDrawn="1"/>
        </p:nvSpPr>
        <p:spPr>
          <a:xfrm>
            <a:off x="2473284" y="3068608"/>
            <a:ext cx="1231427" cy="246221"/>
          </a:xfrm>
          <a:prstGeom prst="rect">
            <a:avLst/>
          </a:prstGeom>
          <a:noFill/>
        </p:spPr>
        <p:txBody>
          <a:bodyPr wrap="none" lIns="91440" tIns="0" rIns="91440" bIns="0" rtlCol="0">
            <a:spAutoFit/>
          </a:bodyPr>
          <a:lstStyle/>
          <a:p>
            <a:pPr algn="ctr"/>
            <a:r>
              <a:rPr lang="en-US" sz="1600" b="1" dirty="0">
                <a:solidFill>
                  <a:schemeClr val="accent2"/>
                </a:solidFill>
              </a:rPr>
              <a:t>SOLUTION</a:t>
            </a:r>
          </a:p>
        </p:txBody>
      </p:sp>
      <p:sp>
        <p:nvSpPr>
          <p:cNvPr id="7" name="TextBox 6">
            <a:extLst>
              <a:ext uri="{FF2B5EF4-FFF2-40B4-BE49-F238E27FC236}">
                <a16:creationId xmlns:a16="http://schemas.microsoft.com/office/drawing/2014/main" id="{A9EF7406-F04F-C13E-8323-603AB89313C3}"/>
              </a:ext>
            </a:extLst>
          </p:cNvPr>
          <p:cNvSpPr txBox="1"/>
          <p:nvPr userDrawn="1"/>
        </p:nvSpPr>
        <p:spPr>
          <a:xfrm>
            <a:off x="2486108" y="4990891"/>
            <a:ext cx="1205779" cy="246221"/>
          </a:xfrm>
          <a:prstGeom prst="rect">
            <a:avLst/>
          </a:prstGeom>
          <a:noFill/>
        </p:spPr>
        <p:txBody>
          <a:bodyPr wrap="none" lIns="91440" tIns="0" rIns="91440" bIns="0" rtlCol="0">
            <a:spAutoFit/>
          </a:bodyPr>
          <a:lstStyle/>
          <a:p>
            <a:pPr algn="ctr"/>
            <a:r>
              <a:rPr lang="en-US" sz="1600" b="1" dirty="0">
                <a:solidFill>
                  <a:schemeClr val="accent6"/>
                </a:solidFill>
              </a:rPr>
              <a:t>OUTCOME</a:t>
            </a:r>
          </a:p>
        </p:txBody>
      </p:sp>
      <p:sp>
        <p:nvSpPr>
          <p:cNvPr id="9" name="Freeform: Shape 8">
            <a:extLst>
              <a:ext uri="{FF2B5EF4-FFF2-40B4-BE49-F238E27FC236}">
                <a16:creationId xmlns:a16="http://schemas.microsoft.com/office/drawing/2014/main" id="{0F3E9FF7-5EAD-761A-D633-E30B0B0DF259}"/>
              </a:ext>
            </a:extLst>
          </p:cNvPr>
          <p:cNvSpPr/>
          <p:nvPr userDrawn="1"/>
        </p:nvSpPr>
        <p:spPr>
          <a:xfrm>
            <a:off x="423372" y="3190060"/>
            <a:ext cx="5331251" cy="1543865"/>
          </a:xfrm>
          <a:custGeom>
            <a:avLst/>
            <a:gdLst>
              <a:gd name="connsiteX0" fmla="*/ 2392394 w 3885152"/>
              <a:gd name="connsiteY0" fmla="*/ 0 h 998981"/>
              <a:gd name="connsiteX1" fmla="*/ 3885152 w 3885152"/>
              <a:gd name="connsiteY1" fmla="*/ 0 h 998981"/>
              <a:gd name="connsiteX2" fmla="*/ 3885152 w 3885152"/>
              <a:gd name="connsiteY2" fmla="*/ 998982 h 998981"/>
              <a:gd name="connsiteX3" fmla="*/ 0 w 3885152"/>
              <a:gd name="connsiteY3" fmla="*/ 998982 h 998981"/>
              <a:gd name="connsiteX4" fmla="*/ 0 w 3885152"/>
              <a:gd name="connsiteY4" fmla="*/ 0 h 998981"/>
              <a:gd name="connsiteX5" fmla="*/ 0 w 3885152"/>
              <a:gd name="connsiteY5" fmla="*/ 0 h 998981"/>
              <a:gd name="connsiteX6" fmla="*/ 1492758 w 3885152"/>
              <a:gd name="connsiteY6" fmla="*/ 0 h 998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5152" h="998981">
                <a:moveTo>
                  <a:pt x="2392394" y="0"/>
                </a:moveTo>
                <a:lnTo>
                  <a:pt x="3885152" y="0"/>
                </a:lnTo>
                <a:lnTo>
                  <a:pt x="3885152" y="998982"/>
                </a:lnTo>
                <a:lnTo>
                  <a:pt x="0" y="998982"/>
                </a:lnTo>
                <a:lnTo>
                  <a:pt x="0" y="0"/>
                </a:lnTo>
                <a:lnTo>
                  <a:pt x="0" y="0"/>
                </a:lnTo>
                <a:lnTo>
                  <a:pt x="1492758" y="0"/>
                </a:lnTo>
              </a:path>
            </a:pathLst>
          </a:custGeom>
          <a:noFill/>
          <a:ln w="12700" cap="flat">
            <a:solidFill>
              <a:schemeClr val="accent2"/>
            </a:solidFill>
            <a:prstDash val="solid"/>
            <a:miter/>
          </a:ln>
        </p:spPr>
        <p:txBody>
          <a:bodyPr wrap="square" rtlCol="0" anchor="ctr">
            <a:noAutofit/>
          </a:bodyPr>
          <a:lstStyle/>
          <a:p>
            <a:pPr lvl="0"/>
            <a:endParaRPr lang="en-US"/>
          </a:p>
        </p:txBody>
      </p:sp>
      <p:sp>
        <p:nvSpPr>
          <p:cNvPr id="10" name="Freeform: Shape 9">
            <a:extLst>
              <a:ext uri="{FF2B5EF4-FFF2-40B4-BE49-F238E27FC236}">
                <a16:creationId xmlns:a16="http://schemas.microsoft.com/office/drawing/2014/main" id="{65F98819-0E06-2418-4068-FA5C2AFB21A8}"/>
              </a:ext>
            </a:extLst>
          </p:cNvPr>
          <p:cNvSpPr/>
          <p:nvPr userDrawn="1"/>
        </p:nvSpPr>
        <p:spPr>
          <a:xfrm>
            <a:off x="423372" y="5114711"/>
            <a:ext cx="5331251" cy="1095589"/>
          </a:xfrm>
          <a:custGeom>
            <a:avLst/>
            <a:gdLst>
              <a:gd name="connsiteX0" fmla="*/ 2382393 w 3885152"/>
              <a:gd name="connsiteY0" fmla="*/ 0 h 799242"/>
              <a:gd name="connsiteX1" fmla="*/ 3885152 w 3885152"/>
              <a:gd name="connsiteY1" fmla="*/ 0 h 799242"/>
              <a:gd name="connsiteX2" fmla="*/ 3885152 w 3885152"/>
              <a:gd name="connsiteY2" fmla="*/ 799243 h 799242"/>
              <a:gd name="connsiteX3" fmla="*/ 0 w 3885152"/>
              <a:gd name="connsiteY3" fmla="*/ 799243 h 799242"/>
              <a:gd name="connsiteX4" fmla="*/ 0 w 3885152"/>
              <a:gd name="connsiteY4" fmla="*/ 0 h 799242"/>
              <a:gd name="connsiteX5" fmla="*/ 0 w 3885152"/>
              <a:gd name="connsiteY5" fmla="*/ 0 h 799242"/>
              <a:gd name="connsiteX6" fmla="*/ 1502759 w 3885152"/>
              <a:gd name="connsiteY6" fmla="*/ 0 h 79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5152" h="799242">
                <a:moveTo>
                  <a:pt x="2382393" y="0"/>
                </a:moveTo>
                <a:lnTo>
                  <a:pt x="3885152" y="0"/>
                </a:lnTo>
                <a:lnTo>
                  <a:pt x="3885152" y="799243"/>
                </a:lnTo>
                <a:lnTo>
                  <a:pt x="0" y="799243"/>
                </a:lnTo>
                <a:lnTo>
                  <a:pt x="0" y="0"/>
                </a:lnTo>
                <a:lnTo>
                  <a:pt x="0" y="0"/>
                </a:lnTo>
                <a:lnTo>
                  <a:pt x="1502759" y="0"/>
                </a:lnTo>
              </a:path>
            </a:pathLst>
          </a:custGeom>
          <a:noFill/>
          <a:ln w="12700" cap="flat">
            <a:solidFill>
              <a:schemeClr val="accent6"/>
            </a:solidFill>
            <a:prstDash val="solid"/>
            <a:miter/>
          </a:ln>
        </p:spPr>
        <p:txBody>
          <a:bodyPr wrap="square" rtlCol="0" anchor="ctr">
            <a:noAutofit/>
          </a:bodyPr>
          <a:lstStyle/>
          <a:p>
            <a:pPr lvl="0"/>
            <a:endParaRPr lang="en-US">
              <a:solidFill>
                <a:schemeClr val="accent6"/>
              </a:solidFill>
            </a:endParaRPr>
          </a:p>
        </p:txBody>
      </p:sp>
      <p:sp>
        <p:nvSpPr>
          <p:cNvPr id="15" name="Text Placeholder 14">
            <a:extLst>
              <a:ext uri="{FF2B5EF4-FFF2-40B4-BE49-F238E27FC236}">
                <a16:creationId xmlns:a16="http://schemas.microsoft.com/office/drawing/2014/main" id="{8DE263C5-7B46-7B03-36EF-1DED52875A99}"/>
              </a:ext>
            </a:extLst>
          </p:cNvPr>
          <p:cNvSpPr>
            <a:spLocks noGrp="1"/>
          </p:cNvSpPr>
          <p:nvPr>
            <p:ph type="body" sz="quarter" idx="12" hasCustomPrompt="1"/>
          </p:nvPr>
        </p:nvSpPr>
        <p:spPr>
          <a:xfrm>
            <a:off x="537821" y="1759519"/>
            <a:ext cx="5102352" cy="1086628"/>
          </a:xfrm>
        </p:spPr>
        <p:txBody>
          <a:bodyPr/>
          <a:lstStyle>
            <a:lvl1pPr marL="0" indent="0">
              <a:buNone/>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Customer’s challenge. Should be no more than approximately 30 words.</a:t>
            </a:r>
          </a:p>
        </p:txBody>
      </p:sp>
      <p:sp>
        <p:nvSpPr>
          <p:cNvPr id="16" name="Text Placeholder 14">
            <a:extLst>
              <a:ext uri="{FF2B5EF4-FFF2-40B4-BE49-F238E27FC236}">
                <a16:creationId xmlns:a16="http://schemas.microsoft.com/office/drawing/2014/main" id="{AE61B4E9-B00D-B1BE-FED9-EBC5AF68A9C0}"/>
              </a:ext>
            </a:extLst>
          </p:cNvPr>
          <p:cNvSpPr>
            <a:spLocks noGrp="1"/>
          </p:cNvSpPr>
          <p:nvPr>
            <p:ph type="body" sz="quarter" idx="13" hasCustomPrompt="1"/>
          </p:nvPr>
        </p:nvSpPr>
        <p:spPr>
          <a:xfrm>
            <a:off x="537821" y="3348351"/>
            <a:ext cx="5102352" cy="1309374"/>
          </a:xfrm>
        </p:spPr>
        <p:txBody>
          <a:bodyPr/>
          <a:lstStyle>
            <a:lvl1pPr marL="0" indent="0">
              <a:buNone/>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How the key services were used to solve the challenge. Should be no more than approximately 30 words.</a:t>
            </a:r>
          </a:p>
        </p:txBody>
      </p:sp>
      <p:sp>
        <p:nvSpPr>
          <p:cNvPr id="17" name="Text Placeholder 14">
            <a:extLst>
              <a:ext uri="{FF2B5EF4-FFF2-40B4-BE49-F238E27FC236}">
                <a16:creationId xmlns:a16="http://schemas.microsoft.com/office/drawing/2014/main" id="{2D05BB84-7C00-DC9E-728E-3A3A9FCA54DC}"/>
              </a:ext>
            </a:extLst>
          </p:cNvPr>
          <p:cNvSpPr>
            <a:spLocks noGrp="1"/>
          </p:cNvSpPr>
          <p:nvPr>
            <p:ph type="body" sz="quarter" idx="14" hasCustomPrompt="1"/>
          </p:nvPr>
        </p:nvSpPr>
        <p:spPr>
          <a:xfrm>
            <a:off x="537821" y="5286149"/>
            <a:ext cx="5102352" cy="857476"/>
          </a:xfrm>
        </p:spPr>
        <p:txBody>
          <a:bodyPr/>
          <a:lstStyle>
            <a:lvl1pPr marL="285750" indent="-285750">
              <a:buClrTx/>
              <a:buSzPct val="100000"/>
              <a:buFont typeface="Wingdings" panose="05000000000000000000" pitchFamily="2" charset="2"/>
              <a:buChar char="ü"/>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Include outcome and key takeaways using this checkmark bullet format.</a:t>
            </a:r>
          </a:p>
        </p:txBody>
      </p:sp>
      <p:sp>
        <p:nvSpPr>
          <p:cNvPr id="20" name="Content Placeholder 19">
            <a:extLst>
              <a:ext uri="{FF2B5EF4-FFF2-40B4-BE49-F238E27FC236}">
                <a16:creationId xmlns:a16="http://schemas.microsoft.com/office/drawing/2014/main" id="{937CBF17-11DA-83A3-A079-E18C8E1B366F}"/>
              </a:ext>
            </a:extLst>
          </p:cNvPr>
          <p:cNvSpPr>
            <a:spLocks noGrp="1"/>
          </p:cNvSpPr>
          <p:nvPr>
            <p:ph sz="quarter" idx="16" hasCustomPrompt="1"/>
          </p:nvPr>
        </p:nvSpPr>
        <p:spPr>
          <a:xfrm>
            <a:off x="9243060" y="5204460"/>
            <a:ext cx="2606040" cy="1005840"/>
          </a:xfrm>
        </p:spPr>
        <p:txBody>
          <a:bodyPr anchor="ctr" anchorCtr="0">
            <a:noAutofit/>
          </a:bodyPr>
          <a:lstStyle>
            <a:lvl1pPr marL="0" indent="0" algn="ctr">
              <a:buNone/>
              <a:defRPr/>
            </a:lvl1pPr>
            <a:lvl2pPr marL="228600" indent="0">
              <a:buNone/>
              <a:defRPr/>
            </a:lvl2pPr>
            <a:lvl3pPr marL="231775" indent="0">
              <a:buNone/>
              <a:defRPr/>
            </a:lvl3pPr>
            <a:lvl4pPr marL="685800" indent="0">
              <a:buNone/>
              <a:defRPr/>
            </a:lvl4pPr>
            <a:lvl5pPr marL="685800" indent="0">
              <a:buNone/>
              <a:defRPr/>
            </a:lvl5pPr>
          </a:lstStyle>
          <a:p>
            <a:pPr lvl="0"/>
            <a:r>
              <a:rPr lang="en-US" dirty="0"/>
              <a:t>Logo</a:t>
            </a:r>
          </a:p>
        </p:txBody>
      </p:sp>
    </p:spTree>
    <p:extLst>
      <p:ext uri="{BB962C8B-B14F-4D97-AF65-F5344CB8AC3E}">
        <p14:creationId xmlns:p14="http://schemas.microsoft.com/office/powerpoint/2010/main" val="28577592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_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ABFD6-0A7E-4C17-A0CF-15563DCD4BE8}"/>
              </a:ext>
            </a:extLst>
          </p:cNvPr>
          <p:cNvSpPr>
            <a:spLocks noGrp="1"/>
          </p:cNvSpPr>
          <p:nvPr>
            <p:ph type="title" hasCustomPrompt="1"/>
          </p:nvPr>
        </p:nvSpPr>
        <p:spPr>
          <a:xfrm>
            <a:off x="1143000" y="1381125"/>
            <a:ext cx="8189914" cy="3009900"/>
          </a:xfrm>
        </p:spPr>
        <p:txBody>
          <a:bodyPr/>
          <a:lstStyle>
            <a:lvl1pPr>
              <a:defRPr sz="3200"/>
            </a:lvl1pPr>
          </a:lstStyle>
          <a:p>
            <a:r>
              <a:rPr lang="en-US" dirty="0"/>
              <a:t>Enter quote here. Do not add additional quote marks in the text. Your quote can be 24pt font or larger depending on space. Use the appropriate customer quote slide based on the length of your quote.</a:t>
            </a:r>
          </a:p>
        </p:txBody>
      </p:sp>
      <p:sp>
        <p:nvSpPr>
          <p:cNvPr id="3" name="Freeform: Shape 2">
            <a:extLst>
              <a:ext uri="{FF2B5EF4-FFF2-40B4-BE49-F238E27FC236}">
                <a16:creationId xmlns:a16="http://schemas.microsoft.com/office/drawing/2014/main" id="{73CB5C35-A9BE-DFC3-9BA2-74BF56863A41}"/>
              </a:ext>
            </a:extLst>
          </p:cNvPr>
          <p:cNvSpPr>
            <a:spLocks noChangeAspect="1"/>
          </p:cNvSpPr>
          <p:nvPr userDrawn="1"/>
        </p:nvSpPr>
        <p:spPr>
          <a:xfrm>
            <a:off x="306051" y="915094"/>
            <a:ext cx="836949" cy="570806"/>
          </a:xfrm>
          <a:custGeom>
            <a:avLst/>
            <a:gdLst>
              <a:gd name="connsiteX0" fmla="*/ 357530 w 437083"/>
              <a:gd name="connsiteY0" fmla="*/ 0 h 298094"/>
              <a:gd name="connsiteX1" fmla="*/ 414223 w 437083"/>
              <a:gd name="connsiteY1" fmla="*/ 0 h 298094"/>
              <a:gd name="connsiteX2" fmla="*/ 437083 w 437083"/>
              <a:gd name="connsiteY2" fmla="*/ 19202 h 298094"/>
              <a:gd name="connsiteX3" fmla="*/ 436169 w 437083"/>
              <a:gd name="connsiteY3" fmla="*/ 30175 h 298094"/>
              <a:gd name="connsiteX4" fmla="*/ 433425 w 437083"/>
              <a:gd name="connsiteY4" fmla="*/ 52121 h 298094"/>
              <a:gd name="connsiteX5" fmla="*/ 403250 w 437083"/>
              <a:gd name="connsiteY5" fmla="*/ 266090 h 298094"/>
              <a:gd name="connsiteX6" fmla="*/ 392277 w 437083"/>
              <a:gd name="connsiteY6" fmla="*/ 290779 h 298094"/>
              <a:gd name="connsiteX7" fmla="*/ 367589 w 437083"/>
              <a:gd name="connsiteY7" fmla="*/ 298094 h 298094"/>
              <a:gd name="connsiteX8" fmla="*/ 327355 w 437083"/>
              <a:gd name="connsiteY8" fmla="*/ 298094 h 298094"/>
              <a:gd name="connsiteX9" fmla="*/ 235915 w 437083"/>
              <a:gd name="connsiteY9" fmla="*/ 236829 h 298094"/>
              <a:gd name="connsiteX10" fmla="*/ 258775 w 437083"/>
              <a:gd name="connsiteY10" fmla="*/ 160020 h 298094"/>
              <a:gd name="connsiteX11" fmla="*/ 318211 w 437083"/>
              <a:gd name="connsiteY11" fmla="*/ 28346 h 298094"/>
              <a:gd name="connsiteX12" fmla="*/ 333756 w 437083"/>
              <a:gd name="connsiteY12" fmla="*/ 6401 h 298094"/>
              <a:gd name="connsiteX13" fmla="*/ 357530 w 437083"/>
              <a:gd name="connsiteY13" fmla="*/ 0 h 298094"/>
              <a:gd name="connsiteX14" fmla="*/ 121615 w 437083"/>
              <a:gd name="connsiteY14" fmla="*/ 0 h 298094"/>
              <a:gd name="connsiteX15" fmla="*/ 178308 w 437083"/>
              <a:gd name="connsiteY15" fmla="*/ 0 h 298094"/>
              <a:gd name="connsiteX16" fmla="*/ 201168 w 437083"/>
              <a:gd name="connsiteY16" fmla="*/ 19202 h 298094"/>
              <a:gd name="connsiteX17" fmla="*/ 200253 w 437083"/>
              <a:gd name="connsiteY17" fmla="*/ 30175 h 298094"/>
              <a:gd name="connsiteX18" fmla="*/ 197510 w 437083"/>
              <a:gd name="connsiteY18" fmla="*/ 52121 h 298094"/>
              <a:gd name="connsiteX19" fmla="*/ 167335 w 437083"/>
              <a:gd name="connsiteY19" fmla="*/ 266090 h 298094"/>
              <a:gd name="connsiteX20" fmla="*/ 156362 w 437083"/>
              <a:gd name="connsiteY20" fmla="*/ 290779 h 298094"/>
              <a:gd name="connsiteX21" fmla="*/ 131673 w 437083"/>
              <a:gd name="connsiteY21" fmla="*/ 298094 h 298094"/>
              <a:gd name="connsiteX22" fmla="*/ 91440 w 437083"/>
              <a:gd name="connsiteY22" fmla="*/ 298094 h 298094"/>
              <a:gd name="connsiteX23" fmla="*/ 0 w 437083"/>
              <a:gd name="connsiteY23" fmla="*/ 236829 h 298094"/>
              <a:gd name="connsiteX24" fmla="*/ 22860 w 437083"/>
              <a:gd name="connsiteY24" fmla="*/ 160020 h 298094"/>
              <a:gd name="connsiteX25" fmla="*/ 82296 w 437083"/>
              <a:gd name="connsiteY25" fmla="*/ 28346 h 298094"/>
              <a:gd name="connsiteX26" fmla="*/ 97841 w 437083"/>
              <a:gd name="connsiteY26" fmla="*/ 6401 h 298094"/>
              <a:gd name="connsiteX27" fmla="*/ 121615 w 437083"/>
              <a:gd name="connsiteY27" fmla="*/ 0 h 29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7083" h="298094">
                <a:moveTo>
                  <a:pt x="357530" y="0"/>
                </a:moveTo>
                <a:lnTo>
                  <a:pt x="414223" y="0"/>
                </a:lnTo>
                <a:cubicBezTo>
                  <a:pt x="429463" y="0"/>
                  <a:pt x="437083" y="6401"/>
                  <a:pt x="437083" y="19202"/>
                </a:cubicBezTo>
                <a:cubicBezTo>
                  <a:pt x="437083" y="22250"/>
                  <a:pt x="436778" y="25908"/>
                  <a:pt x="436169" y="30175"/>
                </a:cubicBezTo>
                <a:cubicBezTo>
                  <a:pt x="435559" y="34442"/>
                  <a:pt x="434645" y="41757"/>
                  <a:pt x="433425" y="52121"/>
                </a:cubicBezTo>
                <a:lnTo>
                  <a:pt x="403250" y="266090"/>
                </a:lnTo>
                <a:cubicBezTo>
                  <a:pt x="401421" y="277673"/>
                  <a:pt x="397764" y="285902"/>
                  <a:pt x="392277" y="290779"/>
                </a:cubicBezTo>
                <a:cubicBezTo>
                  <a:pt x="386791" y="295656"/>
                  <a:pt x="378561" y="298094"/>
                  <a:pt x="367589" y="298094"/>
                </a:cubicBezTo>
                <a:lnTo>
                  <a:pt x="327355" y="298094"/>
                </a:lnTo>
                <a:cubicBezTo>
                  <a:pt x="266395" y="298094"/>
                  <a:pt x="235915" y="277673"/>
                  <a:pt x="235915" y="236829"/>
                </a:cubicBezTo>
                <a:cubicBezTo>
                  <a:pt x="235915" y="220370"/>
                  <a:pt x="243535" y="194767"/>
                  <a:pt x="258775" y="160020"/>
                </a:cubicBezTo>
                <a:lnTo>
                  <a:pt x="318211" y="28346"/>
                </a:lnTo>
                <a:cubicBezTo>
                  <a:pt x="322478" y="17983"/>
                  <a:pt x="327660" y="10668"/>
                  <a:pt x="333756" y="6401"/>
                </a:cubicBezTo>
                <a:cubicBezTo>
                  <a:pt x="339852" y="2133"/>
                  <a:pt x="347777" y="0"/>
                  <a:pt x="357530" y="0"/>
                </a:cubicBezTo>
                <a:close/>
                <a:moveTo>
                  <a:pt x="121615" y="0"/>
                </a:moveTo>
                <a:lnTo>
                  <a:pt x="178308" y="0"/>
                </a:lnTo>
                <a:cubicBezTo>
                  <a:pt x="193548" y="0"/>
                  <a:pt x="201168" y="6401"/>
                  <a:pt x="201168" y="19202"/>
                </a:cubicBezTo>
                <a:cubicBezTo>
                  <a:pt x="201168" y="22250"/>
                  <a:pt x="200863" y="25908"/>
                  <a:pt x="200253" y="30175"/>
                </a:cubicBezTo>
                <a:cubicBezTo>
                  <a:pt x="199644" y="34442"/>
                  <a:pt x="198729" y="41757"/>
                  <a:pt x="197510" y="52121"/>
                </a:cubicBezTo>
                <a:lnTo>
                  <a:pt x="167335" y="266090"/>
                </a:lnTo>
                <a:cubicBezTo>
                  <a:pt x="165506" y="277673"/>
                  <a:pt x="161849" y="285902"/>
                  <a:pt x="156362" y="290779"/>
                </a:cubicBezTo>
                <a:cubicBezTo>
                  <a:pt x="150876" y="295656"/>
                  <a:pt x="142646" y="298094"/>
                  <a:pt x="131673" y="298094"/>
                </a:cubicBezTo>
                <a:lnTo>
                  <a:pt x="91440" y="298094"/>
                </a:lnTo>
                <a:cubicBezTo>
                  <a:pt x="30480" y="298094"/>
                  <a:pt x="0" y="277673"/>
                  <a:pt x="0" y="236829"/>
                </a:cubicBezTo>
                <a:cubicBezTo>
                  <a:pt x="0" y="220370"/>
                  <a:pt x="7620" y="194767"/>
                  <a:pt x="22860" y="160020"/>
                </a:cubicBezTo>
                <a:lnTo>
                  <a:pt x="82296" y="28346"/>
                </a:lnTo>
                <a:cubicBezTo>
                  <a:pt x="86563" y="17983"/>
                  <a:pt x="91745" y="10668"/>
                  <a:pt x="97841" y="6401"/>
                </a:cubicBezTo>
                <a:cubicBezTo>
                  <a:pt x="103937" y="2133"/>
                  <a:pt x="111861" y="0"/>
                  <a:pt x="121615" y="0"/>
                </a:cubicBezTo>
                <a:close/>
              </a:path>
            </a:pathLst>
          </a:custGeom>
          <a:gradFill flip="none" rotWithShape="1">
            <a:gsLst>
              <a:gs pos="0">
                <a:schemeClr val="accent1"/>
              </a:gs>
              <a:gs pos="100000">
                <a:schemeClr val="accent3"/>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6" name="Content Placeholder 5">
            <a:extLst>
              <a:ext uri="{FF2B5EF4-FFF2-40B4-BE49-F238E27FC236}">
                <a16:creationId xmlns:a16="http://schemas.microsoft.com/office/drawing/2014/main" id="{368B9BC3-CF84-40DF-283C-973FA2613462}"/>
              </a:ext>
            </a:extLst>
          </p:cNvPr>
          <p:cNvSpPr>
            <a:spLocks noGrp="1"/>
          </p:cNvSpPr>
          <p:nvPr>
            <p:ph sz="quarter" idx="16" hasCustomPrompt="1"/>
          </p:nvPr>
        </p:nvSpPr>
        <p:spPr>
          <a:xfrm>
            <a:off x="1143000" y="5640388"/>
            <a:ext cx="1666875" cy="569912"/>
          </a:xfrm>
        </p:spPr>
        <p:txBody>
          <a:bodyPr anchor="ctr" anchorCtr="0">
            <a:noAutofit/>
          </a:bodyPr>
          <a:lstStyle>
            <a:lvl1pPr marL="0" indent="0">
              <a:buNone/>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Insert logo here</a:t>
            </a:r>
          </a:p>
        </p:txBody>
      </p:sp>
      <p:sp>
        <p:nvSpPr>
          <p:cNvPr id="7" name="Text Placeholder 8">
            <a:extLst>
              <a:ext uri="{FF2B5EF4-FFF2-40B4-BE49-F238E27FC236}">
                <a16:creationId xmlns:a16="http://schemas.microsoft.com/office/drawing/2014/main" id="{DDE61F8F-1252-4EB3-A3D0-A79C8EDB1A28}"/>
              </a:ext>
            </a:extLst>
          </p:cNvPr>
          <p:cNvSpPr>
            <a:spLocks noGrp="1"/>
          </p:cNvSpPr>
          <p:nvPr>
            <p:ph type="body" sz="quarter" idx="14" hasCustomPrompt="1"/>
          </p:nvPr>
        </p:nvSpPr>
        <p:spPr>
          <a:xfrm>
            <a:off x="1143000" y="4622800"/>
            <a:ext cx="8191500" cy="369332"/>
          </a:xfrm>
        </p:spPr>
        <p:txBody>
          <a:bodyPr/>
          <a:lstStyle>
            <a:lvl1pPr marL="0" indent="0">
              <a:buNone/>
              <a:defRPr sz="2000" b="1"/>
            </a:lvl1pPr>
          </a:lstStyle>
          <a:p>
            <a:pPr lvl="0"/>
            <a:r>
              <a:rPr lang="en-US" dirty="0"/>
              <a:t>Quoted Person’s Name</a:t>
            </a:r>
          </a:p>
        </p:txBody>
      </p:sp>
      <p:sp>
        <p:nvSpPr>
          <p:cNvPr id="8" name="Text Placeholder 10">
            <a:extLst>
              <a:ext uri="{FF2B5EF4-FFF2-40B4-BE49-F238E27FC236}">
                <a16:creationId xmlns:a16="http://schemas.microsoft.com/office/drawing/2014/main" id="{F210C4B5-0155-4111-B75B-57922160E1A8}"/>
              </a:ext>
            </a:extLst>
          </p:cNvPr>
          <p:cNvSpPr>
            <a:spLocks noGrp="1"/>
          </p:cNvSpPr>
          <p:nvPr>
            <p:ph type="body" sz="quarter" idx="15" hasCustomPrompt="1"/>
          </p:nvPr>
        </p:nvSpPr>
        <p:spPr>
          <a:xfrm>
            <a:off x="1143000" y="5045137"/>
            <a:ext cx="8176986" cy="341632"/>
          </a:xfrm>
        </p:spPr>
        <p:txBody>
          <a:bodyPr/>
          <a:lstStyle>
            <a:lvl1pPr marL="0" indent="0">
              <a:buNone/>
              <a:defRPr sz="1800"/>
            </a:lvl1pPr>
          </a:lstStyle>
          <a:p>
            <a:pPr lvl="0"/>
            <a:r>
              <a:rPr lang="en-US" dirty="0"/>
              <a:t>Quoted Person’s Job Title, Company Name</a:t>
            </a:r>
          </a:p>
        </p:txBody>
      </p:sp>
    </p:spTree>
    <p:extLst>
      <p:ext uri="{BB962C8B-B14F-4D97-AF65-F5344CB8AC3E}">
        <p14:creationId xmlns:p14="http://schemas.microsoft.com/office/powerpoint/2010/main" val="2181072342"/>
      </p:ext>
    </p:extLst>
  </p:cSld>
  <p:clrMapOvr>
    <a:masterClrMapping/>
  </p:clrMapOvr>
  <p:extLst>
    <p:ext uri="{DCECCB84-F9BA-43D5-87BE-67443E8EF086}">
      <p15:sldGuideLst xmlns:p15="http://schemas.microsoft.com/office/powerpoint/2012/main">
        <p15:guide id="1" pos="720">
          <p15:clr>
            <a:srgbClr val="FBAE40"/>
          </p15:clr>
        </p15:guide>
        <p15:guide id="2" pos="5880">
          <p15:clr>
            <a:srgbClr val="FBAE40"/>
          </p15:clr>
        </p15:guide>
        <p15:guide id="3" orient="horz" pos="290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3" name="Rectangle: Rounded Corners 14">
            <a:extLst>
              <a:ext uri="{FF2B5EF4-FFF2-40B4-BE49-F238E27FC236}">
                <a16:creationId xmlns:a16="http://schemas.microsoft.com/office/drawing/2014/main" id="{CF52449C-A276-663A-D802-436C9D3F6FC8}"/>
              </a:ext>
            </a:extLst>
          </p:cNvPr>
          <p:cNvSpPr/>
          <p:nvPr userDrawn="1"/>
        </p:nvSpPr>
        <p:spPr>
          <a:xfrm>
            <a:off x="646656" y="856097"/>
            <a:ext cx="10898688" cy="4823076"/>
          </a:xfrm>
          <a:prstGeom prst="roundRect">
            <a:avLst>
              <a:gd name="adj" fmla="val 587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err="1"/>
          </a:p>
        </p:txBody>
      </p:sp>
      <p:sp>
        <p:nvSpPr>
          <p:cNvPr id="7" name="Freeform: Shape 2">
            <a:extLst>
              <a:ext uri="{FF2B5EF4-FFF2-40B4-BE49-F238E27FC236}">
                <a16:creationId xmlns:a16="http://schemas.microsoft.com/office/drawing/2014/main" id="{FCB01597-885F-FD69-6C6A-888EB789A2F2}"/>
              </a:ext>
            </a:extLst>
          </p:cNvPr>
          <p:cNvSpPr>
            <a:spLocks noChangeAspect="1"/>
          </p:cNvSpPr>
          <p:nvPr userDrawn="1"/>
        </p:nvSpPr>
        <p:spPr>
          <a:xfrm>
            <a:off x="442528" y="1576674"/>
            <a:ext cx="836949" cy="570806"/>
          </a:xfrm>
          <a:custGeom>
            <a:avLst/>
            <a:gdLst>
              <a:gd name="connsiteX0" fmla="*/ 357530 w 437083"/>
              <a:gd name="connsiteY0" fmla="*/ 0 h 298094"/>
              <a:gd name="connsiteX1" fmla="*/ 414223 w 437083"/>
              <a:gd name="connsiteY1" fmla="*/ 0 h 298094"/>
              <a:gd name="connsiteX2" fmla="*/ 437083 w 437083"/>
              <a:gd name="connsiteY2" fmla="*/ 19202 h 298094"/>
              <a:gd name="connsiteX3" fmla="*/ 436169 w 437083"/>
              <a:gd name="connsiteY3" fmla="*/ 30175 h 298094"/>
              <a:gd name="connsiteX4" fmla="*/ 433425 w 437083"/>
              <a:gd name="connsiteY4" fmla="*/ 52121 h 298094"/>
              <a:gd name="connsiteX5" fmla="*/ 403250 w 437083"/>
              <a:gd name="connsiteY5" fmla="*/ 266090 h 298094"/>
              <a:gd name="connsiteX6" fmla="*/ 392277 w 437083"/>
              <a:gd name="connsiteY6" fmla="*/ 290779 h 298094"/>
              <a:gd name="connsiteX7" fmla="*/ 367589 w 437083"/>
              <a:gd name="connsiteY7" fmla="*/ 298094 h 298094"/>
              <a:gd name="connsiteX8" fmla="*/ 327355 w 437083"/>
              <a:gd name="connsiteY8" fmla="*/ 298094 h 298094"/>
              <a:gd name="connsiteX9" fmla="*/ 235915 w 437083"/>
              <a:gd name="connsiteY9" fmla="*/ 236829 h 298094"/>
              <a:gd name="connsiteX10" fmla="*/ 258775 w 437083"/>
              <a:gd name="connsiteY10" fmla="*/ 160020 h 298094"/>
              <a:gd name="connsiteX11" fmla="*/ 318211 w 437083"/>
              <a:gd name="connsiteY11" fmla="*/ 28346 h 298094"/>
              <a:gd name="connsiteX12" fmla="*/ 333756 w 437083"/>
              <a:gd name="connsiteY12" fmla="*/ 6401 h 298094"/>
              <a:gd name="connsiteX13" fmla="*/ 357530 w 437083"/>
              <a:gd name="connsiteY13" fmla="*/ 0 h 298094"/>
              <a:gd name="connsiteX14" fmla="*/ 121615 w 437083"/>
              <a:gd name="connsiteY14" fmla="*/ 0 h 298094"/>
              <a:gd name="connsiteX15" fmla="*/ 178308 w 437083"/>
              <a:gd name="connsiteY15" fmla="*/ 0 h 298094"/>
              <a:gd name="connsiteX16" fmla="*/ 201168 w 437083"/>
              <a:gd name="connsiteY16" fmla="*/ 19202 h 298094"/>
              <a:gd name="connsiteX17" fmla="*/ 200253 w 437083"/>
              <a:gd name="connsiteY17" fmla="*/ 30175 h 298094"/>
              <a:gd name="connsiteX18" fmla="*/ 197510 w 437083"/>
              <a:gd name="connsiteY18" fmla="*/ 52121 h 298094"/>
              <a:gd name="connsiteX19" fmla="*/ 167335 w 437083"/>
              <a:gd name="connsiteY19" fmla="*/ 266090 h 298094"/>
              <a:gd name="connsiteX20" fmla="*/ 156362 w 437083"/>
              <a:gd name="connsiteY20" fmla="*/ 290779 h 298094"/>
              <a:gd name="connsiteX21" fmla="*/ 131673 w 437083"/>
              <a:gd name="connsiteY21" fmla="*/ 298094 h 298094"/>
              <a:gd name="connsiteX22" fmla="*/ 91440 w 437083"/>
              <a:gd name="connsiteY22" fmla="*/ 298094 h 298094"/>
              <a:gd name="connsiteX23" fmla="*/ 0 w 437083"/>
              <a:gd name="connsiteY23" fmla="*/ 236829 h 298094"/>
              <a:gd name="connsiteX24" fmla="*/ 22860 w 437083"/>
              <a:gd name="connsiteY24" fmla="*/ 160020 h 298094"/>
              <a:gd name="connsiteX25" fmla="*/ 82296 w 437083"/>
              <a:gd name="connsiteY25" fmla="*/ 28346 h 298094"/>
              <a:gd name="connsiteX26" fmla="*/ 97841 w 437083"/>
              <a:gd name="connsiteY26" fmla="*/ 6401 h 298094"/>
              <a:gd name="connsiteX27" fmla="*/ 121615 w 437083"/>
              <a:gd name="connsiteY27" fmla="*/ 0 h 29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7083" h="298094">
                <a:moveTo>
                  <a:pt x="357530" y="0"/>
                </a:moveTo>
                <a:lnTo>
                  <a:pt x="414223" y="0"/>
                </a:lnTo>
                <a:cubicBezTo>
                  <a:pt x="429463" y="0"/>
                  <a:pt x="437083" y="6401"/>
                  <a:pt x="437083" y="19202"/>
                </a:cubicBezTo>
                <a:cubicBezTo>
                  <a:pt x="437083" y="22250"/>
                  <a:pt x="436778" y="25908"/>
                  <a:pt x="436169" y="30175"/>
                </a:cubicBezTo>
                <a:cubicBezTo>
                  <a:pt x="435559" y="34442"/>
                  <a:pt x="434645" y="41757"/>
                  <a:pt x="433425" y="52121"/>
                </a:cubicBezTo>
                <a:lnTo>
                  <a:pt x="403250" y="266090"/>
                </a:lnTo>
                <a:cubicBezTo>
                  <a:pt x="401421" y="277673"/>
                  <a:pt x="397764" y="285902"/>
                  <a:pt x="392277" y="290779"/>
                </a:cubicBezTo>
                <a:cubicBezTo>
                  <a:pt x="386791" y="295656"/>
                  <a:pt x="378561" y="298094"/>
                  <a:pt x="367589" y="298094"/>
                </a:cubicBezTo>
                <a:lnTo>
                  <a:pt x="327355" y="298094"/>
                </a:lnTo>
                <a:cubicBezTo>
                  <a:pt x="266395" y="298094"/>
                  <a:pt x="235915" y="277673"/>
                  <a:pt x="235915" y="236829"/>
                </a:cubicBezTo>
                <a:cubicBezTo>
                  <a:pt x="235915" y="220370"/>
                  <a:pt x="243535" y="194767"/>
                  <a:pt x="258775" y="160020"/>
                </a:cubicBezTo>
                <a:lnTo>
                  <a:pt x="318211" y="28346"/>
                </a:lnTo>
                <a:cubicBezTo>
                  <a:pt x="322478" y="17983"/>
                  <a:pt x="327660" y="10668"/>
                  <a:pt x="333756" y="6401"/>
                </a:cubicBezTo>
                <a:cubicBezTo>
                  <a:pt x="339852" y="2133"/>
                  <a:pt x="347777" y="0"/>
                  <a:pt x="357530" y="0"/>
                </a:cubicBezTo>
                <a:close/>
                <a:moveTo>
                  <a:pt x="121615" y="0"/>
                </a:moveTo>
                <a:lnTo>
                  <a:pt x="178308" y="0"/>
                </a:lnTo>
                <a:cubicBezTo>
                  <a:pt x="193548" y="0"/>
                  <a:pt x="201168" y="6401"/>
                  <a:pt x="201168" y="19202"/>
                </a:cubicBezTo>
                <a:cubicBezTo>
                  <a:pt x="201168" y="22250"/>
                  <a:pt x="200863" y="25908"/>
                  <a:pt x="200253" y="30175"/>
                </a:cubicBezTo>
                <a:cubicBezTo>
                  <a:pt x="199644" y="34442"/>
                  <a:pt x="198729" y="41757"/>
                  <a:pt x="197510" y="52121"/>
                </a:cubicBezTo>
                <a:lnTo>
                  <a:pt x="167335" y="266090"/>
                </a:lnTo>
                <a:cubicBezTo>
                  <a:pt x="165506" y="277673"/>
                  <a:pt x="161849" y="285902"/>
                  <a:pt x="156362" y="290779"/>
                </a:cubicBezTo>
                <a:cubicBezTo>
                  <a:pt x="150876" y="295656"/>
                  <a:pt x="142646" y="298094"/>
                  <a:pt x="131673" y="298094"/>
                </a:cubicBezTo>
                <a:lnTo>
                  <a:pt x="91440" y="298094"/>
                </a:lnTo>
                <a:cubicBezTo>
                  <a:pt x="30480" y="298094"/>
                  <a:pt x="0" y="277673"/>
                  <a:pt x="0" y="236829"/>
                </a:cubicBezTo>
                <a:cubicBezTo>
                  <a:pt x="0" y="220370"/>
                  <a:pt x="7620" y="194767"/>
                  <a:pt x="22860" y="160020"/>
                </a:cubicBezTo>
                <a:lnTo>
                  <a:pt x="82296" y="28346"/>
                </a:lnTo>
                <a:cubicBezTo>
                  <a:pt x="86563" y="17983"/>
                  <a:pt x="91745" y="10668"/>
                  <a:pt x="97841" y="6401"/>
                </a:cubicBezTo>
                <a:cubicBezTo>
                  <a:pt x="103937" y="2133"/>
                  <a:pt x="111861" y="0"/>
                  <a:pt x="121615" y="0"/>
                </a:cubicBezTo>
                <a:close/>
              </a:path>
            </a:pathLst>
          </a:custGeom>
          <a:gradFill flip="none" rotWithShape="1">
            <a:gsLst>
              <a:gs pos="0">
                <a:schemeClr val="accent1"/>
              </a:gs>
              <a:gs pos="100000">
                <a:schemeClr val="accent3"/>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8" name="Title 1">
            <a:extLst>
              <a:ext uri="{FF2B5EF4-FFF2-40B4-BE49-F238E27FC236}">
                <a16:creationId xmlns:a16="http://schemas.microsoft.com/office/drawing/2014/main" id="{5C85019C-F15E-4897-1C3D-82539E02857F}"/>
              </a:ext>
            </a:extLst>
          </p:cNvPr>
          <p:cNvSpPr>
            <a:spLocks noGrp="1"/>
          </p:cNvSpPr>
          <p:nvPr>
            <p:ph type="title" hasCustomPrompt="1"/>
          </p:nvPr>
        </p:nvSpPr>
        <p:spPr>
          <a:xfrm>
            <a:off x="1476374" y="1862077"/>
            <a:ext cx="9245909" cy="2195573"/>
          </a:xfrm>
          <a:prstGeom prst="rect">
            <a:avLst/>
          </a:prstGeom>
        </p:spPr>
        <p:txBody>
          <a:bodyPr/>
          <a:lstStyle>
            <a:lvl1pPr>
              <a:defRPr sz="3000" b="0" i="0">
                <a:latin typeface="Amazon Ember Display Medium" panose="020F0603020204020204" pitchFamily="34" charset="0"/>
                <a:ea typeface="Amazon Ember Display Medium" panose="020F0603020204020204" pitchFamily="34" charset="0"/>
                <a:cs typeface="Amazon Ember Display Medium" panose="020F0603020204020204" pitchFamily="34" charset="0"/>
              </a:defRPr>
            </a:lvl1pPr>
          </a:lstStyle>
          <a:p>
            <a:r>
              <a:rPr lang="en-US" dirty="0"/>
              <a:t>Enter quote here. Do not add additional quote marks in the text. Your quote can be 24pt font or larger depending on space. Use the appropriate customer quote slide based on the length of your quote.</a:t>
            </a:r>
          </a:p>
        </p:txBody>
      </p:sp>
      <p:sp>
        <p:nvSpPr>
          <p:cNvPr id="2" name="Content Placeholder 5">
            <a:extLst>
              <a:ext uri="{FF2B5EF4-FFF2-40B4-BE49-F238E27FC236}">
                <a16:creationId xmlns:a16="http://schemas.microsoft.com/office/drawing/2014/main" id="{9F1D3726-94DE-6232-DD14-3F78371773DC}"/>
              </a:ext>
            </a:extLst>
          </p:cNvPr>
          <p:cNvSpPr>
            <a:spLocks noGrp="1"/>
          </p:cNvSpPr>
          <p:nvPr>
            <p:ph sz="quarter" idx="16" hasCustomPrompt="1"/>
          </p:nvPr>
        </p:nvSpPr>
        <p:spPr>
          <a:xfrm>
            <a:off x="9055408" y="4926432"/>
            <a:ext cx="1666875" cy="569912"/>
          </a:xfrm>
        </p:spPr>
        <p:txBody>
          <a:bodyPr anchor="ctr" anchorCtr="0">
            <a:noAutofit/>
          </a:bodyPr>
          <a:lstStyle>
            <a:lvl1pPr marL="0" indent="0">
              <a:buNone/>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Insert logo here</a:t>
            </a:r>
          </a:p>
        </p:txBody>
      </p:sp>
      <p:sp>
        <p:nvSpPr>
          <p:cNvPr id="9" name="Text Placeholder 8">
            <a:extLst>
              <a:ext uri="{FF2B5EF4-FFF2-40B4-BE49-F238E27FC236}">
                <a16:creationId xmlns:a16="http://schemas.microsoft.com/office/drawing/2014/main" id="{394E83D0-45AB-44C8-ACC1-43E4169DC2FD}"/>
              </a:ext>
            </a:extLst>
          </p:cNvPr>
          <p:cNvSpPr>
            <a:spLocks noGrp="1"/>
          </p:cNvSpPr>
          <p:nvPr>
            <p:ph type="body" sz="quarter" idx="14" hasCustomPrompt="1"/>
          </p:nvPr>
        </p:nvSpPr>
        <p:spPr>
          <a:xfrm>
            <a:off x="1474839" y="4136110"/>
            <a:ext cx="9247444" cy="369332"/>
          </a:xfrm>
        </p:spPr>
        <p:txBody>
          <a:bodyPr/>
          <a:lstStyle>
            <a:lvl1pPr marL="0" indent="0" algn="r">
              <a:buNone/>
              <a:defRPr sz="2000" b="1"/>
            </a:lvl1pPr>
          </a:lstStyle>
          <a:p>
            <a:pPr lvl="0"/>
            <a:r>
              <a:rPr lang="en-US" dirty="0"/>
              <a:t>Quoted Person’s Name</a:t>
            </a:r>
          </a:p>
        </p:txBody>
      </p:sp>
      <p:sp>
        <p:nvSpPr>
          <p:cNvPr id="10" name="Text Placeholder 10">
            <a:extLst>
              <a:ext uri="{FF2B5EF4-FFF2-40B4-BE49-F238E27FC236}">
                <a16:creationId xmlns:a16="http://schemas.microsoft.com/office/drawing/2014/main" id="{5277F33A-B0E5-4762-9F2E-12D5C2E4B69F}"/>
              </a:ext>
            </a:extLst>
          </p:cNvPr>
          <p:cNvSpPr>
            <a:spLocks noGrp="1"/>
          </p:cNvSpPr>
          <p:nvPr>
            <p:ph type="body" sz="quarter" idx="15" hasCustomPrompt="1"/>
          </p:nvPr>
        </p:nvSpPr>
        <p:spPr>
          <a:xfrm>
            <a:off x="1474839" y="4507647"/>
            <a:ext cx="9247444" cy="341632"/>
          </a:xfrm>
        </p:spPr>
        <p:txBody>
          <a:bodyPr/>
          <a:lstStyle>
            <a:lvl1pPr marL="0" indent="0" algn="r">
              <a:buNone/>
              <a:defRPr sz="1800"/>
            </a:lvl1pPr>
          </a:lstStyle>
          <a:p>
            <a:pPr lvl="0"/>
            <a:r>
              <a:rPr lang="en-US" dirty="0"/>
              <a:t>Quoted Person’s Job Title, Company Name</a:t>
            </a:r>
          </a:p>
        </p:txBody>
      </p:sp>
    </p:spTree>
    <p:extLst>
      <p:ext uri="{BB962C8B-B14F-4D97-AF65-F5344CB8AC3E}">
        <p14:creationId xmlns:p14="http://schemas.microsoft.com/office/powerpoint/2010/main" val="3806669785"/>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with photo">
    <p:bg>
      <p:bgPr>
        <a:solidFill>
          <a:schemeClr val="bg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A6AD14EE-B412-D4BA-99A4-1C0E5FD3E4EA}"/>
              </a:ext>
            </a:extLst>
          </p:cNvPr>
          <p:cNvSpPr>
            <a:spLocks noChangeAspect="1"/>
          </p:cNvSpPr>
          <p:nvPr userDrawn="1"/>
        </p:nvSpPr>
        <p:spPr>
          <a:xfrm>
            <a:off x="306051" y="915094"/>
            <a:ext cx="836949" cy="570806"/>
          </a:xfrm>
          <a:custGeom>
            <a:avLst/>
            <a:gdLst>
              <a:gd name="connsiteX0" fmla="*/ 357530 w 437083"/>
              <a:gd name="connsiteY0" fmla="*/ 0 h 298094"/>
              <a:gd name="connsiteX1" fmla="*/ 414223 w 437083"/>
              <a:gd name="connsiteY1" fmla="*/ 0 h 298094"/>
              <a:gd name="connsiteX2" fmla="*/ 437083 w 437083"/>
              <a:gd name="connsiteY2" fmla="*/ 19202 h 298094"/>
              <a:gd name="connsiteX3" fmla="*/ 436169 w 437083"/>
              <a:gd name="connsiteY3" fmla="*/ 30175 h 298094"/>
              <a:gd name="connsiteX4" fmla="*/ 433425 w 437083"/>
              <a:gd name="connsiteY4" fmla="*/ 52121 h 298094"/>
              <a:gd name="connsiteX5" fmla="*/ 403250 w 437083"/>
              <a:gd name="connsiteY5" fmla="*/ 266090 h 298094"/>
              <a:gd name="connsiteX6" fmla="*/ 392277 w 437083"/>
              <a:gd name="connsiteY6" fmla="*/ 290779 h 298094"/>
              <a:gd name="connsiteX7" fmla="*/ 367589 w 437083"/>
              <a:gd name="connsiteY7" fmla="*/ 298094 h 298094"/>
              <a:gd name="connsiteX8" fmla="*/ 327355 w 437083"/>
              <a:gd name="connsiteY8" fmla="*/ 298094 h 298094"/>
              <a:gd name="connsiteX9" fmla="*/ 235915 w 437083"/>
              <a:gd name="connsiteY9" fmla="*/ 236829 h 298094"/>
              <a:gd name="connsiteX10" fmla="*/ 258775 w 437083"/>
              <a:gd name="connsiteY10" fmla="*/ 160020 h 298094"/>
              <a:gd name="connsiteX11" fmla="*/ 318211 w 437083"/>
              <a:gd name="connsiteY11" fmla="*/ 28346 h 298094"/>
              <a:gd name="connsiteX12" fmla="*/ 333756 w 437083"/>
              <a:gd name="connsiteY12" fmla="*/ 6401 h 298094"/>
              <a:gd name="connsiteX13" fmla="*/ 357530 w 437083"/>
              <a:gd name="connsiteY13" fmla="*/ 0 h 298094"/>
              <a:gd name="connsiteX14" fmla="*/ 121615 w 437083"/>
              <a:gd name="connsiteY14" fmla="*/ 0 h 298094"/>
              <a:gd name="connsiteX15" fmla="*/ 178308 w 437083"/>
              <a:gd name="connsiteY15" fmla="*/ 0 h 298094"/>
              <a:gd name="connsiteX16" fmla="*/ 201168 w 437083"/>
              <a:gd name="connsiteY16" fmla="*/ 19202 h 298094"/>
              <a:gd name="connsiteX17" fmla="*/ 200253 w 437083"/>
              <a:gd name="connsiteY17" fmla="*/ 30175 h 298094"/>
              <a:gd name="connsiteX18" fmla="*/ 197510 w 437083"/>
              <a:gd name="connsiteY18" fmla="*/ 52121 h 298094"/>
              <a:gd name="connsiteX19" fmla="*/ 167335 w 437083"/>
              <a:gd name="connsiteY19" fmla="*/ 266090 h 298094"/>
              <a:gd name="connsiteX20" fmla="*/ 156362 w 437083"/>
              <a:gd name="connsiteY20" fmla="*/ 290779 h 298094"/>
              <a:gd name="connsiteX21" fmla="*/ 131673 w 437083"/>
              <a:gd name="connsiteY21" fmla="*/ 298094 h 298094"/>
              <a:gd name="connsiteX22" fmla="*/ 91440 w 437083"/>
              <a:gd name="connsiteY22" fmla="*/ 298094 h 298094"/>
              <a:gd name="connsiteX23" fmla="*/ 0 w 437083"/>
              <a:gd name="connsiteY23" fmla="*/ 236829 h 298094"/>
              <a:gd name="connsiteX24" fmla="*/ 22860 w 437083"/>
              <a:gd name="connsiteY24" fmla="*/ 160020 h 298094"/>
              <a:gd name="connsiteX25" fmla="*/ 82296 w 437083"/>
              <a:gd name="connsiteY25" fmla="*/ 28346 h 298094"/>
              <a:gd name="connsiteX26" fmla="*/ 97841 w 437083"/>
              <a:gd name="connsiteY26" fmla="*/ 6401 h 298094"/>
              <a:gd name="connsiteX27" fmla="*/ 121615 w 437083"/>
              <a:gd name="connsiteY27" fmla="*/ 0 h 29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7083" h="298094">
                <a:moveTo>
                  <a:pt x="357530" y="0"/>
                </a:moveTo>
                <a:lnTo>
                  <a:pt x="414223" y="0"/>
                </a:lnTo>
                <a:cubicBezTo>
                  <a:pt x="429463" y="0"/>
                  <a:pt x="437083" y="6401"/>
                  <a:pt x="437083" y="19202"/>
                </a:cubicBezTo>
                <a:cubicBezTo>
                  <a:pt x="437083" y="22250"/>
                  <a:pt x="436778" y="25908"/>
                  <a:pt x="436169" y="30175"/>
                </a:cubicBezTo>
                <a:cubicBezTo>
                  <a:pt x="435559" y="34442"/>
                  <a:pt x="434645" y="41757"/>
                  <a:pt x="433425" y="52121"/>
                </a:cubicBezTo>
                <a:lnTo>
                  <a:pt x="403250" y="266090"/>
                </a:lnTo>
                <a:cubicBezTo>
                  <a:pt x="401421" y="277673"/>
                  <a:pt x="397764" y="285902"/>
                  <a:pt x="392277" y="290779"/>
                </a:cubicBezTo>
                <a:cubicBezTo>
                  <a:pt x="386791" y="295656"/>
                  <a:pt x="378561" y="298094"/>
                  <a:pt x="367589" y="298094"/>
                </a:cubicBezTo>
                <a:lnTo>
                  <a:pt x="327355" y="298094"/>
                </a:lnTo>
                <a:cubicBezTo>
                  <a:pt x="266395" y="298094"/>
                  <a:pt x="235915" y="277673"/>
                  <a:pt x="235915" y="236829"/>
                </a:cubicBezTo>
                <a:cubicBezTo>
                  <a:pt x="235915" y="220370"/>
                  <a:pt x="243535" y="194767"/>
                  <a:pt x="258775" y="160020"/>
                </a:cubicBezTo>
                <a:lnTo>
                  <a:pt x="318211" y="28346"/>
                </a:lnTo>
                <a:cubicBezTo>
                  <a:pt x="322478" y="17983"/>
                  <a:pt x="327660" y="10668"/>
                  <a:pt x="333756" y="6401"/>
                </a:cubicBezTo>
                <a:cubicBezTo>
                  <a:pt x="339852" y="2133"/>
                  <a:pt x="347777" y="0"/>
                  <a:pt x="357530" y="0"/>
                </a:cubicBezTo>
                <a:close/>
                <a:moveTo>
                  <a:pt x="121615" y="0"/>
                </a:moveTo>
                <a:lnTo>
                  <a:pt x="178308" y="0"/>
                </a:lnTo>
                <a:cubicBezTo>
                  <a:pt x="193548" y="0"/>
                  <a:pt x="201168" y="6401"/>
                  <a:pt x="201168" y="19202"/>
                </a:cubicBezTo>
                <a:cubicBezTo>
                  <a:pt x="201168" y="22250"/>
                  <a:pt x="200863" y="25908"/>
                  <a:pt x="200253" y="30175"/>
                </a:cubicBezTo>
                <a:cubicBezTo>
                  <a:pt x="199644" y="34442"/>
                  <a:pt x="198729" y="41757"/>
                  <a:pt x="197510" y="52121"/>
                </a:cubicBezTo>
                <a:lnTo>
                  <a:pt x="167335" y="266090"/>
                </a:lnTo>
                <a:cubicBezTo>
                  <a:pt x="165506" y="277673"/>
                  <a:pt x="161849" y="285902"/>
                  <a:pt x="156362" y="290779"/>
                </a:cubicBezTo>
                <a:cubicBezTo>
                  <a:pt x="150876" y="295656"/>
                  <a:pt x="142646" y="298094"/>
                  <a:pt x="131673" y="298094"/>
                </a:cubicBezTo>
                <a:lnTo>
                  <a:pt x="91440" y="298094"/>
                </a:lnTo>
                <a:cubicBezTo>
                  <a:pt x="30480" y="298094"/>
                  <a:pt x="0" y="277673"/>
                  <a:pt x="0" y="236829"/>
                </a:cubicBezTo>
                <a:cubicBezTo>
                  <a:pt x="0" y="220370"/>
                  <a:pt x="7620" y="194767"/>
                  <a:pt x="22860" y="160020"/>
                </a:cubicBezTo>
                <a:lnTo>
                  <a:pt x="82296" y="28346"/>
                </a:lnTo>
                <a:cubicBezTo>
                  <a:pt x="86563" y="17983"/>
                  <a:pt x="91745" y="10668"/>
                  <a:pt x="97841" y="6401"/>
                </a:cubicBezTo>
                <a:cubicBezTo>
                  <a:pt x="103937" y="2133"/>
                  <a:pt x="111861" y="0"/>
                  <a:pt x="121615" y="0"/>
                </a:cubicBezTo>
                <a:close/>
              </a:path>
            </a:pathLst>
          </a:custGeom>
          <a:gradFill flip="none" rotWithShape="1">
            <a:gsLst>
              <a:gs pos="0">
                <a:schemeClr val="accent1"/>
              </a:gs>
              <a:gs pos="100000">
                <a:schemeClr val="accent3"/>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7" name="Picture Placeholder 5">
            <a:extLst>
              <a:ext uri="{FF2B5EF4-FFF2-40B4-BE49-F238E27FC236}">
                <a16:creationId xmlns:a16="http://schemas.microsoft.com/office/drawing/2014/main" id="{B392CC1F-2D5E-FAD6-DCF4-A5CE6433EDDB}"/>
              </a:ext>
            </a:extLst>
          </p:cNvPr>
          <p:cNvSpPr>
            <a:spLocks noGrp="1"/>
          </p:cNvSpPr>
          <p:nvPr>
            <p:ph type="pic" sz="quarter" idx="16" hasCustomPrompt="1"/>
          </p:nvPr>
        </p:nvSpPr>
        <p:spPr>
          <a:xfrm>
            <a:off x="4053840" y="0"/>
            <a:ext cx="8138160" cy="6858000"/>
          </a:xfrm>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 name="Title 1">
            <a:extLst>
              <a:ext uri="{FF2B5EF4-FFF2-40B4-BE49-F238E27FC236}">
                <a16:creationId xmlns:a16="http://schemas.microsoft.com/office/drawing/2014/main" id="{1F3ABFD6-0A7E-4C17-A0CF-15563DCD4BE8}"/>
              </a:ext>
            </a:extLst>
          </p:cNvPr>
          <p:cNvSpPr>
            <a:spLocks noGrp="1"/>
          </p:cNvSpPr>
          <p:nvPr>
            <p:ph type="title" hasCustomPrompt="1"/>
          </p:nvPr>
        </p:nvSpPr>
        <p:spPr>
          <a:xfrm>
            <a:off x="1143000" y="1390651"/>
            <a:ext cx="4953000" cy="3048000"/>
          </a:xfrm>
        </p:spPr>
        <p:txBody>
          <a:bodyPr/>
          <a:lstStyle>
            <a:lvl1pPr>
              <a:defRPr sz="2400"/>
            </a:lvl1pPr>
          </a:lstStyle>
          <a:p>
            <a:r>
              <a:rPr lang="en-US" dirty="0"/>
              <a:t>Enter quote here. Do not add additional quote marks in the text. Your quote can be 24pt font or larger depending on space. </a:t>
            </a:r>
            <a:br>
              <a:rPr lang="en-US" dirty="0"/>
            </a:br>
            <a:r>
              <a:rPr lang="en-US" dirty="0"/>
              <a:t>Use the appropriate customer quote slide based on the length </a:t>
            </a:r>
            <a:br>
              <a:rPr lang="en-US" dirty="0"/>
            </a:br>
            <a:r>
              <a:rPr lang="en-US" dirty="0"/>
              <a:t>of your quote.</a:t>
            </a:r>
          </a:p>
        </p:txBody>
      </p:sp>
      <p:sp>
        <p:nvSpPr>
          <p:cNvPr id="3" name="Content Placeholder 5">
            <a:extLst>
              <a:ext uri="{FF2B5EF4-FFF2-40B4-BE49-F238E27FC236}">
                <a16:creationId xmlns:a16="http://schemas.microsoft.com/office/drawing/2014/main" id="{7DF23425-5FB3-E449-A1DC-4CF469E5015B}"/>
              </a:ext>
            </a:extLst>
          </p:cNvPr>
          <p:cNvSpPr>
            <a:spLocks noGrp="1"/>
          </p:cNvSpPr>
          <p:nvPr>
            <p:ph sz="quarter" idx="20" hasCustomPrompt="1"/>
          </p:nvPr>
        </p:nvSpPr>
        <p:spPr>
          <a:xfrm>
            <a:off x="1143000" y="5640388"/>
            <a:ext cx="1666875" cy="569912"/>
          </a:xfrm>
        </p:spPr>
        <p:txBody>
          <a:bodyPr anchor="ctr" anchorCtr="0">
            <a:noAutofit/>
          </a:bodyPr>
          <a:lstStyle>
            <a:lvl1pPr marL="0" indent="0">
              <a:buNone/>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Insert logo here</a:t>
            </a:r>
          </a:p>
        </p:txBody>
      </p:sp>
      <p:sp>
        <p:nvSpPr>
          <p:cNvPr id="8" name="Text Placeholder 8">
            <a:extLst>
              <a:ext uri="{FF2B5EF4-FFF2-40B4-BE49-F238E27FC236}">
                <a16:creationId xmlns:a16="http://schemas.microsoft.com/office/drawing/2014/main" id="{7178D1C8-A818-402C-A27F-862DEF581DBE}"/>
              </a:ext>
            </a:extLst>
          </p:cNvPr>
          <p:cNvSpPr>
            <a:spLocks noGrp="1"/>
          </p:cNvSpPr>
          <p:nvPr>
            <p:ph type="body" sz="quarter" idx="14" hasCustomPrompt="1"/>
          </p:nvPr>
        </p:nvSpPr>
        <p:spPr>
          <a:xfrm>
            <a:off x="1143000" y="4622800"/>
            <a:ext cx="4953959" cy="369332"/>
          </a:xfrm>
        </p:spPr>
        <p:txBody>
          <a:bodyPr/>
          <a:lstStyle>
            <a:lvl1pPr marL="0" indent="0">
              <a:buNone/>
              <a:defRPr sz="2000" b="1"/>
            </a:lvl1pPr>
          </a:lstStyle>
          <a:p>
            <a:pPr lvl="0"/>
            <a:r>
              <a:rPr lang="en-US" dirty="0"/>
              <a:t>Quoted Person’s Name</a:t>
            </a:r>
          </a:p>
        </p:txBody>
      </p:sp>
      <p:sp>
        <p:nvSpPr>
          <p:cNvPr id="10" name="Text Placeholder 10">
            <a:extLst>
              <a:ext uri="{FF2B5EF4-FFF2-40B4-BE49-F238E27FC236}">
                <a16:creationId xmlns:a16="http://schemas.microsoft.com/office/drawing/2014/main" id="{546EF60F-3B19-4294-A136-96015AAB82AE}"/>
              </a:ext>
            </a:extLst>
          </p:cNvPr>
          <p:cNvSpPr>
            <a:spLocks noGrp="1"/>
          </p:cNvSpPr>
          <p:nvPr>
            <p:ph type="body" sz="quarter" idx="15" hasCustomPrompt="1"/>
          </p:nvPr>
        </p:nvSpPr>
        <p:spPr>
          <a:xfrm>
            <a:off x="1143000" y="5045137"/>
            <a:ext cx="4945182" cy="341632"/>
          </a:xfrm>
        </p:spPr>
        <p:txBody>
          <a:bodyPr/>
          <a:lstStyle>
            <a:lvl1pPr marL="0" indent="0">
              <a:buNone/>
              <a:defRPr sz="1800"/>
            </a:lvl1pPr>
          </a:lstStyle>
          <a:p>
            <a:pPr lvl="0"/>
            <a:r>
              <a:rPr lang="en-US" dirty="0"/>
              <a:t>Quoted Person’s Job Title, Company Name</a:t>
            </a:r>
          </a:p>
        </p:txBody>
      </p:sp>
    </p:spTree>
    <p:extLst>
      <p:ext uri="{BB962C8B-B14F-4D97-AF65-F5344CB8AC3E}">
        <p14:creationId xmlns:p14="http://schemas.microsoft.com/office/powerpoint/2010/main" val="2393396301"/>
      </p:ext>
    </p:extLst>
  </p:cSld>
  <p:clrMapOvr>
    <a:masterClrMapping/>
  </p:clrMapOvr>
  <p:extLst>
    <p:ext uri="{DCECCB84-F9BA-43D5-87BE-67443E8EF086}">
      <p15:sldGuideLst xmlns:p15="http://schemas.microsoft.com/office/powerpoint/2012/main">
        <p15:guide id="1" pos="720">
          <p15:clr>
            <a:srgbClr val="FBAE40"/>
          </p15:clr>
        </p15:guide>
        <p15:guide id="2" pos="5880">
          <p15:clr>
            <a:srgbClr val="FBAE40"/>
          </p15:clr>
        </p15:guide>
        <p15:guide id="3" orient="horz" pos="290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with portrai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ABFD6-0A7E-4C17-A0CF-15563DCD4BE8}"/>
              </a:ext>
            </a:extLst>
          </p:cNvPr>
          <p:cNvSpPr>
            <a:spLocks noGrp="1"/>
          </p:cNvSpPr>
          <p:nvPr>
            <p:ph type="title" hasCustomPrompt="1"/>
          </p:nvPr>
        </p:nvSpPr>
        <p:spPr>
          <a:xfrm>
            <a:off x="1143000" y="1371600"/>
            <a:ext cx="4953000" cy="3086100"/>
          </a:xfrm>
          <a:prstGeom prst="rect">
            <a:avLst/>
          </a:prstGeom>
        </p:spPr>
        <p:txBody>
          <a:bodyPr/>
          <a:lstStyle>
            <a:lvl1pPr>
              <a:defRPr sz="2400"/>
            </a:lvl1pPr>
          </a:lstStyle>
          <a:p>
            <a:r>
              <a:rPr lang="en-US" dirty="0"/>
              <a:t>Enter quote here. Do not add additional quote marks in the text. Your quote can be 24pt font or larger depending on space. </a:t>
            </a:r>
            <a:br>
              <a:rPr lang="en-US" dirty="0"/>
            </a:br>
            <a:r>
              <a:rPr lang="en-US" dirty="0"/>
              <a:t>Use the appropriate customer quote slide based on the length </a:t>
            </a:r>
            <a:br>
              <a:rPr lang="en-US" dirty="0"/>
            </a:br>
            <a:r>
              <a:rPr lang="en-US" dirty="0"/>
              <a:t>of your quote.</a:t>
            </a:r>
          </a:p>
        </p:txBody>
      </p:sp>
      <p:sp>
        <p:nvSpPr>
          <p:cNvPr id="16" name="Freeform: Shape 15">
            <a:extLst>
              <a:ext uri="{FF2B5EF4-FFF2-40B4-BE49-F238E27FC236}">
                <a16:creationId xmlns:a16="http://schemas.microsoft.com/office/drawing/2014/main" id="{A6AD14EE-B412-D4BA-99A4-1C0E5FD3E4EA}"/>
              </a:ext>
            </a:extLst>
          </p:cNvPr>
          <p:cNvSpPr>
            <a:spLocks noChangeAspect="1"/>
          </p:cNvSpPr>
          <p:nvPr userDrawn="1"/>
        </p:nvSpPr>
        <p:spPr>
          <a:xfrm>
            <a:off x="306051" y="915094"/>
            <a:ext cx="836949" cy="570806"/>
          </a:xfrm>
          <a:custGeom>
            <a:avLst/>
            <a:gdLst>
              <a:gd name="connsiteX0" fmla="*/ 357530 w 437083"/>
              <a:gd name="connsiteY0" fmla="*/ 0 h 298094"/>
              <a:gd name="connsiteX1" fmla="*/ 414223 w 437083"/>
              <a:gd name="connsiteY1" fmla="*/ 0 h 298094"/>
              <a:gd name="connsiteX2" fmla="*/ 437083 w 437083"/>
              <a:gd name="connsiteY2" fmla="*/ 19202 h 298094"/>
              <a:gd name="connsiteX3" fmla="*/ 436169 w 437083"/>
              <a:gd name="connsiteY3" fmla="*/ 30175 h 298094"/>
              <a:gd name="connsiteX4" fmla="*/ 433425 w 437083"/>
              <a:gd name="connsiteY4" fmla="*/ 52121 h 298094"/>
              <a:gd name="connsiteX5" fmla="*/ 403250 w 437083"/>
              <a:gd name="connsiteY5" fmla="*/ 266090 h 298094"/>
              <a:gd name="connsiteX6" fmla="*/ 392277 w 437083"/>
              <a:gd name="connsiteY6" fmla="*/ 290779 h 298094"/>
              <a:gd name="connsiteX7" fmla="*/ 367589 w 437083"/>
              <a:gd name="connsiteY7" fmla="*/ 298094 h 298094"/>
              <a:gd name="connsiteX8" fmla="*/ 327355 w 437083"/>
              <a:gd name="connsiteY8" fmla="*/ 298094 h 298094"/>
              <a:gd name="connsiteX9" fmla="*/ 235915 w 437083"/>
              <a:gd name="connsiteY9" fmla="*/ 236829 h 298094"/>
              <a:gd name="connsiteX10" fmla="*/ 258775 w 437083"/>
              <a:gd name="connsiteY10" fmla="*/ 160020 h 298094"/>
              <a:gd name="connsiteX11" fmla="*/ 318211 w 437083"/>
              <a:gd name="connsiteY11" fmla="*/ 28346 h 298094"/>
              <a:gd name="connsiteX12" fmla="*/ 333756 w 437083"/>
              <a:gd name="connsiteY12" fmla="*/ 6401 h 298094"/>
              <a:gd name="connsiteX13" fmla="*/ 357530 w 437083"/>
              <a:gd name="connsiteY13" fmla="*/ 0 h 298094"/>
              <a:gd name="connsiteX14" fmla="*/ 121615 w 437083"/>
              <a:gd name="connsiteY14" fmla="*/ 0 h 298094"/>
              <a:gd name="connsiteX15" fmla="*/ 178308 w 437083"/>
              <a:gd name="connsiteY15" fmla="*/ 0 h 298094"/>
              <a:gd name="connsiteX16" fmla="*/ 201168 w 437083"/>
              <a:gd name="connsiteY16" fmla="*/ 19202 h 298094"/>
              <a:gd name="connsiteX17" fmla="*/ 200253 w 437083"/>
              <a:gd name="connsiteY17" fmla="*/ 30175 h 298094"/>
              <a:gd name="connsiteX18" fmla="*/ 197510 w 437083"/>
              <a:gd name="connsiteY18" fmla="*/ 52121 h 298094"/>
              <a:gd name="connsiteX19" fmla="*/ 167335 w 437083"/>
              <a:gd name="connsiteY19" fmla="*/ 266090 h 298094"/>
              <a:gd name="connsiteX20" fmla="*/ 156362 w 437083"/>
              <a:gd name="connsiteY20" fmla="*/ 290779 h 298094"/>
              <a:gd name="connsiteX21" fmla="*/ 131673 w 437083"/>
              <a:gd name="connsiteY21" fmla="*/ 298094 h 298094"/>
              <a:gd name="connsiteX22" fmla="*/ 91440 w 437083"/>
              <a:gd name="connsiteY22" fmla="*/ 298094 h 298094"/>
              <a:gd name="connsiteX23" fmla="*/ 0 w 437083"/>
              <a:gd name="connsiteY23" fmla="*/ 236829 h 298094"/>
              <a:gd name="connsiteX24" fmla="*/ 22860 w 437083"/>
              <a:gd name="connsiteY24" fmla="*/ 160020 h 298094"/>
              <a:gd name="connsiteX25" fmla="*/ 82296 w 437083"/>
              <a:gd name="connsiteY25" fmla="*/ 28346 h 298094"/>
              <a:gd name="connsiteX26" fmla="*/ 97841 w 437083"/>
              <a:gd name="connsiteY26" fmla="*/ 6401 h 298094"/>
              <a:gd name="connsiteX27" fmla="*/ 121615 w 437083"/>
              <a:gd name="connsiteY27" fmla="*/ 0 h 29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7083" h="298094">
                <a:moveTo>
                  <a:pt x="357530" y="0"/>
                </a:moveTo>
                <a:lnTo>
                  <a:pt x="414223" y="0"/>
                </a:lnTo>
                <a:cubicBezTo>
                  <a:pt x="429463" y="0"/>
                  <a:pt x="437083" y="6401"/>
                  <a:pt x="437083" y="19202"/>
                </a:cubicBezTo>
                <a:cubicBezTo>
                  <a:pt x="437083" y="22250"/>
                  <a:pt x="436778" y="25908"/>
                  <a:pt x="436169" y="30175"/>
                </a:cubicBezTo>
                <a:cubicBezTo>
                  <a:pt x="435559" y="34442"/>
                  <a:pt x="434645" y="41757"/>
                  <a:pt x="433425" y="52121"/>
                </a:cubicBezTo>
                <a:lnTo>
                  <a:pt x="403250" y="266090"/>
                </a:lnTo>
                <a:cubicBezTo>
                  <a:pt x="401421" y="277673"/>
                  <a:pt x="397764" y="285902"/>
                  <a:pt x="392277" y="290779"/>
                </a:cubicBezTo>
                <a:cubicBezTo>
                  <a:pt x="386791" y="295656"/>
                  <a:pt x="378561" y="298094"/>
                  <a:pt x="367589" y="298094"/>
                </a:cubicBezTo>
                <a:lnTo>
                  <a:pt x="327355" y="298094"/>
                </a:lnTo>
                <a:cubicBezTo>
                  <a:pt x="266395" y="298094"/>
                  <a:pt x="235915" y="277673"/>
                  <a:pt x="235915" y="236829"/>
                </a:cubicBezTo>
                <a:cubicBezTo>
                  <a:pt x="235915" y="220370"/>
                  <a:pt x="243535" y="194767"/>
                  <a:pt x="258775" y="160020"/>
                </a:cubicBezTo>
                <a:lnTo>
                  <a:pt x="318211" y="28346"/>
                </a:lnTo>
                <a:cubicBezTo>
                  <a:pt x="322478" y="17983"/>
                  <a:pt x="327660" y="10668"/>
                  <a:pt x="333756" y="6401"/>
                </a:cubicBezTo>
                <a:cubicBezTo>
                  <a:pt x="339852" y="2133"/>
                  <a:pt x="347777" y="0"/>
                  <a:pt x="357530" y="0"/>
                </a:cubicBezTo>
                <a:close/>
                <a:moveTo>
                  <a:pt x="121615" y="0"/>
                </a:moveTo>
                <a:lnTo>
                  <a:pt x="178308" y="0"/>
                </a:lnTo>
                <a:cubicBezTo>
                  <a:pt x="193548" y="0"/>
                  <a:pt x="201168" y="6401"/>
                  <a:pt x="201168" y="19202"/>
                </a:cubicBezTo>
                <a:cubicBezTo>
                  <a:pt x="201168" y="22250"/>
                  <a:pt x="200863" y="25908"/>
                  <a:pt x="200253" y="30175"/>
                </a:cubicBezTo>
                <a:cubicBezTo>
                  <a:pt x="199644" y="34442"/>
                  <a:pt x="198729" y="41757"/>
                  <a:pt x="197510" y="52121"/>
                </a:cubicBezTo>
                <a:lnTo>
                  <a:pt x="167335" y="266090"/>
                </a:lnTo>
                <a:cubicBezTo>
                  <a:pt x="165506" y="277673"/>
                  <a:pt x="161849" y="285902"/>
                  <a:pt x="156362" y="290779"/>
                </a:cubicBezTo>
                <a:cubicBezTo>
                  <a:pt x="150876" y="295656"/>
                  <a:pt x="142646" y="298094"/>
                  <a:pt x="131673" y="298094"/>
                </a:cubicBezTo>
                <a:lnTo>
                  <a:pt x="91440" y="298094"/>
                </a:lnTo>
                <a:cubicBezTo>
                  <a:pt x="30480" y="298094"/>
                  <a:pt x="0" y="277673"/>
                  <a:pt x="0" y="236829"/>
                </a:cubicBezTo>
                <a:cubicBezTo>
                  <a:pt x="0" y="220370"/>
                  <a:pt x="7620" y="194767"/>
                  <a:pt x="22860" y="160020"/>
                </a:cubicBezTo>
                <a:lnTo>
                  <a:pt x="82296" y="28346"/>
                </a:lnTo>
                <a:cubicBezTo>
                  <a:pt x="86563" y="17983"/>
                  <a:pt x="91745" y="10668"/>
                  <a:pt x="97841" y="6401"/>
                </a:cubicBezTo>
                <a:cubicBezTo>
                  <a:pt x="103937" y="2133"/>
                  <a:pt x="111861" y="0"/>
                  <a:pt x="121615" y="0"/>
                </a:cubicBezTo>
                <a:close/>
              </a:path>
            </a:pathLst>
          </a:custGeom>
          <a:gradFill flip="none" rotWithShape="1">
            <a:gsLst>
              <a:gs pos="0">
                <a:schemeClr val="accent1"/>
              </a:gs>
              <a:gs pos="100000">
                <a:schemeClr val="accent3"/>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 name="Rectangle 2">
            <a:extLst>
              <a:ext uri="{FF2B5EF4-FFF2-40B4-BE49-F238E27FC236}">
                <a16:creationId xmlns:a16="http://schemas.microsoft.com/office/drawing/2014/main" id="{DF310A63-64FE-E9AE-7EFE-0450BA72CEBC}"/>
              </a:ext>
            </a:extLst>
          </p:cNvPr>
          <p:cNvSpPr/>
          <p:nvPr userDrawn="1"/>
        </p:nvSpPr>
        <p:spPr>
          <a:xfrm>
            <a:off x="0" y="0"/>
            <a:ext cx="80304" cy="6858000"/>
          </a:xfrm>
          <a:prstGeom prst="rect">
            <a:avLst/>
          </a:prstGeom>
          <a:gradFill flip="none" rotWithShape="1">
            <a:gsLst>
              <a:gs pos="0">
                <a:schemeClr val="accent6"/>
              </a:gs>
              <a:gs pos="40000">
                <a:schemeClr val="accent1"/>
              </a:gs>
              <a:gs pos="10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 name="Picture Placeholder 5">
            <a:extLst>
              <a:ext uri="{FF2B5EF4-FFF2-40B4-BE49-F238E27FC236}">
                <a16:creationId xmlns:a16="http://schemas.microsoft.com/office/drawing/2014/main" id="{61F8984E-9F5B-A656-83FE-21F4A764609D}"/>
              </a:ext>
            </a:extLst>
          </p:cNvPr>
          <p:cNvSpPr>
            <a:spLocks noGrp="1"/>
          </p:cNvSpPr>
          <p:nvPr>
            <p:ph type="pic" sz="quarter" idx="16" hasCustomPrompt="1"/>
          </p:nvPr>
        </p:nvSpPr>
        <p:spPr>
          <a:xfrm>
            <a:off x="7391400" y="1485899"/>
            <a:ext cx="3886200" cy="3980836"/>
          </a:xfrm>
          <a:prstGeom prst="roundRect">
            <a:avLst>
              <a:gd name="adj" fmla="val 2693"/>
            </a:avLst>
          </a:prstGeom>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4" name="Content Placeholder 5">
            <a:extLst>
              <a:ext uri="{FF2B5EF4-FFF2-40B4-BE49-F238E27FC236}">
                <a16:creationId xmlns:a16="http://schemas.microsoft.com/office/drawing/2014/main" id="{8D317426-785A-B35B-F20F-5F8CFC2ACFCC}"/>
              </a:ext>
            </a:extLst>
          </p:cNvPr>
          <p:cNvSpPr>
            <a:spLocks noGrp="1"/>
          </p:cNvSpPr>
          <p:nvPr>
            <p:ph sz="quarter" idx="17" hasCustomPrompt="1"/>
          </p:nvPr>
        </p:nvSpPr>
        <p:spPr>
          <a:xfrm>
            <a:off x="1143000" y="5640388"/>
            <a:ext cx="1666875" cy="569912"/>
          </a:xfrm>
        </p:spPr>
        <p:txBody>
          <a:bodyPr anchor="ctr" anchorCtr="0">
            <a:noAutofit/>
          </a:bodyPr>
          <a:lstStyle>
            <a:lvl1pPr marL="0" indent="0">
              <a:buNone/>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Insert logo here</a:t>
            </a:r>
          </a:p>
        </p:txBody>
      </p:sp>
      <p:sp>
        <p:nvSpPr>
          <p:cNvPr id="10" name="Text Placeholder 8">
            <a:extLst>
              <a:ext uri="{FF2B5EF4-FFF2-40B4-BE49-F238E27FC236}">
                <a16:creationId xmlns:a16="http://schemas.microsoft.com/office/drawing/2014/main" id="{85C4E74D-91E3-4952-A34C-DA709A7825DB}"/>
              </a:ext>
            </a:extLst>
          </p:cNvPr>
          <p:cNvSpPr>
            <a:spLocks noGrp="1"/>
          </p:cNvSpPr>
          <p:nvPr>
            <p:ph type="body" sz="quarter" idx="14" hasCustomPrompt="1"/>
          </p:nvPr>
        </p:nvSpPr>
        <p:spPr>
          <a:xfrm>
            <a:off x="1143000" y="4622800"/>
            <a:ext cx="4953959" cy="369332"/>
          </a:xfrm>
        </p:spPr>
        <p:txBody>
          <a:bodyPr/>
          <a:lstStyle>
            <a:lvl1pPr marL="0" indent="0">
              <a:buNone/>
              <a:defRPr sz="2000" b="1"/>
            </a:lvl1pPr>
          </a:lstStyle>
          <a:p>
            <a:pPr lvl="0"/>
            <a:r>
              <a:rPr lang="en-US" dirty="0"/>
              <a:t>Quoted Person’s Name</a:t>
            </a:r>
          </a:p>
        </p:txBody>
      </p:sp>
      <p:sp>
        <p:nvSpPr>
          <p:cNvPr id="12" name="Text Placeholder 10">
            <a:extLst>
              <a:ext uri="{FF2B5EF4-FFF2-40B4-BE49-F238E27FC236}">
                <a16:creationId xmlns:a16="http://schemas.microsoft.com/office/drawing/2014/main" id="{CB6591F2-93EA-4086-B446-0BF211EAC6BE}"/>
              </a:ext>
            </a:extLst>
          </p:cNvPr>
          <p:cNvSpPr>
            <a:spLocks noGrp="1"/>
          </p:cNvSpPr>
          <p:nvPr>
            <p:ph type="body" sz="quarter" idx="15" hasCustomPrompt="1"/>
          </p:nvPr>
        </p:nvSpPr>
        <p:spPr>
          <a:xfrm>
            <a:off x="1143000" y="5045137"/>
            <a:ext cx="4945182" cy="341632"/>
          </a:xfrm>
        </p:spPr>
        <p:txBody>
          <a:bodyPr/>
          <a:lstStyle>
            <a:lvl1pPr marL="0" indent="0">
              <a:buNone/>
              <a:defRPr sz="1800"/>
            </a:lvl1pPr>
          </a:lstStyle>
          <a:p>
            <a:pPr lvl="0"/>
            <a:r>
              <a:rPr lang="en-US" dirty="0"/>
              <a:t>Quoted Person’s Job Title, Company Name</a:t>
            </a:r>
          </a:p>
        </p:txBody>
      </p:sp>
    </p:spTree>
    <p:extLst>
      <p:ext uri="{BB962C8B-B14F-4D97-AF65-F5344CB8AC3E}">
        <p14:creationId xmlns:p14="http://schemas.microsoft.com/office/powerpoint/2010/main" val="2518880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FBAE40"/>
          </p15:clr>
        </p15:guide>
        <p15:guide id="2" pos="5880">
          <p15:clr>
            <a:srgbClr val="FBAE40"/>
          </p15:clr>
        </p15:guide>
        <p15:guide id="3" orient="horz" pos="290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Logo wall">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57D666F-6FBF-ABB3-CF15-16F3AF8F00C9}"/>
              </a:ext>
            </a:extLst>
          </p:cNvPr>
          <p:cNvSpPr>
            <a:spLocks noGrp="1"/>
          </p:cNvSpPr>
          <p:nvPr>
            <p:ph type="title" hasCustomPrompt="1"/>
          </p:nvPr>
        </p:nvSpPr>
        <p:spPr>
          <a:xfrm>
            <a:off x="420624" y="355127"/>
            <a:ext cx="11428476" cy="638175"/>
          </a:xfrm>
        </p:spPr>
        <p:txBody>
          <a:bodyPr/>
          <a:lstStyle>
            <a:lvl1pPr>
              <a:defRPr/>
            </a:lvl1pPr>
          </a:lstStyle>
          <a:p>
            <a:r>
              <a:rPr lang="en-US" dirty="0"/>
              <a:t>Customer logo wall layout</a:t>
            </a:r>
          </a:p>
        </p:txBody>
      </p:sp>
      <p:sp>
        <p:nvSpPr>
          <p:cNvPr id="12" name="Content Placeholder 7">
            <a:extLst>
              <a:ext uri="{FF2B5EF4-FFF2-40B4-BE49-F238E27FC236}">
                <a16:creationId xmlns:a16="http://schemas.microsoft.com/office/drawing/2014/main" id="{015C08B8-13A9-49D9-8429-1D74691FB3D0}"/>
              </a:ext>
            </a:extLst>
          </p:cNvPr>
          <p:cNvSpPr>
            <a:spLocks noGrp="1"/>
          </p:cNvSpPr>
          <p:nvPr>
            <p:ph sz="quarter" idx="13" hasCustomPrompt="1"/>
          </p:nvPr>
        </p:nvSpPr>
        <p:spPr>
          <a:xfrm>
            <a:off x="790841" y="2194560"/>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3" name="Content Placeholder 7">
            <a:extLst>
              <a:ext uri="{FF2B5EF4-FFF2-40B4-BE49-F238E27FC236}">
                <a16:creationId xmlns:a16="http://schemas.microsoft.com/office/drawing/2014/main" id="{25C60DB3-039D-48D0-BBBE-D6707EDF3195}"/>
              </a:ext>
            </a:extLst>
          </p:cNvPr>
          <p:cNvSpPr>
            <a:spLocks noGrp="1"/>
          </p:cNvSpPr>
          <p:nvPr>
            <p:ph sz="quarter" idx="14" hasCustomPrompt="1"/>
          </p:nvPr>
        </p:nvSpPr>
        <p:spPr>
          <a:xfrm>
            <a:off x="9572359" y="2194560"/>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4" name="Content Placeholder 7">
            <a:extLst>
              <a:ext uri="{FF2B5EF4-FFF2-40B4-BE49-F238E27FC236}">
                <a16:creationId xmlns:a16="http://schemas.microsoft.com/office/drawing/2014/main" id="{4E251B22-71D8-417A-860B-A9F241BE55F0}"/>
              </a:ext>
            </a:extLst>
          </p:cNvPr>
          <p:cNvSpPr>
            <a:spLocks noGrp="1"/>
          </p:cNvSpPr>
          <p:nvPr>
            <p:ph sz="quarter" idx="15" hasCustomPrompt="1"/>
          </p:nvPr>
        </p:nvSpPr>
        <p:spPr>
          <a:xfrm>
            <a:off x="3718014" y="2194560"/>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5" name="Content Placeholder 7">
            <a:extLst>
              <a:ext uri="{FF2B5EF4-FFF2-40B4-BE49-F238E27FC236}">
                <a16:creationId xmlns:a16="http://schemas.microsoft.com/office/drawing/2014/main" id="{CB8BF785-0CE5-4F20-9877-7E7D82ADD65C}"/>
              </a:ext>
            </a:extLst>
          </p:cNvPr>
          <p:cNvSpPr>
            <a:spLocks noGrp="1"/>
          </p:cNvSpPr>
          <p:nvPr>
            <p:ph sz="quarter" idx="16" hasCustomPrompt="1"/>
          </p:nvPr>
        </p:nvSpPr>
        <p:spPr>
          <a:xfrm>
            <a:off x="6645187" y="2194560"/>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6" name="Content Placeholder 7">
            <a:extLst>
              <a:ext uri="{FF2B5EF4-FFF2-40B4-BE49-F238E27FC236}">
                <a16:creationId xmlns:a16="http://schemas.microsoft.com/office/drawing/2014/main" id="{00F2C7D5-0C93-479A-82A7-1A69785D1E4E}"/>
              </a:ext>
            </a:extLst>
          </p:cNvPr>
          <p:cNvSpPr>
            <a:spLocks noGrp="1"/>
          </p:cNvSpPr>
          <p:nvPr>
            <p:ph sz="quarter" idx="17" hasCustomPrompt="1"/>
          </p:nvPr>
        </p:nvSpPr>
        <p:spPr>
          <a:xfrm>
            <a:off x="790841" y="4059936"/>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7" name="Content Placeholder 7">
            <a:extLst>
              <a:ext uri="{FF2B5EF4-FFF2-40B4-BE49-F238E27FC236}">
                <a16:creationId xmlns:a16="http://schemas.microsoft.com/office/drawing/2014/main" id="{938BF167-4E21-47DD-9F62-F1AAD0F2E99A}"/>
              </a:ext>
            </a:extLst>
          </p:cNvPr>
          <p:cNvSpPr>
            <a:spLocks noGrp="1"/>
          </p:cNvSpPr>
          <p:nvPr>
            <p:ph sz="quarter" idx="18" hasCustomPrompt="1"/>
          </p:nvPr>
        </p:nvSpPr>
        <p:spPr>
          <a:xfrm>
            <a:off x="9572359" y="4059936"/>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8" name="Content Placeholder 7">
            <a:extLst>
              <a:ext uri="{FF2B5EF4-FFF2-40B4-BE49-F238E27FC236}">
                <a16:creationId xmlns:a16="http://schemas.microsoft.com/office/drawing/2014/main" id="{52E1CDD4-7A51-49E3-A015-3118CFC4F3E1}"/>
              </a:ext>
            </a:extLst>
          </p:cNvPr>
          <p:cNvSpPr>
            <a:spLocks noGrp="1"/>
          </p:cNvSpPr>
          <p:nvPr>
            <p:ph sz="quarter" idx="19" hasCustomPrompt="1"/>
          </p:nvPr>
        </p:nvSpPr>
        <p:spPr>
          <a:xfrm>
            <a:off x="3718014" y="4059936"/>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9" name="Content Placeholder 7">
            <a:extLst>
              <a:ext uri="{FF2B5EF4-FFF2-40B4-BE49-F238E27FC236}">
                <a16:creationId xmlns:a16="http://schemas.microsoft.com/office/drawing/2014/main" id="{6D15639F-1211-4224-BE37-0290D3BB0C2E}"/>
              </a:ext>
            </a:extLst>
          </p:cNvPr>
          <p:cNvSpPr>
            <a:spLocks noGrp="1"/>
          </p:cNvSpPr>
          <p:nvPr>
            <p:ph sz="quarter" idx="20" hasCustomPrompt="1"/>
          </p:nvPr>
        </p:nvSpPr>
        <p:spPr>
          <a:xfrm>
            <a:off x="6645187" y="4059936"/>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Tree>
    <p:extLst>
      <p:ext uri="{BB962C8B-B14F-4D97-AF65-F5344CB8AC3E}">
        <p14:creationId xmlns:p14="http://schemas.microsoft.com/office/powerpoint/2010/main" val="196259701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9B174-8DFF-7AB5-F486-297765C374F7}"/>
              </a:ext>
            </a:extLst>
          </p:cNvPr>
          <p:cNvSpPr>
            <a:spLocks noGrp="1"/>
          </p:cNvSpPr>
          <p:nvPr>
            <p:ph type="title" hasCustomPrompt="1"/>
          </p:nvPr>
        </p:nvSpPr>
        <p:spPr/>
        <p:txBody>
          <a:bodyPr/>
          <a:lstStyle>
            <a:lvl1pPr>
              <a:defRPr/>
            </a:lvl1pPr>
          </a:lstStyle>
          <a:p>
            <a:r>
              <a:rPr lang="en-US" dirty="0"/>
              <a:t>Code layout</a:t>
            </a:r>
          </a:p>
        </p:txBody>
      </p:sp>
      <p:sp>
        <p:nvSpPr>
          <p:cNvPr id="5" name="Content Placeholder 4">
            <a:extLst>
              <a:ext uri="{FF2B5EF4-FFF2-40B4-BE49-F238E27FC236}">
                <a16:creationId xmlns:a16="http://schemas.microsoft.com/office/drawing/2014/main" id="{63EAEE91-C59D-07DA-60E8-8CC9D95E21D1}"/>
              </a:ext>
            </a:extLst>
          </p:cNvPr>
          <p:cNvSpPr>
            <a:spLocks noGrp="1"/>
          </p:cNvSpPr>
          <p:nvPr>
            <p:ph sz="quarter" idx="11" hasCustomPrompt="1"/>
          </p:nvPr>
        </p:nvSpPr>
        <p:spPr>
          <a:xfrm>
            <a:off x="426596" y="1371600"/>
            <a:ext cx="11422504" cy="1508105"/>
          </a:xfrm>
        </p:spPr>
        <p:txBody>
          <a:bodyPr/>
          <a:lstStyle>
            <a:lvl1pPr marL="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2pPr>
            <a:lvl3pPr marL="4572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3pPr>
            <a:lvl4pPr marL="6858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4pPr>
            <a:lvl5pPr marL="9144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5pPr>
          </a:lstStyle>
          <a:p>
            <a:pPr lvl="0"/>
            <a:r>
              <a:rPr lang="en-US" dirty="0"/>
              <a:t>Type or paste plain-text code here; or click icon to add image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4995423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de -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9B174-8DFF-7AB5-F486-297765C374F7}"/>
              </a:ext>
            </a:extLst>
          </p:cNvPr>
          <p:cNvSpPr>
            <a:spLocks noGrp="1"/>
          </p:cNvSpPr>
          <p:nvPr>
            <p:ph type="title" hasCustomPrompt="1"/>
          </p:nvPr>
        </p:nvSpPr>
        <p:spPr/>
        <p:txBody>
          <a:bodyPr/>
          <a:lstStyle>
            <a:lvl1pPr>
              <a:defRPr/>
            </a:lvl1pPr>
          </a:lstStyle>
          <a:p>
            <a:r>
              <a:rPr lang="en-US" dirty="0"/>
              <a:t>Two-column code layout</a:t>
            </a:r>
          </a:p>
        </p:txBody>
      </p:sp>
      <p:sp>
        <p:nvSpPr>
          <p:cNvPr id="5" name="Content Placeholder 4">
            <a:extLst>
              <a:ext uri="{FF2B5EF4-FFF2-40B4-BE49-F238E27FC236}">
                <a16:creationId xmlns:a16="http://schemas.microsoft.com/office/drawing/2014/main" id="{63EAEE91-C59D-07DA-60E8-8CC9D95E21D1}"/>
              </a:ext>
            </a:extLst>
          </p:cNvPr>
          <p:cNvSpPr>
            <a:spLocks noGrp="1"/>
          </p:cNvSpPr>
          <p:nvPr>
            <p:ph sz="quarter" idx="11" hasCustomPrompt="1"/>
          </p:nvPr>
        </p:nvSpPr>
        <p:spPr>
          <a:xfrm>
            <a:off x="426596" y="1371600"/>
            <a:ext cx="5540816" cy="1508105"/>
          </a:xfrm>
        </p:spPr>
        <p:txBody>
          <a:bodyPr/>
          <a:lstStyle>
            <a:lvl1pPr marL="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2pPr>
            <a:lvl3pPr marL="4572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3pPr>
            <a:lvl4pPr marL="6858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4pPr>
            <a:lvl5pPr marL="9144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4">
            <a:extLst>
              <a:ext uri="{FF2B5EF4-FFF2-40B4-BE49-F238E27FC236}">
                <a16:creationId xmlns:a16="http://schemas.microsoft.com/office/drawing/2014/main" id="{20C3EBB8-17E1-75C6-AEB6-BDAD88882522}"/>
              </a:ext>
            </a:extLst>
          </p:cNvPr>
          <p:cNvSpPr>
            <a:spLocks noGrp="1"/>
          </p:cNvSpPr>
          <p:nvPr>
            <p:ph sz="quarter" idx="12" hasCustomPrompt="1"/>
          </p:nvPr>
        </p:nvSpPr>
        <p:spPr>
          <a:xfrm>
            <a:off x="6308284" y="1371600"/>
            <a:ext cx="5540816" cy="1508105"/>
          </a:xfrm>
        </p:spPr>
        <p:txBody>
          <a:bodyPr/>
          <a:lstStyle>
            <a:lvl1pPr marL="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2pPr>
            <a:lvl3pPr marL="4572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3pPr>
            <a:lvl4pPr marL="6858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4pPr>
            <a:lvl5pPr marL="9144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851598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et start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15310-C23D-47DD-AC47-BB87E7EEC1B4}"/>
              </a:ext>
            </a:extLst>
          </p:cNvPr>
          <p:cNvSpPr>
            <a:spLocks noGrp="1"/>
          </p:cNvSpPr>
          <p:nvPr>
            <p:ph type="title" hasCustomPrompt="1"/>
          </p:nvPr>
        </p:nvSpPr>
        <p:spPr/>
        <p:txBody>
          <a:bodyPr/>
          <a:lstStyle>
            <a:lvl1pPr>
              <a:defRPr/>
            </a:lvl1pPr>
          </a:lstStyle>
          <a:p>
            <a:r>
              <a:rPr lang="en-US" dirty="0"/>
              <a:t>Get started</a:t>
            </a:r>
          </a:p>
        </p:txBody>
      </p:sp>
      <p:sp>
        <p:nvSpPr>
          <p:cNvPr id="3" name="Rectangle: Rounded Corners 2">
            <a:extLst>
              <a:ext uri="{FF2B5EF4-FFF2-40B4-BE49-F238E27FC236}">
                <a16:creationId xmlns:a16="http://schemas.microsoft.com/office/drawing/2014/main" id="{9C2051E2-89E7-42F4-8F96-C8FF138B25DE}"/>
              </a:ext>
            </a:extLst>
          </p:cNvPr>
          <p:cNvSpPr>
            <a:spLocks noChangeAspect="1"/>
          </p:cNvSpPr>
          <p:nvPr userDrawn="1"/>
        </p:nvSpPr>
        <p:spPr>
          <a:xfrm>
            <a:off x="829573" y="1799085"/>
            <a:ext cx="3259760" cy="3408182"/>
          </a:xfrm>
          <a:prstGeom prst="roundRect">
            <a:avLst>
              <a:gd name="adj" fmla="val 10990"/>
            </a:avLst>
          </a:prstGeom>
          <a:noFill/>
          <a:ln w="38100">
            <a:gradFill>
              <a:gsLst>
                <a:gs pos="0">
                  <a:schemeClr val="accent2"/>
                </a:gs>
                <a:gs pos="100000">
                  <a:schemeClr val="accent4"/>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bg1"/>
              </a:solidFill>
            </a:endParaRPr>
          </a:p>
        </p:txBody>
      </p:sp>
      <p:sp>
        <p:nvSpPr>
          <p:cNvPr id="4" name="Rectangle: Rounded Corners 3">
            <a:extLst>
              <a:ext uri="{FF2B5EF4-FFF2-40B4-BE49-F238E27FC236}">
                <a16:creationId xmlns:a16="http://schemas.microsoft.com/office/drawing/2014/main" id="{40E4AA71-DCED-4395-B8CD-10EE258FEC2E}"/>
              </a:ext>
            </a:extLst>
          </p:cNvPr>
          <p:cNvSpPr>
            <a:spLocks noChangeAspect="1"/>
          </p:cNvSpPr>
          <p:nvPr userDrawn="1"/>
        </p:nvSpPr>
        <p:spPr>
          <a:xfrm>
            <a:off x="4451796" y="1799085"/>
            <a:ext cx="3259760" cy="3408182"/>
          </a:xfrm>
          <a:prstGeom prst="roundRect">
            <a:avLst>
              <a:gd name="adj" fmla="val 9320"/>
            </a:avLst>
          </a:prstGeom>
          <a:noFill/>
          <a:ln w="38100">
            <a:gradFill>
              <a:gsLst>
                <a:gs pos="0">
                  <a:schemeClr val="accent2"/>
                </a:gs>
                <a:gs pos="100000">
                  <a:schemeClr val="accent4"/>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bg1"/>
              </a:solidFill>
            </a:endParaRPr>
          </a:p>
        </p:txBody>
      </p:sp>
      <p:sp>
        <p:nvSpPr>
          <p:cNvPr id="5" name="Rectangle: Rounded Corners 4">
            <a:extLst>
              <a:ext uri="{FF2B5EF4-FFF2-40B4-BE49-F238E27FC236}">
                <a16:creationId xmlns:a16="http://schemas.microsoft.com/office/drawing/2014/main" id="{25E96DDC-F13C-4B81-B960-E123F55A355F}"/>
              </a:ext>
            </a:extLst>
          </p:cNvPr>
          <p:cNvSpPr>
            <a:spLocks noChangeAspect="1"/>
          </p:cNvSpPr>
          <p:nvPr userDrawn="1"/>
        </p:nvSpPr>
        <p:spPr>
          <a:xfrm>
            <a:off x="8069454" y="1799085"/>
            <a:ext cx="3259760" cy="3408182"/>
          </a:xfrm>
          <a:prstGeom prst="roundRect">
            <a:avLst>
              <a:gd name="adj" fmla="val 8652"/>
            </a:avLst>
          </a:prstGeom>
          <a:noFill/>
          <a:ln w="38100">
            <a:gradFill>
              <a:gsLst>
                <a:gs pos="0">
                  <a:schemeClr val="accent2"/>
                </a:gs>
                <a:gs pos="100000">
                  <a:schemeClr val="accent4"/>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bg1"/>
              </a:solidFill>
            </a:endParaRPr>
          </a:p>
        </p:txBody>
      </p:sp>
      <p:sp>
        <p:nvSpPr>
          <p:cNvPr id="12" name="Picture Placeholder 19">
            <a:extLst>
              <a:ext uri="{FF2B5EF4-FFF2-40B4-BE49-F238E27FC236}">
                <a16:creationId xmlns:a16="http://schemas.microsoft.com/office/drawing/2014/main" id="{7633A5EB-8593-49CA-A350-D21B45CDA0BA}"/>
              </a:ext>
            </a:extLst>
          </p:cNvPr>
          <p:cNvSpPr>
            <a:spLocks noGrp="1"/>
          </p:cNvSpPr>
          <p:nvPr>
            <p:ph type="pic" sz="quarter" idx="17" hasCustomPrompt="1"/>
          </p:nvPr>
        </p:nvSpPr>
        <p:spPr>
          <a:xfrm>
            <a:off x="1381225" y="2290764"/>
            <a:ext cx="2194560" cy="1695450"/>
          </a:xfrm>
          <a:prstGeom prst="roundRect">
            <a:avLst>
              <a:gd name="adj" fmla="val 4167"/>
            </a:avLst>
          </a:prstGeom>
        </p:spPr>
        <p:txBody>
          <a:bodyPr anchor="ctr"/>
          <a:lstStyle>
            <a:lvl1pPr marL="0" indent="0" algn="ctr">
              <a:buNone/>
              <a:defRPr sz="1400"/>
            </a:lvl1pPr>
          </a:lstStyle>
          <a:p>
            <a:r>
              <a:rPr lang="en-US" dirty="0"/>
              <a:t>Click icon to add QR code</a:t>
            </a:r>
            <a:br>
              <a:rPr lang="en-US" dirty="0"/>
            </a:br>
            <a:br>
              <a:rPr lang="en-US" dirty="0"/>
            </a:br>
            <a:endParaRPr lang="en-US" dirty="0"/>
          </a:p>
        </p:txBody>
      </p:sp>
      <p:sp>
        <p:nvSpPr>
          <p:cNvPr id="13" name="Picture Placeholder 19">
            <a:extLst>
              <a:ext uri="{FF2B5EF4-FFF2-40B4-BE49-F238E27FC236}">
                <a16:creationId xmlns:a16="http://schemas.microsoft.com/office/drawing/2014/main" id="{E4A628D0-0922-43A5-B256-1C8CECF02ACB}"/>
              </a:ext>
            </a:extLst>
          </p:cNvPr>
          <p:cNvSpPr>
            <a:spLocks noGrp="1"/>
          </p:cNvSpPr>
          <p:nvPr>
            <p:ph type="pic" sz="quarter" idx="18" hasCustomPrompt="1"/>
          </p:nvPr>
        </p:nvSpPr>
        <p:spPr>
          <a:xfrm>
            <a:off x="4974870" y="2289952"/>
            <a:ext cx="2194560" cy="1695450"/>
          </a:xfrm>
          <a:prstGeom prst="roundRect">
            <a:avLst>
              <a:gd name="adj" fmla="val 4167"/>
            </a:avLst>
          </a:prstGeom>
        </p:spPr>
        <p:txBody>
          <a:bodyPr anchor="ctr"/>
          <a:lstStyle>
            <a:lvl1pPr marL="0" indent="0" algn="ctr">
              <a:buNone/>
              <a:defRPr sz="1400"/>
            </a:lvl1pPr>
          </a:lstStyle>
          <a:p>
            <a:r>
              <a:rPr lang="en-US" dirty="0"/>
              <a:t>Click icon to add QR code</a:t>
            </a:r>
            <a:br>
              <a:rPr lang="en-US" dirty="0"/>
            </a:br>
            <a:br>
              <a:rPr lang="en-US" dirty="0"/>
            </a:br>
            <a:endParaRPr lang="en-US" dirty="0"/>
          </a:p>
        </p:txBody>
      </p:sp>
      <p:sp>
        <p:nvSpPr>
          <p:cNvPr id="14" name="Picture Placeholder 19">
            <a:extLst>
              <a:ext uri="{FF2B5EF4-FFF2-40B4-BE49-F238E27FC236}">
                <a16:creationId xmlns:a16="http://schemas.microsoft.com/office/drawing/2014/main" id="{54EFD328-D536-4D61-930F-8B5E2C30986C}"/>
              </a:ext>
            </a:extLst>
          </p:cNvPr>
          <p:cNvSpPr>
            <a:spLocks noGrp="1"/>
          </p:cNvSpPr>
          <p:nvPr>
            <p:ph type="pic" sz="quarter" idx="19" hasCustomPrompt="1"/>
          </p:nvPr>
        </p:nvSpPr>
        <p:spPr>
          <a:xfrm>
            <a:off x="8634501" y="2289952"/>
            <a:ext cx="2194560" cy="1695450"/>
          </a:xfrm>
          <a:prstGeom prst="roundRect">
            <a:avLst>
              <a:gd name="adj" fmla="val 4167"/>
            </a:avLst>
          </a:prstGeom>
        </p:spPr>
        <p:txBody>
          <a:bodyPr anchor="ctr"/>
          <a:lstStyle>
            <a:lvl1pPr marL="0" indent="0" algn="ctr">
              <a:buNone/>
              <a:defRPr sz="1400"/>
            </a:lvl1pPr>
          </a:lstStyle>
          <a:p>
            <a:r>
              <a:rPr lang="en-US" dirty="0"/>
              <a:t>Click icon to add QR code</a:t>
            </a:r>
            <a:br>
              <a:rPr lang="en-US" dirty="0"/>
            </a:br>
            <a:br>
              <a:rPr lang="en-US" dirty="0"/>
            </a:br>
            <a:endParaRPr lang="en-US" dirty="0"/>
          </a:p>
        </p:txBody>
      </p:sp>
      <p:sp>
        <p:nvSpPr>
          <p:cNvPr id="18" name="Text Placeholder 2">
            <a:extLst>
              <a:ext uri="{FF2B5EF4-FFF2-40B4-BE49-F238E27FC236}">
                <a16:creationId xmlns:a16="http://schemas.microsoft.com/office/drawing/2014/main" id="{EA101586-5D11-49AF-8D60-9A76156F5BF3}"/>
              </a:ext>
            </a:extLst>
          </p:cNvPr>
          <p:cNvSpPr>
            <a:spLocks noGrp="1"/>
          </p:cNvSpPr>
          <p:nvPr>
            <p:ph type="body" idx="1" hasCustomPrompt="1"/>
          </p:nvPr>
        </p:nvSpPr>
        <p:spPr>
          <a:xfrm>
            <a:off x="862786" y="4293227"/>
            <a:ext cx="3147240"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Type content here</a:t>
            </a:r>
          </a:p>
        </p:txBody>
      </p:sp>
      <p:sp>
        <p:nvSpPr>
          <p:cNvPr id="19" name="Text Placeholder 2">
            <a:extLst>
              <a:ext uri="{FF2B5EF4-FFF2-40B4-BE49-F238E27FC236}">
                <a16:creationId xmlns:a16="http://schemas.microsoft.com/office/drawing/2014/main" id="{CD8BA3C6-E55C-46A2-9119-DDBC5B2D9B6D}"/>
              </a:ext>
            </a:extLst>
          </p:cNvPr>
          <p:cNvSpPr>
            <a:spLocks noGrp="1"/>
          </p:cNvSpPr>
          <p:nvPr>
            <p:ph type="body" idx="20" hasCustomPrompt="1"/>
          </p:nvPr>
        </p:nvSpPr>
        <p:spPr>
          <a:xfrm>
            <a:off x="4522380" y="4293227"/>
            <a:ext cx="3147240"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Type content here</a:t>
            </a:r>
          </a:p>
        </p:txBody>
      </p:sp>
      <p:sp>
        <p:nvSpPr>
          <p:cNvPr id="20" name="Text Placeholder 2">
            <a:extLst>
              <a:ext uri="{FF2B5EF4-FFF2-40B4-BE49-F238E27FC236}">
                <a16:creationId xmlns:a16="http://schemas.microsoft.com/office/drawing/2014/main" id="{CC846501-4890-44B0-9D5C-A4DF49CBDF9F}"/>
              </a:ext>
            </a:extLst>
          </p:cNvPr>
          <p:cNvSpPr>
            <a:spLocks noGrp="1"/>
          </p:cNvSpPr>
          <p:nvPr>
            <p:ph type="body" idx="21" hasCustomPrompt="1"/>
          </p:nvPr>
        </p:nvSpPr>
        <p:spPr>
          <a:xfrm>
            <a:off x="8125714" y="4297375"/>
            <a:ext cx="3147240"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Type content here</a:t>
            </a:r>
          </a:p>
        </p:txBody>
      </p:sp>
    </p:spTree>
    <p:extLst>
      <p:ext uri="{BB962C8B-B14F-4D97-AF65-F5344CB8AC3E}">
        <p14:creationId xmlns:p14="http://schemas.microsoft.com/office/powerpoint/2010/main" val="3750401949"/>
      </p:ext>
    </p:extLst>
  </p:cSld>
  <p:clrMapOvr>
    <a:masterClrMapping/>
  </p:clrMapOvr>
  <p:extLst>
    <p:ext uri="{DCECCB84-F9BA-43D5-87BE-67443E8EF086}">
      <p15:sldGuideLst xmlns:p15="http://schemas.microsoft.com/office/powerpoint/2012/main">
        <p15:guide id="1" orient="horz" pos="268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hank You_gradi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71881157-0DF8-49E6-B684-3E8FD245EE8E}"/>
              </a:ext>
            </a:extLst>
          </p:cNvPr>
          <p:cNvSpPr>
            <a:spLocks noGrp="1"/>
          </p:cNvSpPr>
          <p:nvPr>
            <p:ph type="body" sz="quarter" idx="10" hasCustomPrompt="1"/>
          </p:nvPr>
        </p:nvSpPr>
        <p:spPr>
          <a:xfrm>
            <a:off x="431800" y="3453368"/>
            <a:ext cx="3703320" cy="369332"/>
          </a:xfrm>
          <a:prstGeom prst="rect">
            <a:avLst/>
          </a:prstGeom>
        </p:spPr>
        <p:txBody>
          <a:bodyPr anchor="b"/>
          <a:lstStyle>
            <a:lvl1pPr marL="0" indent="0">
              <a:buNone/>
              <a:defRPr sz="2000" b="1"/>
            </a:lvl1pPr>
          </a:lstStyle>
          <a:p>
            <a:pPr lvl="0"/>
            <a:r>
              <a:rPr lang="en-US" dirty="0"/>
              <a:t>Speaker name (pronouns)</a:t>
            </a:r>
          </a:p>
        </p:txBody>
      </p:sp>
      <p:sp>
        <p:nvSpPr>
          <p:cNvPr id="13" name="Text Placeholder 12">
            <a:extLst>
              <a:ext uri="{FF2B5EF4-FFF2-40B4-BE49-F238E27FC236}">
                <a16:creationId xmlns:a16="http://schemas.microsoft.com/office/drawing/2014/main" id="{EA2927B3-63A9-43F6-91E9-B153F0DF34DC}"/>
              </a:ext>
            </a:extLst>
          </p:cNvPr>
          <p:cNvSpPr>
            <a:spLocks noGrp="1"/>
          </p:cNvSpPr>
          <p:nvPr>
            <p:ph type="body" sz="quarter" idx="11" hasCustomPrompt="1"/>
          </p:nvPr>
        </p:nvSpPr>
        <p:spPr>
          <a:xfrm>
            <a:off x="431800" y="3835400"/>
            <a:ext cx="3703320" cy="1128486"/>
          </a:xfrm>
          <a:prstGeom prst="rect">
            <a:avLst/>
          </a:prstGeom>
        </p:spPr>
        <p:txBody>
          <a:bodyPr>
            <a:noAutofit/>
          </a:bodyPr>
          <a:lstStyle>
            <a:lvl1pPr marL="0" indent="0">
              <a:lnSpc>
                <a:spcPct val="100000"/>
              </a:lnSpc>
              <a:spcAft>
                <a:spcPts val="600"/>
              </a:spcAft>
              <a:buNone/>
              <a:defRPr sz="1800"/>
            </a:lvl1pPr>
          </a:lstStyle>
          <a:p>
            <a:pPr lvl="0"/>
            <a:r>
              <a:rPr lang="en-US" dirty="0"/>
              <a:t>Speaker contact info </a:t>
            </a:r>
            <a:br>
              <a:rPr lang="en-US" dirty="0"/>
            </a:br>
            <a:r>
              <a:rPr lang="en-US" dirty="0"/>
              <a:t>(such as email or socials)</a:t>
            </a:r>
          </a:p>
        </p:txBody>
      </p:sp>
      <p:sp>
        <p:nvSpPr>
          <p:cNvPr id="43" name="Title 42">
            <a:extLst>
              <a:ext uri="{FF2B5EF4-FFF2-40B4-BE49-F238E27FC236}">
                <a16:creationId xmlns:a16="http://schemas.microsoft.com/office/drawing/2014/main" id="{0D9B8DBA-78C6-4788-90BB-271D175CD3A8}"/>
              </a:ext>
            </a:extLst>
          </p:cNvPr>
          <p:cNvSpPr>
            <a:spLocks noGrp="1"/>
          </p:cNvSpPr>
          <p:nvPr>
            <p:ph type="title" hasCustomPrompt="1"/>
          </p:nvPr>
        </p:nvSpPr>
        <p:spPr>
          <a:xfrm>
            <a:off x="0" y="-660868"/>
            <a:ext cx="12192000" cy="638175"/>
          </a:xfrm>
          <a:prstGeom prst="rect">
            <a:avLst/>
          </a:prstGeom>
        </p:spPr>
        <p:txBody>
          <a:bodyPr/>
          <a:lstStyle>
            <a:lvl1pPr>
              <a:defRPr>
                <a:solidFill>
                  <a:schemeClr val="bg1">
                    <a:lumMod val="65000"/>
                    <a:lumOff val="35000"/>
                  </a:schemeClr>
                </a:solidFill>
              </a:defRPr>
            </a:lvl1pPr>
          </a:lstStyle>
          <a:p>
            <a:r>
              <a:rPr lang="en-US"/>
              <a:t>Thank you layout</a:t>
            </a:r>
          </a:p>
        </p:txBody>
      </p:sp>
      <p:sp>
        <p:nvSpPr>
          <p:cNvPr id="3" name="TextBox 2">
            <a:extLst>
              <a:ext uri="{FF2B5EF4-FFF2-40B4-BE49-F238E27FC236}">
                <a16:creationId xmlns:a16="http://schemas.microsoft.com/office/drawing/2014/main" id="{B40EF7F8-9F2B-B523-D4B9-FDEDC073F8E5}"/>
              </a:ext>
            </a:extLst>
          </p:cNvPr>
          <p:cNvSpPr txBox="1"/>
          <p:nvPr userDrawn="1"/>
        </p:nvSpPr>
        <p:spPr bwMode="white">
          <a:xfrm>
            <a:off x="419100" y="1900795"/>
            <a:ext cx="5676900" cy="956453"/>
          </a:xfrm>
          <a:prstGeom prst="rect">
            <a:avLst/>
          </a:prstGeom>
          <a:noFill/>
        </p:spPr>
        <p:txBody>
          <a:bodyPr lIns="0" tIns="0" rIns="0" bIns="0"/>
          <a:lstStyle>
            <a:lvl1pPr defTabSz="1097278">
              <a:lnSpc>
                <a:spcPct val="90000"/>
              </a:lnSpc>
              <a:spcBef>
                <a:spcPct val="0"/>
              </a:spcBef>
              <a:buNone/>
              <a:defRPr lang="en-US" sz="6600" b="0" cap="none" spc="-118" baseline="0" dirty="0" smtClean="0">
                <a:ln w="3175">
                  <a:noFill/>
                </a:ln>
                <a:solidFill>
                  <a:schemeClr val="bg1"/>
                </a:solidFill>
                <a:effectLst/>
                <a:latin typeface="Amazon Ember Display Heavy" panose="020F0803020204020204" pitchFamily="34" charset="0"/>
                <a:ea typeface="Amazon Ember Display Heavy" panose="020F0803020204020204" pitchFamily="34" charset="0"/>
                <a:cs typeface="Amazon Ember Display Heavy" panose="020F0803020204020204" pitchFamily="34" charset="0"/>
              </a:defRPr>
            </a:lvl1pPr>
          </a:lstStyle>
          <a:p>
            <a:pPr eaLnBrk="1" fontAlgn="auto" hangingPunct="1">
              <a:spcAft>
                <a:spcPts val="0"/>
              </a:spcAft>
              <a:defRPr/>
            </a:pPr>
            <a:r>
              <a:rPr sz="6600" b="1" i="0" spc="-150" dirty="0">
                <a:solidFill>
                  <a:schemeClr val="tx1"/>
                </a:solidFill>
                <a:latin typeface="+mj-lt"/>
                <a:ea typeface="Amazon Ember Display" panose="020F0603020204020204" pitchFamily="34" charset="0"/>
                <a:cs typeface="Amazon Ember Display" panose="020F0603020204020204" pitchFamily="34" charset="0"/>
              </a:rPr>
              <a:t>Thank you!</a:t>
            </a:r>
          </a:p>
        </p:txBody>
      </p:sp>
      <p:sp>
        <p:nvSpPr>
          <p:cNvPr id="2" name="TextBox 1">
            <a:extLst>
              <a:ext uri="{FF2B5EF4-FFF2-40B4-BE49-F238E27FC236}">
                <a16:creationId xmlns:a16="http://schemas.microsoft.com/office/drawing/2014/main" id="{CB12D1FC-D6F1-F8D9-1A7D-840D19BF30F3}"/>
              </a:ext>
            </a:extLst>
          </p:cNvPr>
          <p:cNvSpPr txBox="1"/>
          <p:nvPr userDrawn="1"/>
        </p:nvSpPr>
        <p:spPr>
          <a:xfrm>
            <a:off x="433635" y="6488495"/>
            <a:ext cx="2849173" cy="276999"/>
          </a:xfrm>
          <a:prstGeom prst="rect">
            <a:avLst/>
          </a:prstGeom>
          <a:noFill/>
        </p:spPr>
        <p:txBody>
          <a:bodyPr wrap="squar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1"/>
                </a:solidFill>
                <a:effectLst/>
                <a:uLnTx/>
                <a:uFillTx/>
                <a:latin typeface="Amazon Ember Display"/>
                <a:ea typeface="+mn-ea"/>
                <a:cs typeface="+mn-cs"/>
              </a:rPr>
              <a:t>Amazon Web Services, AWS, the Powered by AWS logo, and all AWS service names used in this slide deck are trademarks of Amazon.com, Inc. or its affiliates.</a:t>
            </a:r>
          </a:p>
        </p:txBody>
      </p:sp>
      <p:sp>
        <p:nvSpPr>
          <p:cNvPr id="4" name="TextBox 3">
            <a:extLst>
              <a:ext uri="{FF2B5EF4-FFF2-40B4-BE49-F238E27FC236}">
                <a16:creationId xmlns:a16="http://schemas.microsoft.com/office/drawing/2014/main" id="{64DC951A-2FFD-5A4C-096D-F9F9392110DC}"/>
              </a:ext>
            </a:extLst>
          </p:cNvPr>
          <p:cNvSpPr txBox="1"/>
          <p:nvPr userDrawn="1"/>
        </p:nvSpPr>
        <p:spPr>
          <a:xfrm>
            <a:off x="330617" y="6392988"/>
            <a:ext cx="260199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2"/>
                </a:solidFill>
                <a:effectLst/>
                <a:uLnTx/>
                <a:uFillTx/>
                <a:latin typeface="Amazon Ember Display"/>
                <a:ea typeface="+mn-ea"/>
                <a:cs typeface="+mn-cs"/>
              </a:rPr>
              <a:t>© 2026, Amazon Web Services, Inc. or its affiliates. All rights reserved</a:t>
            </a:r>
          </a:p>
        </p:txBody>
      </p:sp>
    </p:spTree>
    <p:extLst>
      <p:ext uri="{BB962C8B-B14F-4D97-AF65-F5344CB8AC3E}">
        <p14:creationId xmlns:p14="http://schemas.microsoft.com/office/powerpoint/2010/main" val="3890755708"/>
      </p:ext>
    </p:extLst>
  </p:cSld>
  <p:clrMapOvr>
    <a:masterClrMapping/>
  </p:clrMapOvr>
  <p:extLst>
    <p:ext uri="{DCECCB84-F9BA-43D5-87BE-67443E8EF086}">
      <p15:sldGuideLst xmlns:p15="http://schemas.microsoft.com/office/powerpoint/2012/main">
        <p15:guide id="1" pos="264">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hank You_gradi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3" name="Title 42">
            <a:extLst>
              <a:ext uri="{FF2B5EF4-FFF2-40B4-BE49-F238E27FC236}">
                <a16:creationId xmlns:a16="http://schemas.microsoft.com/office/drawing/2014/main" id="{0D9B8DBA-78C6-4788-90BB-271D175CD3A8}"/>
              </a:ext>
            </a:extLst>
          </p:cNvPr>
          <p:cNvSpPr>
            <a:spLocks noGrp="1"/>
          </p:cNvSpPr>
          <p:nvPr>
            <p:ph type="title" hasCustomPrompt="1"/>
          </p:nvPr>
        </p:nvSpPr>
        <p:spPr>
          <a:xfrm>
            <a:off x="0" y="-660868"/>
            <a:ext cx="12192000" cy="638175"/>
          </a:xfrm>
          <a:prstGeom prst="rect">
            <a:avLst/>
          </a:prstGeom>
        </p:spPr>
        <p:txBody>
          <a:bodyPr/>
          <a:lstStyle>
            <a:lvl1pPr>
              <a:defRPr>
                <a:solidFill>
                  <a:schemeClr val="bg1">
                    <a:lumMod val="65000"/>
                    <a:lumOff val="35000"/>
                  </a:schemeClr>
                </a:solidFill>
              </a:defRPr>
            </a:lvl1pPr>
          </a:lstStyle>
          <a:p>
            <a:r>
              <a:rPr lang="en-US"/>
              <a:t>Thank you layout</a:t>
            </a:r>
          </a:p>
        </p:txBody>
      </p:sp>
      <p:sp>
        <p:nvSpPr>
          <p:cNvPr id="3" name="TextBox 2">
            <a:extLst>
              <a:ext uri="{FF2B5EF4-FFF2-40B4-BE49-F238E27FC236}">
                <a16:creationId xmlns:a16="http://schemas.microsoft.com/office/drawing/2014/main" id="{B40EF7F8-9F2B-B523-D4B9-FDEDC073F8E5}"/>
              </a:ext>
            </a:extLst>
          </p:cNvPr>
          <p:cNvSpPr txBox="1"/>
          <p:nvPr userDrawn="1"/>
        </p:nvSpPr>
        <p:spPr bwMode="white">
          <a:xfrm>
            <a:off x="419100" y="1900795"/>
            <a:ext cx="5676900" cy="956453"/>
          </a:xfrm>
          <a:prstGeom prst="rect">
            <a:avLst/>
          </a:prstGeom>
          <a:noFill/>
        </p:spPr>
        <p:txBody>
          <a:bodyPr lIns="0" tIns="0" rIns="0" bIns="0"/>
          <a:lstStyle>
            <a:lvl1pPr defTabSz="1097278">
              <a:lnSpc>
                <a:spcPct val="90000"/>
              </a:lnSpc>
              <a:spcBef>
                <a:spcPct val="0"/>
              </a:spcBef>
              <a:buNone/>
              <a:defRPr lang="en-US" sz="6600" b="0" cap="none" spc="-118" baseline="0" dirty="0" smtClean="0">
                <a:ln w="3175">
                  <a:noFill/>
                </a:ln>
                <a:solidFill>
                  <a:schemeClr val="bg1"/>
                </a:solidFill>
                <a:effectLst/>
                <a:latin typeface="Amazon Ember Display Heavy" panose="020F0803020204020204" pitchFamily="34" charset="0"/>
                <a:ea typeface="Amazon Ember Display Heavy" panose="020F0803020204020204" pitchFamily="34" charset="0"/>
                <a:cs typeface="Amazon Ember Display Heavy" panose="020F0803020204020204" pitchFamily="34" charset="0"/>
              </a:defRPr>
            </a:lvl1pPr>
          </a:lstStyle>
          <a:p>
            <a:pPr eaLnBrk="1" fontAlgn="auto" hangingPunct="1">
              <a:spcAft>
                <a:spcPts val="0"/>
              </a:spcAft>
              <a:defRPr/>
            </a:pPr>
            <a:r>
              <a:rPr sz="6600" b="1" i="0" spc="-150" dirty="0">
                <a:solidFill>
                  <a:schemeClr val="tx1"/>
                </a:solidFill>
                <a:latin typeface="+mj-lt"/>
                <a:ea typeface="Amazon Ember Display" panose="020F0603020204020204" pitchFamily="34" charset="0"/>
                <a:cs typeface="Amazon Ember Display" panose="020F0603020204020204" pitchFamily="34" charset="0"/>
              </a:rPr>
              <a:t>Thank you!</a:t>
            </a:r>
          </a:p>
        </p:txBody>
      </p:sp>
      <p:sp>
        <p:nvSpPr>
          <p:cNvPr id="2" name="TextBox 1">
            <a:extLst>
              <a:ext uri="{FF2B5EF4-FFF2-40B4-BE49-F238E27FC236}">
                <a16:creationId xmlns:a16="http://schemas.microsoft.com/office/drawing/2014/main" id="{CB12D1FC-D6F1-F8D9-1A7D-840D19BF30F3}"/>
              </a:ext>
            </a:extLst>
          </p:cNvPr>
          <p:cNvSpPr txBox="1"/>
          <p:nvPr userDrawn="1"/>
        </p:nvSpPr>
        <p:spPr>
          <a:xfrm>
            <a:off x="433635" y="6488495"/>
            <a:ext cx="2849173" cy="276999"/>
          </a:xfrm>
          <a:prstGeom prst="rect">
            <a:avLst/>
          </a:prstGeom>
          <a:noFill/>
        </p:spPr>
        <p:txBody>
          <a:bodyPr wrap="squar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1"/>
                </a:solidFill>
                <a:effectLst/>
                <a:uLnTx/>
                <a:uFillTx/>
                <a:latin typeface="Amazon Ember Display"/>
                <a:ea typeface="+mn-ea"/>
                <a:cs typeface="+mn-cs"/>
              </a:rPr>
              <a:t>Amazon Web Services, AWS, the Powered by AWS logo, and all AWS service names used in this slide deck are trademarks of Amazon.com, Inc. or its affiliates.</a:t>
            </a:r>
          </a:p>
        </p:txBody>
      </p:sp>
      <p:sp>
        <p:nvSpPr>
          <p:cNvPr id="4" name="TextBox 3">
            <a:extLst>
              <a:ext uri="{FF2B5EF4-FFF2-40B4-BE49-F238E27FC236}">
                <a16:creationId xmlns:a16="http://schemas.microsoft.com/office/drawing/2014/main" id="{64DC951A-2FFD-5A4C-096D-F9F9392110DC}"/>
              </a:ext>
            </a:extLst>
          </p:cNvPr>
          <p:cNvSpPr txBox="1"/>
          <p:nvPr userDrawn="1"/>
        </p:nvSpPr>
        <p:spPr>
          <a:xfrm>
            <a:off x="330617" y="6392988"/>
            <a:ext cx="260199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2"/>
                </a:solidFill>
                <a:effectLst/>
                <a:uLnTx/>
                <a:uFillTx/>
                <a:latin typeface="Amazon Ember Display"/>
                <a:ea typeface="+mn-ea"/>
                <a:cs typeface="+mn-cs"/>
              </a:rPr>
              <a:t>© 2026, Amazon Web Services, Inc. or its affiliates. All rights reserved</a:t>
            </a:r>
          </a:p>
        </p:txBody>
      </p:sp>
      <p:sp>
        <p:nvSpPr>
          <p:cNvPr id="8" name="Text Placeholder 10">
            <a:extLst>
              <a:ext uri="{FF2B5EF4-FFF2-40B4-BE49-F238E27FC236}">
                <a16:creationId xmlns:a16="http://schemas.microsoft.com/office/drawing/2014/main" id="{5D8F2C03-908A-4494-8E3C-8FABEA3AF7DE}"/>
              </a:ext>
            </a:extLst>
          </p:cNvPr>
          <p:cNvSpPr>
            <a:spLocks noGrp="1"/>
          </p:cNvSpPr>
          <p:nvPr>
            <p:ph type="body" sz="quarter" idx="10" hasCustomPrompt="1"/>
          </p:nvPr>
        </p:nvSpPr>
        <p:spPr>
          <a:xfrm>
            <a:off x="431800" y="3453368"/>
            <a:ext cx="3703320" cy="369332"/>
          </a:xfrm>
          <a:prstGeom prst="rect">
            <a:avLst/>
          </a:prstGeom>
        </p:spPr>
        <p:txBody>
          <a:bodyPr anchor="b"/>
          <a:lstStyle>
            <a:lvl1pPr marL="0" indent="0">
              <a:buNone/>
              <a:defRPr sz="2000" b="1"/>
            </a:lvl1pPr>
          </a:lstStyle>
          <a:p>
            <a:pPr lvl="0"/>
            <a:r>
              <a:rPr lang="en-US" dirty="0"/>
              <a:t>Speaker name (pronouns)</a:t>
            </a:r>
          </a:p>
        </p:txBody>
      </p:sp>
      <p:sp>
        <p:nvSpPr>
          <p:cNvPr id="9" name="Text Placeholder 12">
            <a:extLst>
              <a:ext uri="{FF2B5EF4-FFF2-40B4-BE49-F238E27FC236}">
                <a16:creationId xmlns:a16="http://schemas.microsoft.com/office/drawing/2014/main" id="{C89F2AAE-73B0-4553-997B-38BDFD6F6ECF}"/>
              </a:ext>
            </a:extLst>
          </p:cNvPr>
          <p:cNvSpPr>
            <a:spLocks noGrp="1"/>
          </p:cNvSpPr>
          <p:nvPr>
            <p:ph type="body" sz="quarter" idx="11" hasCustomPrompt="1"/>
          </p:nvPr>
        </p:nvSpPr>
        <p:spPr>
          <a:xfrm>
            <a:off x="431800" y="3835400"/>
            <a:ext cx="3703320" cy="1128486"/>
          </a:xfrm>
          <a:prstGeom prst="rect">
            <a:avLst/>
          </a:prstGeom>
        </p:spPr>
        <p:txBody>
          <a:bodyPr>
            <a:noAutofit/>
          </a:bodyPr>
          <a:lstStyle>
            <a:lvl1pPr marL="0" indent="0">
              <a:lnSpc>
                <a:spcPct val="100000"/>
              </a:lnSpc>
              <a:spcAft>
                <a:spcPts val="600"/>
              </a:spcAft>
              <a:buNone/>
              <a:defRPr sz="1800"/>
            </a:lvl1pPr>
          </a:lstStyle>
          <a:p>
            <a:pPr lvl="0"/>
            <a:r>
              <a:rPr lang="en-US" dirty="0"/>
              <a:t>Speaker contact info </a:t>
            </a:r>
            <a:br>
              <a:rPr lang="en-US" dirty="0"/>
            </a:br>
            <a:r>
              <a:rPr lang="en-US" dirty="0"/>
              <a:t>(such as email or socials)</a:t>
            </a:r>
          </a:p>
        </p:txBody>
      </p:sp>
    </p:spTree>
    <p:extLst>
      <p:ext uri="{BB962C8B-B14F-4D97-AF65-F5344CB8AC3E}">
        <p14:creationId xmlns:p14="http://schemas.microsoft.com/office/powerpoint/2010/main" val="2007779795"/>
      </p:ext>
    </p:extLst>
  </p:cSld>
  <p:clrMapOvr>
    <a:masterClrMapping/>
  </p:clrMapOvr>
  <p:extLst>
    <p:ext uri="{DCECCB84-F9BA-43D5-87BE-67443E8EF086}">
      <p15:sldGuideLst xmlns:p15="http://schemas.microsoft.com/office/powerpoint/2012/main">
        <p15:guide id="1" pos="264">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hank You_gradi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3" name="Title 42">
            <a:extLst>
              <a:ext uri="{FF2B5EF4-FFF2-40B4-BE49-F238E27FC236}">
                <a16:creationId xmlns:a16="http://schemas.microsoft.com/office/drawing/2014/main" id="{0D9B8DBA-78C6-4788-90BB-271D175CD3A8}"/>
              </a:ext>
            </a:extLst>
          </p:cNvPr>
          <p:cNvSpPr>
            <a:spLocks noGrp="1"/>
          </p:cNvSpPr>
          <p:nvPr>
            <p:ph type="title" hasCustomPrompt="1"/>
          </p:nvPr>
        </p:nvSpPr>
        <p:spPr>
          <a:xfrm>
            <a:off x="0" y="-660868"/>
            <a:ext cx="12192000" cy="638175"/>
          </a:xfrm>
          <a:prstGeom prst="rect">
            <a:avLst/>
          </a:prstGeom>
        </p:spPr>
        <p:txBody>
          <a:bodyPr/>
          <a:lstStyle>
            <a:lvl1pPr>
              <a:defRPr>
                <a:solidFill>
                  <a:schemeClr val="bg1">
                    <a:lumMod val="65000"/>
                    <a:lumOff val="35000"/>
                  </a:schemeClr>
                </a:solidFill>
              </a:defRPr>
            </a:lvl1pPr>
          </a:lstStyle>
          <a:p>
            <a:r>
              <a:rPr lang="en-US"/>
              <a:t>Thank you layout</a:t>
            </a:r>
          </a:p>
        </p:txBody>
      </p:sp>
      <p:sp>
        <p:nvSpPr>
          <p:cNvPr id="3" name="TextBox 2">
            <a:extLst>
              <a:ext uri="{FF2B5EF4-FFF2-40B4-BE49-F238E27FC236}">
                <a16:creationId xmlns:a16="http://schemas.microsoft.com/office/drawing/2014/main" id="{B40EF7F8-9F2B-B523-D4B9-FDEDC073F8E5}"/>
              </a:ext>
            </a:extLst>
          </p:cNvPr>
          <p:cNvSpPr txBox="1"/>
          <p:nvPr userDrawn="1"/>
        </p:nvSpPr>
        <p:spPr bwMode="white">
          <a:xfrm>
            <a:off x="419100" y="1900795"/>
            <a:ext cx="5676900" cy="956453"/>
          </a:xfrm>
          <a:prstGeom prst="rect">
            <a:avLst/>
          </a:prstGeom>
          <a:noFill/>
        </p:spPr>
        <p:txBody>
          <a:bodyPr lIns="0" tIns="0" rIns="0" bIns="0"/>
          <a:lstStyle>
            <a:lvl1pPr defTabSz="1097278">
              <a:lnSpc>
                <a:spcPct val="90000"/>
              </a:lnSpc>
              <a:spcBef>
                <a:spcPct val="0"/>
              </a:spcBef>
              <a:buNone/>
              <a:defRPr lang="en-US" sz="6600" b="0" cap="none" spc="-118" baseline="0" dirty="0" smtClean="0">
                <a:ln w="3175">
                  <a:noFill/>
                </a:ln>
                <a:solidFill>
                  <a:schemeClr val="bg1"/>
                </a:solidFill>
                <a:effectLst/>
                <a:latin typeface="Amazon Ember Display Heavy" panose="020F0803020204020204" pitchFamily="34" charset="0"/>
                <a:ea typeface="Amazon Ember Display Heavy" panose="020F0803020204020204" pitchFamily="34" charset="0"/>
                <a:cs typeface="Amazon Ember Display Heavy" panose="020F0803020204020204" pitchFamily="34" charset="0"/>
              </a:defRPr>
            </a:lvl1pPr>
          </a:lstStyle>
          <a:p>
            <a:pPr eaLnBrk="1" fontAlgn="auto" hangingPunct="1">
              <a:spcAft>
                <a:spcPts val="0"/>
              </a:spcAft>
              <a:defRPr/>
            </a:pPr>
            <a:r>
              <a:rPr sz="6600" b="1" i="0" spc="-150" dirty="0">
                <a:solidFill>
                  <a:schemeClr val="tx1"/>
                </a:solidFill>
                <a:latin typeface="+mj-lt"/>
                <a:ea typeface="Amazon Ember Display" panose="020F0603020204020204" pitchFamily="34" charset="0"/>
                <a:cs typeface="Amazon Ember Display" panose="020F0603020204020204" pitchFamily="34" charset="0"/>
              </a:rPr>
              <a:t>Thank you!</a:t>
            </a:r>
          </a:p>
        </p:txBody>
      </p:sp>
      <p:sp>
        <p:nvSpPr>
          <p:cNvPr id="2" name="TextBox 1">
            <a:extLst>
              <a:ext uri="{FF2B5EF4-FFF2-40B4-BE49-F238E27FC236}">
                <a16:creationId xmlns:a16="http://schemas.microsoft.com/office/drawing/2014/main" id="{CB12D1FC-D6F1-F8D9-1A7D-840D19BF30F3}"/>
              </a:ext>
            </a:extLst>
          </p:cNvPr>
          <p:cNvSpPr txBox="1"/>
          <p:nvPr userDrawn="1"/>
        </p:nvSpPr>
        <p:spPr>
          <a:xfrm>
            <a:off x="433635" y="6488495"/>
            <a:ext cx="2849173" cy="276999"/>
          </a:xfrm>
          <a:prstGeom prst="rect">
            <a:avLst/>
          </a:prstGeom>
          <a:noFill/>
        </p:spPr>
        <p:txBody>
          <a:bodyPr wrap="squar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1"/>
                </a:solidFill>
                <a:effectLst/>
                <a:uLnTx/>
                <a:uFillTx/>
                <a:latin typeface="Amazon Ember Display"/>
                <a:ea typeface="+mn-ea"/>
                <a:cs typeface="+mn-cs"/>
              </a:rPr>
              <a:t>Amazon Web Services, AWS, the Powered by AWS logo, and all AWS service names used in this slide deck are trademarks of Amazon.com, Inc. or its affiliates.</a:t>
            </a:r>
          </a:p>
        </p:txBody>
      </p:sp>
      <p:sp>
        <p:nvSpPr>
          <p:cNvPr id="4" name="TextBox 3">
            <a:extLst>
              <a:ext uri="{FF2B5EF4-FFF2-40B4-BE49-F238E27FC236}">
                <a16:creationId xmlns:a16="http://schemas.microsoft.com/office/drawing/2014/main" id="{64DC951A-2FFD-5A4C-096D-F9F9392110DC}"/>
              </a:ext>
            </a:extLst>
          </p:cNvPr>
          <p:cNvSpPr txBox="1"/>
          <p:nvPr userDrawn="1"/>
        </p:nvSpPr>
        <p:spPr>
          <a:xfrm>
            <a:off x="330617" y="6392988"/>
            <a:ext cx="260199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2"/>
                </a:solidFill>
                <a:effectLst/>
                <a:uLnTx/>
                <a:uFillTx/>
                <a:latin typeface="Amazon Ember Display"/>
                <a:ea typeface="+mn-ea"/>
                <a:cs typeface="+mn-cs"/>
              </a:rPr>
              <a:t>© 2026, Amazon Web Services, Inc. or its affiliates. All rights reserved</a:t>
            </a:r>
          </a:p>
        </p:txBody>
      </p:sp>
      <p:sp>
        <p:nvSpPr>
          <p:cNvPr id="8" name="Text Placeholder 10">
            <a:extLst>
              <a:ext uri="{FF2B5EF4-FFF2-40B4-BE49-F238E27FC236}">
                <a16:creationId xmlns:a16="http://schemas.microsoft.com/office/drawing/2014/main" id="{085A13E1-A54D-45D1-BF75-AB17A9E234FA}"/>
              </a:ext>
            </a:extLst>
          </p:cNvPr>
          <p:cNvSpPr>
            <a:spLocks noGrp="1"/>
          </p:cNvSpPr>
          <p:nvPr>
            <p:ph type="body" sz="quarter" idx="10" hasCustomPrompt="1"/>
          </p:nvPr>
        </p:nvSpPr>
        <p:spPr>
          <a:xfrm>
            <a:off x="431800" y="3453368"/>
            <a:ext cx="3703320" cy="369332"/>
          </a:xfrm>
          <a:prstGeom prst="rect">
            <a:avLst/>
          </a:prstGeom>
        </p:spPr>
        <p:txBody>
          <a:bodyPr anchor="b"/>
          <a:lstStyle>
            <a:lvl1pPr marL="0" indent="0">
              <a:buNone/>
              <a:defRPr sz="2000" b="1"/>
            </a:lvl1pPr>
          </a:lstStyle>
          <a:p>
            <a:pPr lvl="0"/>
            <a:r>
              <a:rPr lang="en-US" dirty="0"/>
              <a:t>Speaker name (pronouns)</a:t>
            </a:r>
          </a:p>
        </p:txBody>
      </p:sp>
      <p:sp>
        <p:nvSpPr>
          <p:cNvPr id="9" name="Text Placeholder 12">
            <a:extLst>
              <a:ext uri="{FF2B5EF4-FFF2-40B4-BE49-F238E27FC236}">
                <a16:creationId xmlns:a16="http://schemas.microsoft.com/office/drawing/2014/main" id="{4F92D30E-C60C-44F7-A554-C9D1F7EACEBE}"/>
              </a:ext>
            </a:extLst>
          </p:cNvPr>
          <p:cNvSpPr>
            <a:spLocks noGrp="1"/>
          </p:cNvSpPr>
          <p:nvPr>
            <p:ph type="body" sz="quarter" idx="11" hasCustomPrompt="1"/>
          </p:nvPr>
        </p:nvSpPr>
        <p:spPr>
          <a:xfrm>
            <a:off x="431800" y="3835400"/>
            <a:ext cx="3703320" cy="1128486"/>
          </a:xfrm>
          <a:prstGeom prst="rect">
            <a:avLst/>
          </a:prstGeom>
        </p:spPr>
        <p:txBody>
          <a:bodyPr>
            <a:noAutofit/>
          </a:bodyPr>
          <a:lstStyle>
            <a:lvl1pPr marL="0" indent="0">
              <a:lnSpc>
                <a:spcPct val="100000"/>
              </a:lnSpc>
              <a:spcAft>
                <a:spcPts val="600"/>
              </a:spcAft>
              <a:buNone/>
              <a:defRPr sz="1800"/>
            </a:lvl1pPr>
          </a:lstStyle>
          <a:p>
            <a:pPr lvl="0"/>
            <a:r>
              <a:rPr lang="en-US" dirty="0"/>
              <a:t>Speaker contact info </a:t>
            </a:r>
            <a:br>
              <a:rPr lang="en-US" dirty="0"/>
            </a:br>
            <a:r>
              <a:rPr lang="en-US" dirty="0"/>
              <a:t>(such as email or socials)</a:t>
            </a:r>
          </a:p>
        </p:txBody>
      </p:sp>
    </p:spTree>
    <p:extLst>
      <p:ext uri="{BB962C8B-B14F-4D97-AF65-F5344CB8AC3E}">
        <p14:creationId xmlns:p14="http://schemas.microsoft.com/office/powerpoint/2010/main" val="2209768125"/>
      </p:ext>
    </p:extLst>
  </p:cSld>
  <p:clrMapOvr>
    <a:masterClrMapping/>
  </p:clrMapOvr>
  <p:extLst>
    <p:ext uri="{DCECCB84-F9BA-43D5-87BE-67443E8EF086}">
      <p15:sldGuideLst xmlns:p15="http://schemas.microsoft.com/office/powerpoint/2012/main">
        <p15:guide id="1" pos="264">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End of Template">
    <p:spTree>
      <p:nvGrpSpPr>
        <p:cNvPr id="1" name=""/>
        <p:cNvGrpSpPr/>
        <p:nvPr/>
      </p:nvGrpSpPr>
      <p:grpSpPr>
        <a:xfrm>
          <a:off x="0" y="0"/>
          <a:ext cx="0" cy="0"/>
          <a:chOff x="0" y="0"/>
          <a:chExt cx="0" cy="0"/>
        </a:xfrm>
      </p:grpSpPr>
      <p:pic>
        <p:nvPicPr>
          <p:cNvPr id="7" name="Graphic 6" descr="Stop sign">
            <a:extLst>
              <a:ext uri="{FF2B5EF4-FFF2-40B4-BE49-F238E27FC236}">
                <a16:creationId xmlns:a16="http://schemas.microsoft.com/office/drawing/2014/main" id="{D8BDC3FF-1738-461C-B98B-AC108F0BBD7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57250" y="1533524"/>
            <a:ext cx="2628900" cy="2628900"/>
          </a:xfrm>
          <a:prstGeom prst="rect">
            <a:avLst/>
          </a:prstGeom>
        </p:spPr>
      </p:pic>
      <p:sp>
        <p:nvSpPr>
          <p:cNvPr id="2" name="TextBox 1">
            <a:extLst>
              <a:ext uri="{FF2B5EF4-FFF2-40B4-BE49-F238E27FC236}">
                <a16:creationId xmlns:a16="http://schemas.microsoft.com/office/drawing/2014/main" id="{A8E4803B-1950-E31A-1640-76EE0564F821}"/>
              </a:ext>
            </a:extLst>
          </p:cNvPr>
          <p:cNvSpPr txBox="1"/>
          <p:nvPr userDrawn="1"/>
        </p:nvSpPr>
        <p:spPr>
          <a:xfrm>
            <a:off x="3486150" y="1798617"/>
            <a:ext cx="7785100" cy="4067011"/>
          </a:xfrm>
          <a:prstGeom prst="rect">
            <a:avLst/>
          </a:prstGeom>
          <a:noFill/>
        </p:spPr>
        <p:txBody>
          <a:bodyPr wrap="square" rtlCol="0">
            <a:spAutoFit/>
          </a:bodyPr>
          <a:lstStyle/>
          <a:p>
            <a:pPr algn="l">
              <a:lnSpc>
                <a:spcPct val="80000"/>
              </a:lnSpc>
            </a:pPr>
            <a:r>
              <a:rPr lang="en-US" sz="6600" b="1" i="0" dirty="0">
                <a:latin typeface="Amazon Ember Display" panose="020F0603020204020204" pitchFamily="34" charset="0"/>
                <a:ea typeface="Amazon Ember Display" panose="020F0603020204020204" pitchFamily="34" charset="0"/>
                <a:cs typeface="Amazon Ember Display" panose="020F0603020204020204" pitchFamily="34" charset="0"/>
              </a:rPr>
              <a:t>Do not use layouts after this slide.</a:t>
            </a:r>
            <a:endParaRPr lang="en-US" sz="6600" b="1" i="0" dirty="0">
              <a:latin typeface="Amazon Ember Display Heavy" panose="020F0603020204020204" pitchFamily="34" charset="0"/>
              <a:ea typeface="Amazon Ember Display Heavy" panose="020F0603020204020204" pitchFamily="34" charset="0"/>
              <a:cs typeface="Amazon Ember Display Heavy" panose="020F0603020204020204" pitchFamily="34" charset="0"/>
            </a:endParaRPr>
          </a:p>
          <a:p>
            <a:pPr algn="l">
              <a:lnSpc>
                <a:spcPct val="80000"/>
              </a:lnSpc>
              <a:spcBef>
                <a:spcPts val="600"/>
              </a:spcBef>
            </a:pPr>
            <a:r>
              <a:rPr lang="en-US" sz="2400" b="1" i="0" dirty="0">
                <a:latin typeface="+mn-lt"/>
                <a:ea typeface="Amazon Ember Display Medium" panose="020F0603020204020204" pitchFamily="34" charset="0"/>
                <a:cs typeface="Amazon Ember Display Medium" panose="020F0603020204020204" pitchFamily="34" charset="0"/>
              </a:rPr>
              <a:t>They might be included because a previous template’s styles were ported in and are not part of this official template. Please apply appropriate templates to the slides in presentation mode that are using other templates, and then remove the slides that follow after this slide in the master view. </a:t>
            </a:r>
            <a:r>
              <a:rPr lang="en-US" sz="2000" b="0" i="0" dirty="0">
                <a:latin typeface="+mn-lt"/>
                <a:ea typeface="Amazon Ember Display Medium" panose="020F0603020204020204" pitchFamily="34" charset="0"/>
                <a:cs typeface="Amazon Ember Display Medium" panose="020F0603020204020204" pitchFamily="34" charset="0"/>
              </a:rPr>
              <a:t>(Hint: Hover over slide in master view TOC to see which presentation slide includes the layout.)</a:t>
            </a:r>
          </a:p>
        </p:txBody>
      </p:sp>
    </p:spTree>
    <p:extLst>
      <p:ext uri="{BB962C8B-B14F-4D97-AF65-F5344CB8AC3E}">
        <p14:creationId xmlns:p14="http://schemas.microsoft.com/office/powerpoint/2010/main" val="21046202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2.sv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5">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043B4F-E335-D57A-3E25-25F0F5F04021}"/>
              </a:ext>
            </a:extLst>
          </p:cNvPr>
          <p:cNvSpPr/>
          <p:nvPr userDrawn="1"/>
        </p:nvSpPr>
        <p:spPr>
          <a:xfrm>
            <a:off x="0" y="0"/>
            <a:ext cx="80304" cy="6858000"/>
          </a:xfrm>
          <a:prstGeom prst="rect">
            <a:avLst/>
          </a:prstGeom>
          <a:gradFill flip="none" rotWithShape="1">
            <a:gsLst>
              <a:gs pos="0">
                <a:schemeClr val="accent6"/>
              </a:gs>
              <a:gs pos="40000">
                <a:schemeClr val="accent1"/>
              </a:gs>
              <a:gs pos="10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5" name="Title Placeholder 1">
            <a:extLst>
              <a:ext uri="{FF2B5EF4-FFF2-40B4-BE49-F238E27FC236}">
                <a16:creationId xmlns:a16="http://schemas.microsoft.com/office/drawing/2014/main" id="{4DFFD08F-49D6-8825-ABAB-CF8590FC67EC}"/>
              </a:ext>
            </a:extLst>
          </p:cNvPr>
          <p:cNvSpPr>
            <a:spLocks noGrp="1"/>
          </p:cNvSpPr>
          <p:nvPr>
            <p:ph type="title"/>
          </p:nvPr>
        </p:nvSpPr>
        <p:spPr>
          <a:xfrm>
            <a:off x="425038" y="355015"/>
            <a:ext cx="11430001" cy="638175"/>
          </a:xfrm>
          <a:prstGeom prst="rect">
            <a:avLst/>
          </a:prstGeom>
        </p:spPr>
        <p:txBody>
          <a:bodyPr vert="horz" lIns="0" tIns="91440" rIns="0" bIns="45720" rtlCol="0" anchor="t" anchorCtr="0">
            <a:noAutofit/>
          </a:bodyPr>
          <a:lstStyle/>
          <a:p>
            <a:r>
              <a:rPr lang="en-US" dirty="0"/>
              <a:t>Click to add slide title</a:t>
            </a:r>
          </a:p>
        </p:txBody>
      </p:sp>
      <p:sp>
        <p:nvSpPr>
          <p:cNvPr id="26" name="Text Placeholder 2">
            <a:extLst>
              <a:ext uri="{FF2B5EF4-FFF2-40B4-BE49-F238E27FC236}">
                <a16:creationId xmlns:a16="http://schemas.microsoft.com/office/drawing/2014/main" id="{6BF5023C-9DDF-2272-283E-FA3171F1D1CA}"/>
              </a:ext>
            </a:extLst>
          </p:cNvPr>
          <p:cNvSpPr>
            <a:spLocks noGrp="1"/>
          </p:cNvSpPr>
          <p:nvPr>
            <p:ph type="body" idx="1"/>
          </p:nvPr>
        </p:nvSpPr>
        <p:spPr>
          <a:xfrm>
            <a:off x="425038" y="1384288"/>
            <a:ext cx="11430001" cy="2049792"/>
          </a:xfrm>
          <a:prstGeom prst="rect">
            <a:avLst/>
          </a:prstGeom>
        </p:spPr>
        <p:txBody>
          <a:bodyPr vert="horz" wrap="square" lIns="0" tIns="45720" rIns="0" bIns="4572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4F8350E7-DE5E-424F-193F-B0B7E497C76E}"/>
              </a:ext>
            </a:extLst>
          </p:cNvPr>
          <p:cNvSpPr txBox="1"/>
          <p:nvPr userDrawn="1"/>
        </p:nvSpPr>
        <p:spPr>
          <a:xfrm>
            <a:off x="1141084" y="6389813"/>
            <a:ext cx="2601994" cy="184666"/>
          </a:xfrm>
          <a:prstGeom prst="rect">
            <a:avLst/>
          </a:prstGeom>
          <a:noFill/>
        </p:spPr>
        <p:txBody>
          <a:bodyPr wrap="none" rtlCol="0">
            <a:spAutoFit/>
          </a:bodyPr>
          <a:lstStyle/>
          <a:p>
            <a:pPr algn="l"/>
            <a:r>
              <a:rPr lang="en-US" sz="600" dirty="0"/>
              <a:t>© 2025, Amazon Web Services, Inc. or its affiliates. All rights reserved</a:t>
            </a:r>
          </a:p>
        </p:txBody>
      </p:sp>
      <p:pic>
        <p:nvPicPr>
          <p:cNvPr id="4" name="Graphic 3">
            <a:extLst>
              <a:ext uri="{FF2B5EF4-FFF2-40B4-BE49-F238E27FC236}">
                <a16:creationId xmlns:a16="http://schemas.microsoft.com/office/drawing/2014/main" id="{73FC4BCD-ABB6-7FA3-A193-74E9AE31B03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419100" y="6338002"/>
            <a:ext cx="388818" cy="232516"/>
          </a:xfrm>
          <a:prstGeom prst="rect">
            <a:avLst/>
          </a:prstGeom>
        </p:spPr>
      </p:pic>
      <p:sp>
        <p:nvSpPr>
          <p:cNvPr id="3" name="Slide Number Placeholder 5">
            <a:extLst>
              <a:ext uri="{FF2B5EF4-FFF2-40B4-BE49-F238E27FC236}">
                <a16:creationId xmlns:a16="http://schemas.microsoft.com/office/drawing/2014/main" id="{3ABA085A-53A6-74B9-1246-7DC81F49AA7C}"/>
              </a:ext>
            </a:extLst>
          </p:cNvPr>
          <p:cNvSpPr txBox="1">
            <a:spLocks/>
          </p:cNvSpPr>
          <p:nvPr userDrawn="1"/>
        </p:nvSpPr>
        <p:spPr>
          <a:xfrm>
            <a:off x="9105900" y="6348151"/>
            <a:ext cx="2743200" cy="365125"/>
          </a:xfrm>
          <a:prstGeom prst="rect">
            <a:avLst/>
          </a:prstGeom>
        </p:spPr>
        <p:txBody>
          <a:bodyPr vert="horz" lIns="0" tIns="0" rIns="0" bIns="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03246-BBCE-4F0A-BCDC-08FC4C52637D}" type="slidenum">
              <a:rPr lang="en-US" smtClean="0"/>
              <a:pPr/>
              <a:t>‹#›</a:t>
            </a:fld>
            <a:endParaRPr lang="en-US"/>
          </a:p>
        </p:txBody>
      </p:sp>
    </p:spTree>
    <p:extLst>
      <p:ext uri="{BB962C8B-B14F-4D97-AF65-F5344CB8AC3E}">
        <p14:creationId xmlns:p14="http://schemas.microsoft.com/office/powerpoint/2010/main" val="1432581121"/>
      </p:ext>
    </p:extLst>
  </p:cSld>
  <p:clrMap bg1="dk1" tx1="lt1" bg2="dk2" tx2="lt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9" r:id="rId5"/>
    <p:sldLayoutId id="2147483900" r:id="rId6"/>
    <p:sldLayoutId id="2147483901" r:id="rId7"/>
    <p:sldLayoutId id="2147483902" r:id="rId8"/>
    <p:sldLayoutId id="2147483905" r:id="rId9"/>
    <p:sldLayoutId id="2147483903" r:id="rId10"/>
    <p:sldLayoutId id="2147483904" r:id="rId11"/>
    <p:sldLayoutId id="2147483906" r:id="rId12"/>
    <p:sldLayoutId id="2147483907" r:id="rId13"/>
    <p:sldLayoutId id="2147483908" r:id="rId14"/>
    <p:sldLayoutId id="2147483911" r:id="rId15"/>
    <p:sldLayoutId id="2147483912" r:id="rId16"/>
    <p:sldLayoutId id="2147483913" r:id="rId17"/>
    <p:sldLayoutId id="2147483914" r:id="rId18"/>
    <p:sldLayoutId id="2147483916" r:id="rId19"/>
    <p:sldLayoutId id="2147483918" r:id="rId20"/>
    <p:sldLayoutId id="2147483919" r:id="rId21"/>
    <p:sldLayoutId id="2147483920" r:id="rId22"/>
    <p:sldLayoutId id="2147483921" r:id="rId23"/>
    <p:sldLayoutId id="2147483922" r:id="rId24"/>
    <p:sldLayoutId id="2147483923" r:id="rId25"/>
    <p:sldLayoutId id="2147483924" r:id="rId26"/>
    <p:sldLayoutId id="2147483925" r:id="rId27"/>
    <p:sldLayoutId id="2147483926" r:id="rId28"/>
    <p:sldLayoutId id="2147483927" r:id="rId29"/>
    <p:sldLayoutId id="2147483928" r:id="rId30"/>
    <p:sldLayoutId id="2147483929" r:id="rId31"/>
    <p:sldLayoutId id="2147483930" r:id="rId32"/>
    <p:sldLayoutId id="2147483931" r:id="rId33"/>
    <p:sldLayoutId id="2147483932" r:id="rId34"/>
    <p:sldLayoutId id="2147483933" r:id="rId35"/>
    <p:sldLayoutId id="2147483934" r:id="rId36"/>
    <p:sldLayoutId id="2147483935" r:id="rId37"/>
    <p:sldLayoutId id="2147483937" r:id="rId38"/>
    <p:sldLayoutId id="2147483938" r:id="rId39"/>
    <p:sldLayoutId id="2147483939" r:id="rId40"/>
    <p:sldLayoutId id="2147483940" r:id="rId41"/>
    <p:sldLayoutId id="2147483941" r:id="rId42"/>
    <p:sldLayoutId id="2147483942" r:id="rId43"/>
    <p:sldLayoutId id="2147483943" r:id="rId44"/>
    <p:sldLayoutId id="2147483950" r:id="rId45"/>
    <p:sldLayoutId id="2147483951" r:id="rId46"/>
    <p:sldLayoutId id="2147483952" r:id="rId47"/>
    <p:sldLayoutId id="2147483953" r:id="rId48"/>
    <p:sldLayoutId id="2147483954" r:id="rId49"/>
    <p:sldLayoutId id="2147483955" r:id="rId50"/>
    <p:sldLayoutId id="2147483956" r:id="rId51"/>
    <p:sldLayoutId id="2147483964" r:id="rId52"/>
    <p:sldLayoutId id="2147483947" r:id="rId53"/>
    <p:sldLayoutId id="2147483948" r:id="rId54"/>
    <p:sldLayoutId id="2147483949" r:id="rId55"/>
    <p:sldLayoutId id="2147483946" r:id="rId56"/>
    <p:sldLayoutId id="2147483960" r:id="rId57"/>
    <p:sldLayoutId id="2147483961" r:id="rId58"/>
    <p:sldLayoutId id="2147483967" r:id="rId59"/>
    <p:sldLayoutId id="2147483962" r:id="rId60"/>
    <p:sldLayoutId id="2147483965" r:id="rId61"/>
    <p:sldLayoutId id="2147483966" r:id="rId62"/>
    <p:sldLayoutId id="2147483963" r:id="rId63"/>
  </p:sldLayoutIdLst>
  <p:hf hdr="0" ftr="0" dt="0"/>
  <p:txStyles>
    <p:titleStyle>
      <a:lvl1pPr algn="l" defTabSz="914400" rtl="0" eaLnBrk="1" latinLnBrk="0" hangingPunct="1">
        <a:lnSpc>
          <a:spcPct val="90000"/>
        </a:lnSpc>
        <a:spcBef>
          <a:spcPct val="0"/>
        </a:spcBef>
        <a:buNone/>
        <a:defRPr sz="3200" b="1" kern="1200" spc="0" baseline="0">
          <a:solidFill>
            <a:schemeClr val="tx1"/>
          </a:solidFill>
          <a:latin typeface="+mj-lt"/>
          <a:ea typeface="+mj-ea"/>
          <a:cs typeface="+mj-cs"/>
        </a:defRPr>
      </a:lvl1pPr>
    </p:titleStyle>
    <p:bodyStyle>
      <a:lvl1pPr marL="285750" indent="-28575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tabLst/>
        <a:defRPr sz="2800" kern="1200">
          <a:solidFill>
            <a:schemeClr val="tx1"/>
          </a:solidFill>
          <a:latin typeface="+mn-lt"/>
          <a:ea typeface="+mn-ea"/>
          <a:cs typeface="+mn-cs"/>
        </a:defRPr>
      </a:lvl1pPr>
      <a:lvl2pPr marL="573088" indent="-344488"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tabLst/>
        <a:defRPr sz="2400" kern="1200">
          <a:solidFill>
            <a:schemeClr val="tx1"/>
          </a:solidFill>
          <a:latin typeface="+mn-lt"/>
          <a:ea typeface="+mn-ea"/>
          <a:cs typeface="+mn-cs"/>
        </a:defRPr>
      </a:lvl2pPr>
      <a:lvl3pPr marL="641350" indent="-409575"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tabLst/>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tabLst/>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
          <p15:clr>
            <a:srgbClr val="F26B43"/>
          </p15:clr>
        </p15:guide>
        <p15:guide id="4" orient="horz" pos="3912">
          <p15:clr>
            <a:srgbClr val="F26B43"/>
          </p15:clr>
        </p15:guide>
        <p15:guide id="5" pos="264">
          <p15:clr>
            <a:srgbClr val="F26B43"/>
          </p15:clr>
        </p15:guide>
        <p15:guide id="6" pos="7464">
          <p15:clr>
            <a:srgbClr val="F26B43"/>
          </p15:clr>
        </p15:guide>
        <p15:guide id="7" orient="horz"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wrap="square">
            <a:normAutofit/>
          </a:bodyPr>
          <a:lstStyle/>
          <a:p>
            <a:r>
              <a:t>Coral Steinberg</a:t>
            </a:r>
          </a:p>
        </p:txBody>
      </p:sp>
      <p:sp>
        <p:nvSpPr>
          <p:cNvPr id="3" name="Text Placeholder 2"/>
          <p:cNvSpPr>
            <a:spLocks noGrp="1"/>
          </p:cNvSpPr>
          <p:nvPr>
            <p:ph type="body" sz="quarter" idx="15"/>
          </p:nvPr>
        </p:nvSpPr>
        <p:spPr/>
        <p:txBody>
          <a:bodyPr/>
          <a:lstStyle/>
          <a:p>
            <a:endParaRPr/>
          </a:p>
        </p:txBody>
      </p:sp>
      <p:sp>
        <p:nvSpPr>
          <p:cNvPr id="4" name="Subtitle 3"/>
          <p:cNvSpPr>
            <a:spLocks noGrp="1"/>
          </p:cNvSpPr>
          <p:nvPr>
            <p:ph type="subTitle" idx="1"/>
          </p:nvPr>
        </p:nvSpPr>
        <p:spPr/>
        <p:txBody>
          <a:bodyPr wrap="square">
            <a:normAutofit/>
          </a:bodyPr>
          <a:lstStyle/>
          <a:p>
            <a:r>
              <a:t>A romantic concierge, powered by Bedrock</a:t>
            </a:r>
          </a:p>
        </p:txBody>
      </p:sp>
      <p:sp>
        <p:nvSpPr>
          <p:cNvPr id="5" name="Title 4"/>
          <p:cNvSpPr>
            <a:spLocks noGrp="1"/>
          </p:cNvSpPr>
          <p:nvPr>
            <p:ph type="ctrTitle"/>
          </p:nvPr>
        </p:nvSpPr>
        <p:spPr/>
        <p:txBody>
          <a:bodyPr wrap="square">
            <a:normAutofit/>
          </a:bodyPr>
          <a:lstStyle/>
          <a:p>
            <a:r>
              <a:t>Valentin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wrap="square">
            <a:normAutofit/>
          </a:bodyPr>
          <a:lstStyle/>
          <a:p>
            <a:r>
              <a:t>The problem</a:t>
            </a:r>
          </a:p>
          <a:p>
            <a:r>
              <a:t>What Valentin does</a:t>
            </a:r>
          </a:p>
          <a:p>
            <a:r>
              <a:t>How it works</a:t>
            </a:r>
          </a:p>
          <a:p>
            <a:r>
              <a:t>Design and stack</a:t>
            </a:r>
          </a:p>
          <a:p>
            <a:r>
              <a:t>Demo, and what's next</a:t>
            </a:r>
          </a:p>
        </p:txBody>
      </p:sp>
      <p:sp>
        <p:nvSpPr>
          <p:cNvPr id="3" name="Title 2"/>
          <p:cNvSpPr>
            <a:spLocks noGrp="1"/>
          </p:cNvSpPr>
          <p:nvPr>
            <p:ph type="title"/>
          </p:nvPr>
        </p:nvSpPr>
        <p:spPr/>
        <p:txBody>
          <a:bodyPr wrap="square">
            <a:normAutofit/>
          </a:bodyPr>
          <a:lstStyle/>
          <a:p>
            <a: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1"/>
          </p:nvPr>
        </p:nvSpPr>
        <p:spPr/>
        <p:txBody>
          <a:bodyPr wrap="square">
            <a:normAutofit/>
          </a:bodyPr>
          <a:lstStyle/>
          <a:p>
            <a:r>
              <a:t>Forms don't work — nobody fills in 18 fields</a:t>
            </a:r>
          </a:p>
          <a:p>
            <a:r>
              <a:t>The best details are offhand, not fields</a:t>
            </a:r>
          </a:p>
          <a:p>
            <a:r>
              <a:t>Memory needs somewhere to live</a:t>
            </a:r>
          </a:p>
          <a:p>
            <a:r>
              <a:t>So you buy the same candle again</a:t>
            </a:r>
          </a:p>
        </p:txBody>
      </p:sp>
      <p:sp>
        <p:nvSpPr>
          <p:cNvPr id="3" name="Text Placeholder 2"/>
          <p:cNvSpPr>
            <a:spLocks noGrp="1"/>
          </p:cNvSpPr>
          <p:nvPr>
            <p:ph type="body" sz="quarter" idx="10"/>
          </p:nvPr>
        </p:nvSpPr>
        <p:spPr/>
        <p:txBody>
          <a:bodyPr wrap="square">
            <a:normAutofit/>
          </a:bodyPr>
          <a:lstStyle/>
          <a:p>
            <a:r>
              <a:t>The details that matter never get written down</a:t>
            </a:r>
          </a:p>
        </p:txBody>
      </p:sp>
      <p:sp>
        <p:nvSpPr>
          <p:cNvPr id="4" name="Title 3"/>
          <p:cNvSpPr>
            <a:spLocks noGrp="1"/>
          </p:cNvSpPr>
          <p:nvPr>
            <p:ph type="title"/>
          </p:nvPr>
        </p:nvSpPr>
        <p:spPr/>
        <p:txBody>
          <a:bodyPr wrap="square">
            <a:normAutofit/>
          </a:bodyPr>
          <a:lstStyle/>
          <a:p>
            <a:r>
              <a:t>Nobody keeps notes on people they love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4"/>
          </p:nvPr>
        </p:nvSpPr>
        <p:spPr/>
        <p:txBody>
          <a:bodyPr/>
          <a:lstStyle/>
          <a:p>
            <a:endParaRPr lang="en-IL"/>
          </a:p>
        </p:txBody>
      </p:sp>
      <p:sp>
        <p:nvSpPr>
          <p:cNvPr id="3" name="Content Placeholder 2"/>
          <p:cNvSpPr>
            <a:spLocks noGrp="1"/>
          </p:cNvSpPr>
          <p:nvPr>
            <p:ph sz="quarter" idx="15"/>
          </p:nvPr>
        </p:nvSpPr>
        <p:spPr/>
        <p:txBody>
          <a:bodyPr wrap="square">
            <a:normAutofit/>
          </a:bodyPr>
          <a:lstStyle/>
          <a:p>
            <a:r>
              <a:t>Warm, unhurried interview — not a form</a:t>
            </a:r>
          </a:p>
          <a:p>
            <a:r>
              <a:t>Eight categories: food, hobbies, music, travel</a:t>
            </a:r>
          </a:p>
          <a:p>
            <a:r>
              <a:t>Plus gifts, love language, dates, personality</a:t>
            </a:r>
          </a:p>
          <a:p>
            <a:r>
              <a:t>Every entry carries a confidence score</a:t>
            </a:r>
          </a:p>
          <a:p>
            <a:r>
              <a:t>Profile fills in live as you talk</a:t>
            </a:r>
          </a:p>
        </p:txBody>
      </p:sp>
      <p:sp>
        <p:nvSpPr>
          <p:cNvPr id="4" name="Title 3"/>
          <p:cNvSpPr>
            <a:spLocks noGrp="1"/>
          </p:cNvSpPr>
          <p:nvPr>
            <p:ph type="title"/>
          </p:nvPr>
        </p:nvSpPr>
        <p:spPr/>
        <p:txBody>
          <a:bodyPr wrap="square">
            <a:normAutofit/>
          </a:bodyPr>
          <a:lstStyle/>
          <a:p>
            <a:r>
              <a:t>Conversation in, profile out</a:t>
            </a:r>
          </a:p>
        </p:txBody>
      </p:sp>
      <p:pic>
        <p:nvPicPr>
          <p:cNvPr id="5" name="Picture 4" descr="app-profile.png"/>
          <p:cNvPicPr>
            <a:picLocks noChangeAspect="1"/>
          </p:cNvPicPr>
          <p:nvPr/>
        </p:nvPicPr>
        <p:blipFill>
          <a:blip r:embed="rId3"/>
          <a:stretch>
            <a:fillRect/>
          </a:stretch>
        </p:blipFill>
        <p:spPr>
          <a:xfrm>
            <a:off x="6309360" y="1737360"/>
            <a:ext cx="5394960" cy="359359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One message, four moves</a:t>
            </a:r>
          </a:p>
        </p:txBody>
      </p:sp>
      <p:sp>
        <p:nvSpPr>
          <p:cNvPr id="3" name="Text Placeholder 2"/>
          <p:cNvSpPr>
            <a:spLocks noGrp="1"/>
          </p:cNvSpPr>
          <p:nvPr>
            <p:ph type="body" idx="1"/>
          </p:nvPr>
        </p:nvSpPr>
        <p:spPr/>
        <p:txBody>
          <a:bodyPr wrap="square">
            <a:normAutofit/>
          </a:bodyPr>
          <a:lstStyle/>
          <a:p>
            <a:r>
              <a:t>1. You type</a:t>
            </a:r>
          </a:p>
        </p:txBody>
      </p:sp>
      <p:sp>
        <p:nvSpPr>
          <p:cNvPr id="4" name="Content Placeholder 3"/>
          <p:cNvSpPr>
            <a:spLocks noGrp="1"/>
          </p:cNvSpPr>
          <p:nvPr>
            <p:ph sz="half" idx="2"/>
          </p:nvPr>
        </p:nvSpPr>
        <p:spPr/>
        <p:txBody>
          <a:bodyPr wrap="square">
            <a:normAutofit/>
          </a:bodyPr>
          <a:lstStyle/>
          <a:p>
            <a:r>
              <a:t>Message travels over a session-scoped WebSocket to the Express gateway, which routes it to the orchestrator.</a:t>
            </a:r>
          </a:p>
        </p:txBody>
      </p:sp>
      <p:sp>
        <p:nvSpPr>
          <p:cNvPr id="5" name="Text Placeholder 4"/>
          <p:cNvSpPr>
            <a:spLocks noGrp="1"/>
          </p:cNvSpPr>
          <p:nvPr>
            <p:ph type="body" idx="13"/>
          </p:nvPr>
        </p:nvSpPr>
        <p:spPr/>
        <p:txBody>
          <a:bodyPr wrap="square">
            <a:normAutofit/>
          </a:bodyPr>
          <a:lstStyle/>
          <a:p>
            <a:r>
              <a:t>2. Valentin replies</a:t>
            </a:r>
          </a:p>
        </p:txBody>
      </p:sp>
      <p:sp>
        <p:nvSpPr>
          <p:cNvPr id="6" name="Content Placeholder 5"/>
          <p:cNvSpPr>
            <a:spLocks noGrp="1"/>
          </p:cNvSpPr>
          <p:nvPr>
            <p:ph sz="half" idx="14"/>
          </p:nvPr>
        </p:nvSpPr>
        <p:spPr/>
        <p:txBody>
          <a:bodyPr wrap="square">
            <a:normAutofit/>
          </a:bodyPr>
          <a:lstStyle/>
          <a:p>
            <a:r>
              <a:t>Bedrock's Converse API returns a reply in character, with the context window kept trimmed and coherent.</a:t>
            </a:r>
          </a:p>
        </p:txBody>
      </p:sp>
      <p:sp>
        <p:nvSpPr>
          <p:cNvPr id="7" name="Text Placeholder 6"/>
          <p:cNvSpPr>
            <a:spLocks noGrp="1"/>
          </p:cNvSpPr>
          <p:nvPr>
            <p:ph type="body" idx="15"/>
          </p:nvPr>
        </p:nvSpPr>
        <p:spPr/>
        <p:txBody>
          <a:bodyPr wrap="square">
            <a:normAutofit/>
          </a:bodyPr>
          <a:lstStyle/>
          <a:p>
            <a:r>
              <a:t>3. Extraction runs</a:t>
            </a:r>
          </a:p>
        </p:txBody>
      </p:sp>
      <p:sp>
        <p:nvSpPr>
          <p:cNvPr id="8" name="Content Placeholder 7"/>
          <p:cNvSpPr>
            <a:spLocks noGrp="1"/>
          </p:cNvSpPr>
          <p:nvPr>
            <p:ph sz="half" idx="16"/>
          </p:nvPr>
        </p:nvSpPr>
        <p:spPr/>
        <p:txBody>
          <a:bodyPr wrap="square">
            <a:normAutofit/>
          </a:bodyPr>
          <a:lstStyle/>
          <a:p>
            <a:r>
              <a:t>A second Bedrock call uses tool-use to pull structured preferences from the same message, in parallel.</a:t>
            </a:r>
          </a:p>
        </p:txBody>
      </p:sp>
      <p:sp>
        <p:nvSpPr>
          <p:cNvPr id="9" name="Text Placeholder 8"/>
          <p:cNvSpPr>
            <a:spLocks noGrp="1"/>
          </p:cNvSpPr>
          <p:nvPr>
            <p:ph type="body" idx="17"/>
          </p:nvPr>
        </p:nvSpPr>
        <p:spPr/>
        <p:txBody>
          <a:bodyPr wrap="square">
            <a:normAutofit/>
          </a:bodyPr>
          <a:lstStyle/>
          <a:p>
            <a:r>
              <a:t>4. Profile updates</a:t>
            </a:r>
          </a:p>
        </p:txBody>
      </p:sp>
      <p:sp>
        <p:nvSpPr>
          <p:cNvPr id="10" name="Content Placeholder 9"/>
          <p:cNvSpPr>
            <a:spLocks noGrp="1"/>
          </p:cNvSpPr>
          <p:nvPr>
            <p:ph sz="half" idx="18"/>
          </p:nvPr>
        </p:nvSpPr>
        <p:spPr/>
        <p:txBody>
          <a:bodyPr wrap="square">
            <a:normAutofit/>
          </a:bodyPr>
          <a:lstStyle/>
          <a:p>
            <a:r>
              <a:t>Preferences are persisted, pushed back over the same socket, and highlighted as they land.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Eight directions, one chosen</a:t>
            </a:r>
          </a:p>
        </p:txBody>
      </p:sp>
      <p:sp>
        <p:nvSpPr>
          <p:cNvPr id="3" name="Text Placeholder 2"/>
          <p:cNvSpPr>
            <a:spLocks noGrp="1"/>
          </p:cNvSpPr>
          <p:nvPr>
            <p:ph type="body" idx="1"/>
          </p:nvPr>
        </p:nvSpPr>
        <p:spPr/>
        <p:txBody>
          <a:bodyPr wrap="square">
            <a:normAutofit/>
          </a:bodyPr>
          <a:lstStyle/>
          <a:p>
            <a:r>
              <a:t>Love letter</a:t>
            </a:r>
          </a:p>
        </p:txBody>
      </p:sp>
      <p:sp>
        <p:nvSpPr>
          <p:cNvPr id="4" name="Content Placeholder 3"/>
          <p:cNvSpPr>
            <a:spLocks noGrp="1"/>
          </p:cNvSpPr>
          <p:nvPr>
            <p:ph sz="half" idx="2"/>
          </p:nvPr>
        </p:nvSpPr>
        <p:spPr/>
        <p:txBody>
          <a:bodyPr wrap="square">
            <a:normAutofit/>
          </a:bodyPr>
          <a:lstStyle/>
          <a:p>
            <a:r>
              <a:t>Warm and editorial</a:t>
            </a:r>
          </a:p>
        </p:txBody>
      </p:sp>
      <p:sp>
        <p:nvSpPr>
          <p:cNvPr id="5" name="Text Placeholder 4"/>
          <p:cNvSpPr>
            <a:spLocks noGrp="1"/>
          </p:cNvSpPr>
          <p:nvPr>
            <p:ph type="body" sz="quarter" idx="3"/>
          </p:nvPr>
        </p:nvSpPr>
        <p:spPr/>
        <p:txBody>
          <a:bodyPr wrap="square">
            <a:normAutofit/>
          </a:bodyPr>
          <a:lstStyle/>
          <a:p>
            <a:r>
              <a:t>Atelier</a:t>
            </a:r>
          </a:p>
        </p:txBody>
      </p:sp>
      <p:sp>
        <p:nvSpPr>
          <p:cNvPr id="6" name="Content Placeholder 5"/>
          <p:cNvSpPr>
            <a:spLocks noGrp="1"/>
          </p:cNvSpPr>
          <p:nvPr>
            <p:ph sz="quarter" idx="4"/>
          </p:nvPr>
        </p:nvSpPr>
        <p:spPr/>
        <p:txBody>
          <a:bodyPr wrap="square">
            <a:normAutofit/>
          </a:bodyPr>
          <a:lstStyle/>
          <a:p>
            <a:r>
              <a:t>Restrained, tool-like</a:t>
            </a:r>
          </a:p>
        </p:txBody>
      </p:sp>
      <p:sp>
        <p:nvSpPr>
          <p:cNvPr id="7" name="Text Placeholder 6"/>
          <p:cNvSpPr>
            <a:spLocks noGrp="1"/>
          </p:cNvSpPr>
          <p:nvPr>
            <p:ph type="body" sz="quarter" idx="13"/>
          </p:nvPr>
        </p:nvSpPr>
        <p:spPr/>
        <p:txBody>
          <a:bodyPr wrap="square">
            <a:normAutofit/>
          </a:bodyPr>
          <a:lstStyle/>
          <a:p>
            <a:r>
              <a:t>Dossier</a:t>
            </a:r>
          </a:p>
        </p:txBody>
      </p:sp>
      <p:sp>
        <p:nvSpPr>
          <p:cNvPr id="8" name="Content Placeholder 7"/>
          <p:cNvSpPr>
            <a:spLocks noGrp="1"/>
          </p:cNvSpPr>
          <p:nvPr>
            <p:ph sz="quarter" idx="14"/>
          </p:nvPr>
        </p:nvSpPr>
        <p:spPr/>
        <p:txBody>
          <a:bodyPr wrap="square">
            <a:normAutofit/>
          </a:bodyPr>
          <a:lstStyle/>
          <a:p>
            <a:r>
              <a:t>Dense, information-first</a:t>
            </a:r>
          </a:p>
        </p:txBody>
      </p:sp>
      <p:sp>
        <p:nvSpPr>
          <p:cNvPr id="9" name="Text Placeholder 8"/>
          <p:cNvSpPr>
            <a:spLocks noGrp="1"/>
          </p:cNvSpPr>
          <p:nvPr>
            <p:ph type="body" sz="quarter" idx="15"/>
          </p:nvPr>
        </p:nvSpPr>
        <p:spPr/>
        <p:txBody>
          <a:bodyPr wrap="square">
            <a:normAutofit/>
          </a:bodyPr>
          <a:lstStyle/>
          <a:p>
            <a:r>
              <a:t>Her card — chosen</a:t>
            </a:r>
          </a:p>
        </p:txBody>
      </p:sp>
      <p:sp>
        <p:nvSpPr>
          <p:cNvPr id="10" name="Content Placeholder 9"/>
          <p:cNvSpPr>
            <a:spLocks noGrp="1"/>
          </p:cNvSpPr>
          <p:nvPr>
            <p:ph sz="quarter" idx="16"/>
          </p:nvPr>
        </p:nvSpPr>
        <p:spPr/>
        <p:txBody>
          <a:bodyPr wrap="square">
            <a:normAutofit/>
          </a:bodyPr>
          <a:lstStyle/>
          <a:p>
            <a:r>
              <a:t>Portrait-led, least chrome</a:t>
            </a:r>
          </a:p>
        </p:txBody>
      </p:sp>
      <p:sp>
        <p:nvSpPr>
          <p:cNvPr id="11" name="Picture Placeholder 10"/>
          <p:cNvSpPr>
            <a:spLocks noGrp="1"/>
          </p:cNvSpPr>
          <p:nvPr>
            <p:ph type="pic" sz="quarter" idx="17"/>
          </p:nvPr>
        </p:nvSpPr>
        <p:spPr/>
        <p:txBody>
          <a:bodyPr/>
          <a:lstStyle/>
          <a:p>
            <a:endParaRPr lang="en-IL"/>
          </a:p>
        </p:txBody>
      </p:sp>
      <p:sp>
        <p:nvSpPr>
          <p:cNvPr id="12" name="Picture Placeholder 11"/>
          <p:cNvSpPr>
            <a:spLocks noGrp="1"/>
          </p:cNvSpPr>
          <p:nvPr>
            <p:ph type="pic" sz="quarter" idx="18"/>
          </p:nvPr>
        </p:nvSpPr>
        <p:spPr/>
        <p:txBody>
          <a:bodyPr/>
          <a:lstStyle/>
          <a:p>
            <a:endParaRPr lang="en-IL"/>
          </a:p>
        </p:txBody>
      </p:sp>
      <p:sp>
        <p:nvSpPr>
          <p:cNvPr id="13" name="Picture Placeholder 12"/>
          <p:cNvSpPr>
            <a:spLocks noGrp="1"/>
          </p:cNvSpPr>
          <p:nvPr>
            <p:ph type="pic" sz="quarter" idx="19"/>
          </p:nvPr>
        </p:nvSpPr>
        <p:spPr/>
        <p:txBody>
          <a:bodyPr/>
          <a:lstStyle/>
          <a:p>
            <a:endParaRPr lang="en-IL"/>
          </a:p>
        </p:txBody>
      </p:sp>
      <p:sp>
        <p:nvSpPr>
          <p:cNvPr id="14" name="Picture Placeholder 13"/>
          <p:cNvSpPr>
            <a:spLocks noGrp="1"/>
          </p:cNvSpPr>
          <p:nvPr>
            <p:ph type="pic" sz="quarter" idx="20"/>
          </p:nvPr>
        </p:nvSpPr>
        <p:spPr/>
        <p:txBody>
          <a:bodyPr/>
          <a:lstStyle/>
          <a:p>
            <a:endParaRPr lang="en-IL"/>
          </a:p>
        </p:txBody>
      </p:sp>
      <p:pic>
        <p:nvPicPr>
          <p:cNvPr id="15" name="Picture 14" descr="mockup-love-letter.png"/>
          <p:cNvPicPr>
            <a:picLocks noChangeAspect="1"/>
          </p:cNvPicPr>
          <p:nvPr/>
        </p:nvPicPr>
        <p:blipFill>
          <a:blip r:embed="rId3"/>
          <a:stretch>
            <a:fillRect/>
          </a:stretch>
        </p:blipFill>
        <p:spPr>
          <a:xfrm>
            <a:off x="548640" y="1600200"/>
            <a:ext cx="2606040" cy="1627632"/>
          </a:xfrm>
          <a:prstGeom prst="rect">
            <a:avLst/>
          </a:prstGeom>
        </p:spPr>
      </p:pic>
      <p:pic>
        <p:nvPicPr>
          <p:cNvPr id="16" name="Picture 15" descr="mockup-atelier.png"/>
          <p:cNvPicPr>
            <a:picLocks noChangeAspect="1"/>
          </p:cNvPicPr>
          <p:nvPr/>
        </p:nvPicPr>
        <p:blipFill>
          <a:blip r:embed="rId4"/>
          <a:stretch>
            <a:fillRect/>
          </a:stretch>
        </p:blipFill>
        <p:spPr>
          <a:xfrm>
            <a:off x="3383280" y="1600200"/>
            <a:ext cx="2606040" cy="1627632"/>
          </a:xfrm>
          <a:prstGeom prst="rect">
            <a:avLst/>
          </a:prstGeom>
        </p:spPr>
      </p:pic>
      <p:pic>
        <p:nvPicPr>
          <p:cNvPr id="17" name="Picture 16" descr="mockup-dossier.png"/>
          <p:cNvPicPr>
            <a:picLocks noChangeAspect="1"/>
          </p:cNvPicPr>
          <p:nvPr/>
        </p:nvPicPr>
        <p:blipFill>
          <a:blip r:embed="rId5"/>
          <a:stretch>
            <a:fillRect/>
          </a:stretch>
        </p:blipFill>
        <p:spPr>
          <a:xfrm>
            <a:off x="6217920" y="1600200"/>
            <a:ext cx="2606040" cy="1627632"/>
          </a:xfrm>
          <a:prstGeom prst="rect">
            <a:avLst/>
          </a:prstGeom>
        </p:spPr>
      </p:pic>
      <p:pic>
        <p:nvPicPr>
          <p:cNvPr id="18" name="Picture 17" descr="mockup-her-card.png"/>
          <p:cNvPicPr>
            <a:picLocks noChangeAspect="1"/>
          </p:cNvPicPr>
          <p:nvPr/>
        </p:nvPicPr>
        <p:blipFill>
          <a:blip r:embed="rId6"/>
          <a:stretch>
            <a:fillRect/>
          </a:stretch>
        </p:blipFill>
        <p:spPr>
          <a:xfrm>
            <a:off x="9052560" y="1600200"/>
            <a:ext cx="2606040" cy="16276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Under the hood</a:t>
            </a:r>
          </a:p>
        </p:txBody>
      </p:sp>
      <p:sp>
        <p:nvSpPr>
          <p:cNvPr id="3" name="Content Placeholder 2"/>
          <p:cNvSpPr>
            <a:spLocks noGrp="1"/>
          </p:cNvSpPr>
          <p:nvPr>
            <p:ph sz="quarter" idx="13"/>
          </p:nvPr>
        </p:nvSpPr>
        <p:spPr/>
        <p:txBody>
          <a:bodyPr wrap="square">
            <a:normAutofit/>
          </a:bodyPr>
          <a:lstStyle/>
          <a:p>
            <a:r>
              <a:t>React 19 + TypeScript on Vite, strict mode</a:t>
            </a:r>
          </a:p>
          <a:p>
            <a:r>
              <a:t>Express 5 with a ws WebSocket gateway</a:t>
            </a:r>
          </a:p>
          <a:p>
            <a:r>
              <a:t>Claude Sonnet 4.5 on Bedrock, Converse API</a:t>
            </a:r>
          </a:p>
          <a:p>
            <a:r>
              <a:t>DynamoDB behind a storage interface</a:t>
            </a:r>
          </a:p>
          <a:p>
            <a:r>
              <a:t>CDK stacks; Vitest and Playwright tests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4"/>
          </p:nvPr>
        </p:nvSpPr>
        <p:spPr/>
        <p:txBody>
          <a:bodyPr/>
          <a:lstStyle/>
          <a:p>
            <a:endParaRPr lang="en-IL"/>
          </a:p>
        </p:txBody>
      </p:sp>
      <p:sp>
        <p:nvSpPr>
          <p:cNvPr id="3" name="Content Placeholder 2"/>
          <p:cNvSpPr>
            <a:spLocks noGrp="1"/>
          </p:cNvSpPr>
          <p:nvPr>
            <p:ph sz="quarter" idx="15"/>
          </p:nvPr>
        </p:nvSpPr>
        <p:spPr/>
        <p:txBody>
          <a:bodyPr wrap="square">
            <a:normAutofit/>
          </a:bodyPr>
          <a:lstStyle/>
          <a:p>
            <a:r>
              <a:t>Two commands: backend, then frontend</a:t>
            </a:r>
          </a:p>
          <a:p>
            <a:r>
              <a:t>Backend needs Bedrock access in the region</a:t>
            </a:r>
          </a:p>
          <a:p>
            <a:r>
              <a:t>Four messages in, name and birthday extracted</a:t>
            </a:r>
          </a:p>
          <a:p>
            <a:r>
              <a:t>Each entry shows its confidence</a:t>
            </a:r>
          </a:p>
          <a:p>
            <a:r>
              <a:t>Profile updates without a page refresh</a:t>
            </a:r>
          </a:p>
        </p:txBody>
      </p:sp>
      <p:sp>
        <p:nvSpPr>
          <p:cNvPr id="4" name="Title 3"/>
          <p:cNvSpPr>
            <a:spLocks noGrp="1"/>
          </p:cNvSpPr>
          <p:nvPr>
            <p:ph type="title"/>
          </p:nvPr>
        </p:nvSpPr>
        <p:spPr/>
        <p:txBody>
          <a:bodyPr wrap="square">
            <a:normAutofit/>
          </a:bodyPr>
          <a:lstStyle/>
          <a:p>
            <a:r>
              <a:t>Live demo</a:t>
            </a:r>
          </a:p>
        </p:txBody>
      </p:sp>
      <p:pic>
        <p:nvPicPr>
          <p:cNvPr id="5" name="Picture 4" descr="app-live.png"/>
          <p:cNvPicPr>
            <a:picLocks noChangeAspect="1"/>
          </p:cNvPicPr>
          <p:nvPr/>
        </p:nvPicPr>
        <p:blipFill>
          <a:blip r:embed="rId3"/>
          <a:stretch>
            <a:fillRect/>
          </a:stretch>
        </p:blipFill>
        <p:spPr>
          <a:xfrm>
            <a:off x="6309360" y="1737360"/>
            <a:ext cx="5394960" cy="35935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wrap="square">
            <a:normAutofit/>
          </a:bodyPr>
          <a:lstStyle/>
          <a:p>
            <a:r>
              <a:t>Shipped</a:t>
            </a:r>
          </a:p>
        </p:txBody>
      </p:sp>
      <p:sp>
        <p:nvSpPr>
          <p:cNvPr id="3" name="Content Placeholder 2"/>
          <p:cNvSpPr>
            <a:spLocks noGrp="1"/>
          </p:cNvSpPr>
          <p:nvPr>
            <p:ph sz="half" idx="2"/>
          </p:nvPr>
        </p:nvSpPr>
        <p:spPr/>
        <p:txBody>
          <a:bodyPr wrap="square">
            <a:normAutofit/>
          </a:bodyPr>
          <a:lstStyle/>
          <a:p>
            <a:r>
              <a:t>Full-stack app: React client, Express + ws</a:t>
            </a:r>
          </a:p>
          <a:p>
            <a:r>
              <a:t>Bedrock Converse with retry logic</a:t>
            </a:r>
          </a:p>
          <a:p>
            <a:r>
              <a:t>Async extraction via tool-use</a:t>
            </a:r>
          </a:p>
          <a:p>
            <a:r>
              <a:t>Multi-session sidebar with rehydration</a:t>
            </a:r>
          </a:p>
          <a:p>
            <a:r>
              <a:t>DynamoDB persistence; CDK deployed</a:t>
            </a:r>
          </a:p>
        </p:txBody>
      </p:sp>
      <p:sp>
        <p:nvSpPr>
          <p:cNvPr id="4" name="Text Placeholder 3"/>
          <p:cNvSpPr>
            <a:spLocks noGrp="1"/>
          </p:cNvSpPr>
          <p:nvPr>
            <p:ph type="body" sz="quarter" idx="3"/>
          </p:nvPr>
        </p:nvSpPr>
        <p:spPr/>
        <p:txBody>
          <a:bodyPr wrap="square">
            <a:normAutofit/>
          </a:bodyPr>
          <a:lstStyle/>
          <a:p>
            <a:r>
              <a:t>Next</a:t>
            </a:r>
          </a:p>
        </p:txBody>
      </p:sp>
      <p:sp>
        <p:nvSpPr>
          <p:cNvPr id="5" name="Content Placeholder 4"/>
          <p:cNvSpPr>
            <a:spLocks noGrp="1"/>
          </p:cNvSpPr>
          <p:nvPr>
            <p:ph sz="quarter" idx="4"/>
          </p:nvPr>
        </p:nvSpPr>
        <p:spPr/>
        <p:txBody>
          <a:bodyPr wrap="square">
            <a:normAutofit/>
          </a:bodyPr>
          <a:lstStyle/>
          <a:p>
            <a:r>
              <a:t>Tighten preference-category extraction</a:t>
            </a:r>
          </a:p>
          <a:p>
            <a:r>
              <a:t>Export or share the partner profile</a:t>
            </a:r>
          </a:p>
          <a:p>
            <a:r>
              <a:t>Preference history — timeline per entry</a:t>
            </a:r>
          </a:p>
          <a:p>
            <a:r>
              <a:t>Proactive nudges before key dates</a:t>
            </a:r>
          </a:p>
          <a:p>
            <a:r>
              <a:t>Photo upload for the portrait card</a:t>
            </a:r>
          </a:p>
        </p:txBody>
      </p:sp>
      <p:sp>
        <p:nvSpPr>
          <p:cNvPr id="6" name="Title 5"/>
          <p:cNvSpPr>
            <a:spLocks noGrp="1"/>
          </p:cNvSpPr>
          <p:nvPr>
            <p:ph type="title"/>
          </p:nvPr>
        </p:nvSpPr>
        <p:spPr/>
        <p:txBody>
          <a:bodyPr wrap="square">
            <a:normAutofit/>
          </a:bodyPr>
          <a:lstStyle/>
          <a:p>
            <a:r>
              <a:t>Built, and what's next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wrap="square">
            <a:normAutofit/>
          </a:bodyPr>
          <a:lstStyle/>
          <a:p>
            <a:r>
              <a:t>Questions welcome</a:t>
            </a:r>
          </a:p>
        </p:txBody>
      </p:sp>
      <p:sp>
        <p:nvSpPr>
          <p:cNvPr id="3" name="Text Placeholder 2"/>
          <p:cNvSpPr>
            <a:spLocks noGrp="1"/>
          </p:cNvSpPr>
          <p:nvPr>
            <p:ph type="body" sz="quarter" idx="11"/>
          </p:nvPr>
        </p:nvSpPr>
        <p:spPr/>
        <p:txBody>
          <a:bodyPr wrap="square">
            <a:normAutofit/>
          </a:bodyPr>
          <a:lstStyle/>
          <a:p>
            <a:r>
              <a:t>Coral Steinberg</a:t>
            </a:r>
          </a:p>
        </p:txBody>
      </p:sp>
      <p:sp>
        <p:nvSpPr>
          <p:cNvPr id="4" name="Title 3"/>
          <p:cNvSpPr>
            <a:spLocks noGrp="1"/>
          </p:cNvSpPr>
          <p:nvPr>
            <p:ph type="title"/>
          </p:nvPr>
        </p:nvSpPr>
        <p:spPr/>
        <p:txBody>
          <a:bodyPr wrap="square">
            <a:normAutofit/>
          </a:bodyPr>
          <a:lstStyle/>
          <a:p>
            <a:r>
              <a:t>Thank you</a:t>
            </a:r>
          </a:p>
        </p:txBody>
      </p:sp>
    </p:spTree>
  </p:cSld>
  <p:clrMapOvr>
    <a:masterClrMapping/>
  </p:clrMapOvr>
</p:sld>
</file>

<file path=ppt/theme/theme1.xml><?xml version="1.0" encoding="utf-8"?>
<a:theme xmlns:a="http://schemas.openxmlformats.org/drawingml/2006/main" name="Category FCD Dark">
  <a:themeElements>
    <a:clrScheme name="AWS Template">
      <a:dk1>
        <a:srgbClr val="161E2D"/>
      </a:dk1>
      <a:lt1>
        <a:srgbClr val="FFFFFF"/>
      </a:lt1>
      <a:dk2>
        <a:srgbClr val="00193D"/>
      </a:dk2>
      <a:lt2>
        <a:srgbClr val="F5F7FF"/>
      </a:lt2>
      <a:accent1>
        <a:srgbClr val="0073E5"/>
      </a:accent1>
      <a:accent2>
        <a:srgbClr val="FF6A3D"/>
      </a:accent2>
      <a:accent3>
        <a:srgbClr val="5900B2"/>
      </a:accent3>
      <a:accent4>
        <a:srgbClr val="001A99"/>
      </a:accent4>
      <a:accent5>
        <a:srgbClr val="C300E0"/>
      </a:accent5>
      <a:accent6>
        <a:srgbClr val="00E500"/>
      </a:accent6>
      <a:hlink>
        <a:srgbClr val="42B4FF"/>
      </a:hlink>
      <a:folHlink>
        <a:srgbClr val="B2A8FF"/>
      </a:folHlink>
    </a:clrScheme>
    <a:fontScheme name="Ember Display">
      <a:majorFont>
        <a:latin typeface="Ember Modern Display Standard"/>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ctr">
          <a:defRPr dirty="0" err="1" smtClean="0"/>
        </a:defPPr>
      </a:lstStyle>
    </a:txDef>
  </a:objectDefaults>
  <a:extraClrSchemeLst/>
  <a:extLst>
    <a:ext uri="{05A4C25C-085E-4340-85A3-A5531E510DB2}">
      <thm15:themeFamily xmlns:thm15="http://schemas.microsoft.com/office/thememl/2012/main" name="Service FCD Dark Template_v4.0" id="{348FB266-294F-4294-BD50-8067665FDD80}" vid="{F4E09400-B85F-4C40-95BD-2FC571B16BE7}"/>
    </a:ext>
  </a:extLst>
</a:theme>
</file>

<file path=ppt/theme/theme2.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Squid Ink">
      <a:srgbClr val="232F3E"/>
    </a:custClr>
    <a:custClr name="Smile">
      <a:srgbClr val="FF9900"/>
    </a:custClr>
    <a:custClr name="Peach">
      <a:srgbClr val="FFAD97"/>
    </a:custClr>
    <a:custClr name="Rind">
      <a:srgbClr val="FBD8BF"/>
    </a:custClr>
    <a:custClr name="Lab">
      <a:srgbClr val="38EF7D"/>
    </a:custClr>
    <a:custClr name="Mist">
      <a:srgbClr val="9FFCEA"/>
    </a:custClr>
    <a:custClr name="Sea Blue">
      <a:srgbClr val="005276"/>
    </a:custClr>
    <a:custClr name="Aqua">
      <a:srgbClr val="007FAA"/>
    </a:custClr>
    <a:custClr name="Anchor">
      <a:srgbClr val="003181"/>
    </a:custClr>
    <a:custClr name="Sky">
      <a:srgbClr val="2074D5"/>
    </a:custClr>
    <a:custClr name="Cyan">
      <a:srgbClr val="7CE8F4"/>
    </a:custClr>
    <a:custClr name="Galaxy">
      <a:srgbClr val="330066"/>
    </a:custClr>
    <a:custClr name="Violet">
      <a:srgbClr val="7C5AED"/>
    </a:custClr>
    <a:custClr name="Cosmos">
      <a:srgbClr val="DF2A5D"/>
    </a:custClr>
    <a:custClr name="Magenta">
      <a:srgbClr val="F46EBB"/>
    </a:custClr>
    <a:custClr name="Dark Squid Ink">
      <a:srgbClr val="161E2D"/>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Squid Ink">
      <a:srgbClr val="232F3E"/>
    </a:custClr>
    <a:custClr name="Smile">
      <a:srgbClr val="FF9900"/>
    </a:custClr>
    <a:custClr name="Peach">
      <a:srgbClr val="FFAD97"/>
    </a:custClr>
    <a:custClr name="Rind">
      <a:srgbClr val="FBD8BF"/>
    </a:custClr>
    <a:custClr name="Lab">
      <a:srgbClr val="38EF7D"/>
    </a:custClr>
    <a:custClr name="Mist">
      <a:srgbClr val="9FFCEA"/>
    </a:custClr>
    <a:custClr name="Sea Blue">
      <a:srgbClr val="005276"/>
    </a:custClr>
    <a:custClr name="Aqua">
      <a:srgbClr val="007FAA"/>
    </a:custClr>
    <a:custClr name="Anchor">
      <a:srgbClr val="003181"/>
    </a:custClr>
    <a:custClr name="Sky">
      <a:srgbClr val="2074D5"/>
    </a:custClr>
    <a:custClr name="Cyan">
      <a:srgbClr val="7CE8F4"/>
    </a:custClr>
    <a:custClr name="Galaxy">
      <a:srgbClr val="330066"/>
    </a:custClr>
    <a:custClr name="Violet">
      <a:srgbClr val="7C5AED"/>
    </a:custClr>
    <a:custClr name="Cosmos">
      <a:srgbClr val="DF2A5D"/>
    </a:custClr>
    <a:custClr name="Magenta">
      <a:srgbClr val="F46EBB"/>
    </a:custClr>
    <a:custClr name="Dark Squid Ink">
      <a:srgbClr val="161E2D"/>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Service FCD Dark Template_v4.0</Template>
  <TotalTime>6683</TotalTime>
  <Words>1135</Words>
  <Application>Microsoft Macintosh PowerPoint</Application>
  <PresentationFormat>Widescreen</PresentationFormat>
  <Paragraphs>77</Paragraphs>
  <Slides>10</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Amazon Ember</vt:lpstr>
      <vt:lpstr>Ember Modern Display Standard</vt:lpstr>
      <vt:lpstr>Amazon Ember Display Heavy</vt:lpstr>
      <vt:lpstr>Amazon Ember Display</vt:lpstr>
      <vt:lpstr>Wingdings</vt:lpstr>
      <vt:lpstr>Amazon Ember Display Medium</vt:lpstr>
      <vt:lpstr>Amazon Ember Heavy</vt:lpstr>
      <vt:lpstr>Amazon Ember Mono</vt:lpstr>
      <vt:lpstr>Arial</vt:lpstr>
      <vt:lpstr>Category FCD Dark</vt:lpstr>
      <vt:lpstr>Valentin</vt:lpstr>
      <vt:lpstr>Agenda</vt:lpstr>
      <vt:lpstr>Nobody keeps notes on people they love</vt:lpstr>
      <vt:lpstr>Conversation in, profile out</vt:lpstr>
      <vt:lpstr>One message, four moves</vt:lpstr>
      <vt:lpstr>Eight directions, one chosen</vt:lpstr>
      <vt:lpstr>Under the hood</vt:lpstr>
      <vt:lpstr>Live demo</vt:lpstr>
      <vt:lpstr>Built, and what's next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template includes</dc:title>
  <dc:creator>LeVan, Michelle</dc:creator>
  <cp:lastModifiedBy>Coral Steinberg</cp:lastModifiedBy>
  <cp:revision>39</cp:revision>
  <dcterms:created xsi:type="dcterms:W3CDTF">2024-08-06T14:58:26Z</dcterms:created>
  <dcterms:modified xsi:type="dcterms:W3CDTF">2026-08-23T07:28:49Z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2025-11-25T06:15:34Z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befa1cec-eb3f-43ec-be33-4a127fe1a70a</vt:lpwstr>
  </property>
  <property fmtid="{D5CDD505-2E9C-101B-9397-08002B2CF9AE}" pid="8" name="MSIP_Label_19e68092-05df-4271-8e3e-b2a4c82ba797_ContentBits">
    <vt:lpwstr>0</vt:lpwstr>
  </property>
  <property fmtid="{D5CDD505-2E9C-101B-9397-08002B2CF9AE}" pid="9" name="MSIP_Label_19e68092-05df-4271-8e3e-b2a4c82ba797_Tag">
    <vt:lpwstr>10, 3, 0, 1</vt:lpwstr>
  </property>
</Properties>
</file>