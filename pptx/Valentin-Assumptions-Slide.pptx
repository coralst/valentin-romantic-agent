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4"/>
    <p:restoredTop sz="80830"/>
  </p:normalViewPr>
  <p:slideViewPr>
    <p:cSldViewPr snapToGrid="0" snapToObjects="1">
      <p:cViewPr varScale="1">
        <p:scale>
          <a:sx n="162" d="100"/>
          <a:sy n="162" d="100"/>
        </p:scale>
        <p:origin x="427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70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 9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KINDS OF NUMBER ON THIS SLIDE</a:t>
            </a:r>
          </a:p>
          <a:p>
            <a:r>
              <a:t>Everything in this cost comparison is one of exactly three things, and the slide is laid out in</a:t>
            </a:r>
          </a:p>
          <a:p>
            <a:r>
              <a:t>that order so nobody has to wonder which they are looking at.</a:t>
            </a:r>
          </a:p>
          <a:p/>
          <a:p>
            <a:r>
              <a:t>1. RAW PRICES - what AWS charges. Not ours, not negotiable, straight off the vendor pricing pages.</a:t>
            </a:r>
          </a:p>
          <a:p>
            <a:r>
              <a:t>   If one of these is wrong, AWS changed its price list (they do; re-check before presenting).</a:t>
            </a:r>
          </a:p>
          <a:p>
            <a:r>
              <a:t>2. ADDITIONAL OPERATIONS - what each turn actually does, and how much of each thing it consumes.</a:t>
            </a:r>
          </a:p>
          <a:p>
            <a:r>
              <a:t>   Every one was read out of a source file in this repository, not estimated. If one of these is</a:t>
            </a:r>
          </a:p>
          <a:p>
            <a:r>
              <a:t>   wrong, the code is wrong, not the model.</a:t>
            </a:r>
          </a:p>
          <a:p>
            <a:r>
              <a:t>3. GUESSES - the handful of things no page and no file could tell us. Each is named, and each is</a:t>
            </a:r>
          </a:p>
          <a:p>
            <a:r>
              <a:t>   labelled with how much of the answer it can move.</a:t>
            </a:r>
          </a:p>
          <a:p/>
          <a:p>
            <a:r>
              <a:t>THE HEADLINE, IF YOU ONLY SAY ONE THING</a:t>
            </a:r>
          </a:p>
          <a:p>
            <a:r>
              <a:t>98% of what one user costs, on EITHER engine, is the Bedrock call that writes the reply. All of</a:t>
            </a:r>
          </a:p>
          <a:p>
            <a:r>
              <a:t>AgentCore's metering - Runtime, Memory, Gateway, tool indexing - adds up to $0.13 of engine B's</a:t>
            </a:r>
          </a:p>
          <a:p>
            <a:r>
              <a:t>$5.39. The deck's earlier 13.8x ratio was a true ratio measured on 2% of the bill; this slide is</a:t>
            </a:r>
          </a:p>
          <a:p>
            <a:r>
              <a:t>the other 98%. The real gap between the engines is one line: engine A pays $1.99 a month per user</a:t>
            </a:r>
          </a:p>
          <a:p>
            <a:r>
              <a:t>for a second Bedrock call that extracts preferences, and AgentCore Memory does that job for $0.11.</a:t>
            </a:r>
          </a:p>
          <a:p/>
          <a:p>
            <a:r>
              <a:t>WHAT THE "ADDITIONAL OPERATIONS" CARD MEANS, FILE BY FILE</a:t>
            </a:r>
          </a:p>
          <a:p>
            <a:r>
              <a:t>This is the card people ask about, so say it plainly: these are not estimates. Every count was</a:t>
            </a:r>
          </a:p>
          <a:p>
            <a:r>
              <a:t>read out of a source file in this repository.</a:t>
            </a:r>
          </a:p>
          <a:p>
            <a:r>
              <a:t>- 1,667 tokens of system prompt - prompts.ts: VALENTIN_SYSTEM_PROMPT (2,333 chars) + TOOL_GUIDANCE</a:t>
            </a:r>
          </a:p>
          <a:p>
            <a:r>
              <a:t>  (3,284) + nowBlock (383) = 6,000 characters. Identical on engine B, because agentcore/agent.py:327</a:t>
            </a:r>
          </a:p>
          <a:p>
            <a:r>
              <a:t>  takes the system prompt from the payload the proxy sends it.</a:t>
            </a:r>
          </a:p>
          <a:p>
            <a:r>
              <a:t>- 6,219 tokens of tool schemas on A, 6,385 on B - serialised from</a:t>
            </a:r>
          </a:p>
          <a:p>
            <a:r>
              <a:t>  infra/lib/generated/integration-tool-schemas.json. Engine A sends its whole registry on every</a:t>
            </a:r>
          </a:p>
          <a:p>
            <a:r>
              <a:t>  reply call (tool-loop.ts:138); engine B withholds create_conversation_link and adds three inline</a:t>
            </a:r>
          </a:p>
          <a:p>
            <a:r>
              <a:t>  profile tools. Two thirds of every prompt is this menu, re-sent because Converse is stateless.</a:t>
            </a:r>
          </a:p>
          <a:p>
            <a:r>
              <a:t>- 20 / 22 / 29 tools - 20 in the generated schema file; the model on engine B sees 19 offered plus</a:t>
            </a:r>
          </a:p>
          <a:p>
            <a:r>
              <a:t>  3 profile tools; the Gateway INDEXES 29, because the 7 confirm_* tools are routed even though</a:t>
            </a:r>
          </a:p>
          <a:p>
            <a:r>
              <a:t>  agentcore/agent.py filters them out of the model's list. The old model said 3 - it had counted</a:t>
            </a:r>
          </a:p>
          <a:p>
            <a:r>
              <a:t>  only the first of the Gateway's two targets.</a:t>
            </a:r>
          </a:p>
          <a:p>
            <a:r>
              <a:t>- 1,260 tokens of history, average - derived, not measured: each finished turn adds a ~30-token</a:t>
            </a:r>
          </a:p>
          <a:p>
            <a:r>
              <a:t>  user message and a ~250-token reply, so turn k carries (k-1) x 280 and the 10-turn average is</a:t>
            </a:r>
          </a:p>
          <a:p>
            <a:r>
              <a:t>  4.5 x 280. Worth knowing: MAX_CONTEXT_TOKENS is 4,096 and is never reached, so the trim does</a:t>
            </a:r>
          </a:p>
          <a:p>
            <a:r>
              <a:t>  no work at this level of use.</a:t>
            </a:r>
          </a:p>
          <a:p>
            <a:r>
              <a:t>- 4,041 input, 300 output tokens - engine A's forced-tool extraction call. It sends the full</a:t>
            </a:r>
          </a:p>
          <a:p>
            <a:r>
              <a:t>  UNTRIMMED history (preference-extractor.ts:227 - there is no trim anywhere on that path) plus a</a:t>
            </a:r>
          </a:p>
          <a:p>
            <a:r>
              <a:t>  9,903-character tool schema = 2,751 tokens. The old figure of 2,940 assumed a flat history.</a:t>
            </a:r>
          </a:p>
          <a:p>
            <a:r>
              <a:t>- 7 reads / 9 write units per turn on A, 8 / 10 on B - counted in dynamodb-store.ts: 6 Query + 1</a:t>
            </a:r>
          </a:p>
          <a:p>
            <a:r>
              <a:t>  GetItem, and 2 Put + 1 BatchWrite + 3 Update, three replicating into the sparse GSI1. Engine B is</a:t>
            </a:r>
          </a:p>
          <a:p>
            <a:r>
              <a:t>  NOT free of DynamoDB: agentcore-orchestrator.ts keeps DynamoDB as the source of truth for the</a:t>
            </a:r>
          </a:p>
          <a:p>
            <a:r>
              <a:t>  profile (:172, :226) and mirrors AgentCore's extractions back into it (:422), which adds a read</a:t>
            </a:r>
          </a:p>
          <a:p>
            <a:r>
              <a:t>  and a write.</a:t>
            </a:r>
          </a:p>
          <a:p>
            <a:r>
              <a:t>- 26 profile fields - PROFILE_FIELD_IDS. One AgentCore Memory long-term record each.</a:t>
            </a:r>
          </a:p>
          <a:p>
            <a:r>
              <a:t>- 0.5 vCPU, 1 GiB - infra/config/environments.ts, dev: cpu 512, memoryLimitMiB 1024. That is</a:t>
            </a:r>
          </a:p>
          <a:p>
            <a:r>
              <a:t>  literally the container we deploy, and BOTH engines run one: compute-stack.ts:900 creates</a:t>
            </a:r>
          </a:p>
          <a:p>
            <a:r>
              <a:t>  valentin-ac-proxy-dev at the same size on purpose, so a proxy on a smaller task cannot be</a:t>
            </a:r>
          </a:p>
          <a:p>
            <a:r>
              <a:t>  misread as an AgentCore latency result.</a:t>
            </a:r>
          </a:p>
          <a:p/>
          <a:p>
            <a:r>
              <a:t>THE TWO LAMBDAS, SINCE THEY WERE ASKED ABOUT</a:t>
            </a:r>
          </a:p>
          <a:p>
            <a:r>
              <a:t>agentcore-stack.ts stands up two: valentin-profile-tools (arm64, 256 MB, 10 s timeout, one DynamoDB</a:t>
            </a:r>
          </a:p>
          <a:p>
            <a:r>
              <a:t>read) and valentin-integration-tools (arm64, 512 MB, 30 s timeout, calls Google / Spotify / Ontopo).</a:t>
            </a:r>
          </a:p>
          <a:p>
            <a:r>
              <a:t>Together they are $0.0006 per user per month. They are IN the bill now. The earlier "under 6% of</a:t>
            </a:r>
          </a:p>
          <a:p>
            <a:r>
              <a:t>engine B" line was wrong twice over: it used 1.4 invocations per turn when ListTools never reaches a</a:t>
            </a:r>
          </a:p>
          <a:p>
            <a:r>
              <a:t>Lambda (the real InvokeTool share is 0.4), and it assumed one function when there are two.</a:t>
            </a:r>
          </a:p>
          <a:p/>
          <a:p>
            <a:r>
              <a:t>THE RAW PRICE TABLE (the detail behind the left card)</a:t>
            </a:r>
          </a:p>
          <a:p>
            <a:r>
              <a:t>- Fargate: $0.04048 / vCPU-hour, $0.004446 / GB-hour. From the pricing page's own per-second</a:t>
            </a:r>
          </a:p>
          <a:p>
            <a:r>
              <a:t>  worked example, $0.000011244 / vCPU-s.</a:t>
            </a:r>
          </a:p>
          <a:p>
            <a:r>
              <a:t>- AgentCore Runtime: $0.0895 / vCPU-hour, $0.00945 / GB-hour. microVM compute type, billed per</a:t>
            </a:r>
          </a:p>
          <a:p>
            <a:r>
              <a:t>  second with a 1-second minimum. 2.2x dearer per hour than Fargate - the win is the idle floor,</a:t>
            </a:r>
          </a:p>
          <a:p>
            <a:r>
              <a:t>  not the rate.</a:t>
            </a:r>
          </a:p>
          <a:p>
            <a:r>
              <a:t>- AgentCore Memory: $0.25 / 1,000 new events, $0.50 / 1,000 retrievals, $0.75 / 1,000 long-term</a:t>
            </a:r>
          </a:p>
          <a:p>
            <a:r>
              <a:t>  records per month on the built-in strategy.</a:t>
            </a:r>
          </a:p>
          <a:p>
            <a:r>
              <a:t>- AgentCore Gateway: $0.005 / 1,000 API invocations, $0.02 / 100 tools indexed per month.</a:t>
            </a:r>
          </a:p>
          <a:p>
            <a:r>
              <a:t>- DynamoDB on-demand, us-east-1 standard: $0.625 / M WRU, $0.125 / M RRU. 1 WRU per 1 KB;</a:t>
            </a:r>
          </a:p>
          <a:p>
            <a:r>
              <a:t>  0.5 RRU per 4 KB eventually consistent.</a:t>
            </a:r>
          </a:p>
          <a:p>
            <a:r>
              <a:t>- Lambda arm64, us-east-1: $0.0000133334 / GB-second, $0.20 / M requests.</a:t>
            </a:r>
          </a:p>
          <a:p>
            <a:r>
              <a:t>- Claude Sonnet 4.5: $3 / M input, $15 / M output - THIS ONE IS A GUESS. Bedrock's Anthropic</a:t>
            </a:r>
          </a:p>
          <a:p>
            <a:r>
              <a:t>  table is JS-rendered and never loaded. It sets 98% of BOTH bills, so it is the single biggest</a:t>
            </a:r>
          </a:p>
          <a:p>
            <a:r>
              <a:t>  citation gap in the whole deck. Re-verify it before you present.</a:t>
            </a:r>
          </a:p>
          <a:p/>
          <a:p>
            <a:r>
              <a:t>THE ONE-USER BILL, ITEMISED (run: node scripts/cost-one-user.mjs)</a:t>
            </a:r>
          </a:p>
          <a:p>
            <a:r>
              <a:t>ENGINE A                                        ENGINE B</a:t>
            </a:r>
          </a:p>
          <a:p>
            <a:r>
              <a:t>  the reply the user reads      $5.17             the reply the user reads      $5.26</a:t>
            </a:r>
          </a:p>
          <a:p>
            <a:r>
              <a:t>  our extraction call           $1.99             AgentCore Memory              $0.11</a:t>
            </a:r>
          </a:p>
          <a:p>
            <a:r>
              <a:t>  DynamoDB                      $0.0007          AgentCore Runtime             $0.013</a:t>
            </a:r>
          </a:p>
          <a:p>
            <a:r>
              <a:t>                                                 AgentCore Gateway             $0.007</a:t>
            </a:r>
          </a:p>
          <a:p>
            <a:r>
              <a:t>                                                 DynamoDB                      $0.0008</a:t>
            </a:r>
          </a:p>
          <a:p>
            <a:r>
              <a:t>                                                 both Lambdas                  $0.0006</a:t>
            </a:r>
          </a:p>
          <a:p>
            <a:r>
              <a:t>  TOTAL                         $7.17            TOTAL                         $5.39</a:t>
            </a:r>
          </a:p>
          <a:p>
            <a:r>
              <a:t>Engine B is 1.33x cheaper per user, not 13.8x. Add the always-on container - $18.02, and BOTH</a:t>
            </a:r>
          </a:p>
          <a:p>
            <a:r>
              <a:t>engines have one in this deployment - and it is $25.19 vs $23.41, i.e. 1.08x.</a:t>
            </a:r>
          </a:p>
          <a:p/>
          <a:p>
            <a:r>
              <a:t>THE BIGGEST THING THIS SLIDE DOES NOT MODEL: PROMPT CACHING</a:t>
            </a:r>
          </a:p>
          <a:p>
            <a:r>
              <a:t>7,886 of the ~9,200 input tokens are byte-identical on every single turn - the system prompt and</a:t>
            </a:r>
          </a:p>
          <a:p>
            <a:r>
              <a:t>the tool schemas. Neither engine caches them today. Caching would cut input cost by roughly 90%,</a:t>
            </a:r>
          </a:p>
          <a:p>
            <a:r>
              <a:t>taking engine A from $7.17 to about $2.10 and engine B from $5.39 to about $1.60. If someone in the</a:t>
            </a:r>
          </a:p>
          <a:p>
            <a:r>
              <a:t>room asks "what is the one change that saves the most money", that is the answer, and it has nothing</a:t>
            </a:r>
          </a:p>
          <a:p>
            <a:r>
              <a:t>to do with which engine you pick.</a:t>
            </a:r>
          </a:p>
          <a:p/>
          <a:p>
            <a:r>
              <a:t>WHY THE MONTH IS FOUR WEEKS</a:t>
            </a:r>
          </a:p>
          <a:p>
            <a:r>
              <a:t>120 = 10 turns x 3 conversations a week x 4 weeks. A calendar month is 4.33 weeks, which would give</a:t>
            </a:r>
          </a:p>
          <a:p>
            <a:r>
              <a:t>130. Four is deliberate: the point of this line is that a listener can re-derive it in their head</a:t>
            </a:r>
          </a:p>
          <a:p>
            <a:r>
              <a:t>without trusting us. The 8% we round away is far smaller than the error in any of the three</a:t>
            </a:r>
          </a:p>
          <a:p>
            <a:r>
              <a:t>assumptions feeding it.</a:t>
            </a:r>
          </a:p>
          <a:p/>
          <a:p>
            <a:r>
              <a:t>IF ASKED ABOUT THE NAT GATEWAY</a:t>
            </a:r>
          </a:p>
          <a:p>
            <a:r>
              <a:t>The VPC's private subnets are PRIVATE_WITH_EGRESS (network-stack.ts:19-55), which means CDK creates</a:t>
            </a:r>
          </a:p>
          <a:p>
            <a:r>
              <a:t>a NAT by definition - one in dev, two in prod. It is NOT there for the data stores: DynamoDB and S3</a:t>
            </a:r>
          </a:p>
          <a:p>
            <a:r>
              <a:t>already have free gateway endpoints, and Bedrock Runtime and CloudWatch Logs have interface</a:t>
            </a:r>
          </a:p>
          <a:p>
            <a:r>
              <a:t>endpoints. What still leaves for the public internet is Secrets Manager, ECR image pulls, and the</a:t>
            </a:r>
          </a:p>
          <a:p>
            <a:r>
              <a:t>Google and Spotify APIs. It is excluded from both bills as shared infrastructure - and excluding it</a:t>
            </a:r>
          </a:p>
          <a:p>
            <a:r>
              <a:t>flatters engine A, which is the side that needs it.</a:t>
            </a:r>
          </a:p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41C5-56F3-08D7-5164-11DCA311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4AD547-A3A1-445F-C483-150D3D289BD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344538-721D-C585-4D9A-8CD2287FF73B}"/>
              </a:ext>
            </a:extLst>
          </p:cNvPr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18B36-4EA8-2094-D58C-C026A897EFD2}"/>
              </a:ext>
            </a:extLst>
          </p:cNvPr>
          <p:cNvSpPr txBox="1"/>
          <p:nvPr/>
        </p:nvSpPr>
        <p:spPr>
          <a:xfrm>
            <a:off x="502920" y="3657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9900"/>
                </a:solidFill>
                <a:latin typeface="Calibri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EF234-DD22-2A97-0B3B-39628ACE33E7}"/>
              </a:ext>
            </a:extLst>
          </p:cNvPr>
          <p:cNvSpPr txBox="1"/>
          <p:nvPr/>
        </p:nvSpPr>
        <p:spPr>
          <a:xfrm>
            <a:off x="1280160" y="432107"/>
            <a:ext cx="100584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000" b="1" i="0" dirty="0">
                <a:solidFill>
                  <a:srgbClr val="232F3E"/>
                </a:solidFill>
                <a:latin typeface="Calibri"/>
              </a:rPr>
              <a:t>What we assumed — and why</a:t>
            </a:r>
            <a:endParaRPr sz="3000" b="1" i="0" dirty="0">
              <a:solidFill>
                <a:srgbClr val="232F3E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B510D-DE17-48CD-232D-07B926FBD7A2}"/>
              </a:ext>
            </a:extLst>
          </p:cNvPr>
          <p:cNvSpPr/>
          <p:nvPr/>
        </p:nvSpPr>
        <p:spPr>
          <a:xfrm>
            <a:off x="502920" y="1051560"/>
            <a:ext cx="1371600" cy="3657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66167-30CB-503E-9569-C3D9EBA3B9CB}"/>
              </a:ext>
            </a:extLst>
          </p:cNvPr>
          <p:cNvSpPr txBox="1"/>
          <p:nvPr/>
        </p:nvSpPr>
        <p:spPr>
          <a:xfrm>
            <a:off x="502920" y="1280160"/>
            <a:ext cx="111556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45B64"/>
                </a:solidFill>
                <a:latin typeface="Calibri"/>
              </a:rPr>
              <a:t>One user, one month. Every number here is a price AWS publishes, or a count of the operations one turn performs.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3E0AC-09E2-4970-AC01-1511AA7D0230}"/>
              </a:ext>
            </a:extLst>
          </p:cNvPr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50576-F8B1-1A95-8E53-A2BA1E890A0B}"/>
              </a:ext>
            </a:extLst>
          </p:cNvPr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45B64"/>
                </a:solidFill>
                <a:latin typeface="Calibri"/>
              </a:rPr>
              <a:t>7 / 18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" y="1719072"/>
            <a:ext cx="3578047" cy="106070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66928" y="1719072"/>
            <a:ext cx="3578047" cy="457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1520" y="1828800"/>
            <a:ext cx="32488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45B64"/>
                </a:solidFill>
                <a:latin typeface="Calibri"/>
              </a:rPr>
              <a:t>THE MODEL  ·  BOTH ENGINES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2011680"/>
            <a:ext cx="3248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232F3E"/>
                </a:solidFill>
                <a:latin typeface="Calibri"/>
              </a:rPr>
              <a:t>Sonnet 4.5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2468880"/>
            <a:ext cx="3248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Same model, same prompt, same reply cap on both engines.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27855" y="1719072"/>
            <a:ext cx="3578047" cy="106070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27855" y="1719072"/>
            <a:ext cx="3578047" cy="457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92447" y="1828800"/>
            <a:ext cx="32488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45B64"/>
                </a:solidFill>
                <a:latin typeface="Calibri"/>
              </a:rPr>
              <a:t>TOKENS WE SEND IN, EVERY TURN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92447" y="2011680"/>
            <a:ext cx="3248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232F3E"/>
                </a:solidFill>
                <a:latin typeface="Calibri"/>
              </a:rPr>
              <a:t>~8,100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92447" y="2468880"/>
            <a:ext cx="3248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1,667 system prompt  +  5,100 tool schemas  +  1,260 history.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88782" y="1719072"/>
            <a:ext cx="3578047" cy="106070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088782" y="1719072"/>
            <a:ext cx="3578047" cy="4572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53374" y="1828800"/>
            <a:ext cx="32488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45B64"/>
                </a:solidFill>
                <a:latin typeface="Calibri"/>
              </a:rPr>
              <a:t>TOOLS, ACROSS 10 EXTERNAL APIs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53374" y="2011680"/>
            <a:ext cx="324886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232F3E"/>
                </a:solidFill>
                <a:latin typeface="Calibri"/>
              </a:rPr>
              <a:t>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53374" y="2468880"/>
            <a:ext cx="3248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One registry, both engines — engine B's Lambda bundles engine A's own source.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66928" y="2907792"/>
            <a:ext cx="11064240" cy="603504"/>
          </a:xfrm>
          <a:prstGeom prst="roundRect">
            <a:avLst>
              <a:gd name="adj" fmla="val 1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2962656"/>
            <a:ext cx="106984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232F3E"/>
                </a:solidFill>
                <a:latin typeface="Calibri"/>
              </a:rPr>
              <a:t>ASSUMPTION OF USE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32F3E"/>
                </a:solidFill>
                <a:latin typeface="Calibri"/>
              </a:rPr>
              <a:t>A conversation is 10 turns   ×   3 conversations a week   ×   4 weeks   =   120 turns per user per month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66928" y="3639312"/>
            <a:ext cx="5445252" cy="138988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6928" y="3639312"/>
            <a:ext cx="45720" cy="1389888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1520" y="3739896"/>
            <a:ext cx="51343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E7C3C"/>
                </a:solidFill>
                <a:latin typeface="Calibri"/>
              </a:rPr>
              <a:t>RAW PRICES  ·  what AWS charges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1520" y="4023360"/>
            <a:ext cx="51343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Sonnet 4.5 — $3 / M tokens in  ·  $15 / M out</a:t>
            </a:r>
          </a:p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Fargate — $0.04048 / vCPU-hr  ·  $0.004446 / GB-hr</a:t>
            </a:r>
          </a:p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AgentCore Runtime — $0.0895 / vCPU-hr  ·  $0.00945 / GB-hr</a:t>
            </a:r>
          </a:p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AgentCore Memory — $0.25 / 1k events  ·  $0.50 / 1k retrievals</a:t>
            </a:r>
          </a:p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AgentCore Gateway — $0.005 / 1k calls   ·   DynamoDB — $0.625 / M writes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85916" y="3639312"/>
            <a:ext cx="5445252" cy="138988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185916" y="3639312"/>
            <a:ext cx="45720" cy="138988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50507" y="3739896"/>
            <a:ext cx="51343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32F3E"/>
                </a:solidFill>
                <a:latin typeface="Calibri"/>
              </a:rPr>
              <a:t>ADDITIONAL OPERATIONS  ·  what every turn also does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50507" y="4023360"/>
            <a:ext cx="51343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1,667 tokens — the system prompt, the same one on both engines</a:t>
            </a:r>
          </a:p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5,077 tokens of tool schemas on A  ·  5,376 on B — every tool, every turn</a:t>
            </a:r>
          </a:p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29 tools indexed in the Gateway  ·  22 reach the model  ·  7 stay hidden</a:t>
            </a:r>
          </a:p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4,041 in  ·  300 out — engine A's extraction call, on every turn</a:t>
            </a:r>
          </a:p>
          <a:p>
            <a:pPr algn="l">
              <a:spcAft>
                <a:spcPts val="350"/>
              </a:spcAft>
            </a:pPr>
            <a:r>
              <a:rPr sz="950" b="0">
                <a:solidFill>
                  <a:srgbClr val="16191F"/>
                </a:solidFill>
                <a:latin typeface="Calibri"/>
              </a:rPr>
              <a:t>26 profile fields  ·  9 DynamoDB writes a turn on A, 10 on B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66928" y="5175504"/>
            <a:ext cx="11064240" cy="1133856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5303520"/>
            <a:ext cx="105521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9900"/>
                </a:solidFill>
                <a:latin typeface="Calibri"/>
              </a:rPr>
              <a:t>EXCLUDED FROM BOTH BILLS  —  SHARED, AND THERE TO LEARN ON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ALB   ·   NAT Gateway   ·   CloudFront   ·   S3   ·   Secrets Manager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FF9900"/>
                </a:solidFill>
                <a:latin typeface="Calibri"/>
              </a:rPr>
              <a:t>One set serves both engines, so neither bill can claim them — and leaving the VPC out flatters engine A, which is the side that needs it.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IN BOTH BILLS:  the reply the user reads   ·   DynamoDB on both engines   ·   both Gateway Lambdas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0ED7B42-F56A-4616-1E25-7CB29147DEFC}"/>
              </a:ext>
            </a:extLst>
          </p:cNvPr>
          <p:cNvSpPr/>
          <p:nvPr/>
        </p:nvSpPr>
        <p:spPr>
          <a:xfrm>
            <a:off x="1188720" y="2139696"/>
            <a:ext cx="7328917" cy="38404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algn="ctr" defTabSz="457200" rtl="0" eaLnBrk="1" latinLnBrk="0" hangingPunct="1"/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** apples to apples: same hours up, same number of users, same pricing models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fror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bedrock</a:t>
            </a:r>
          </a:p>
          <a:p>
            <a:pPr marL="0" algn="ctr" defTabSz="457200" rtl="0" eaLnBrk="1" latinLnBrk="0" hangingPunct="1"/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algn="ctr" defTabSz="457200" rtl="0" eaLnBrk="1" latinLnBrk="0" hangingPunct="1"/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Ignore the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fargate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and ALB that is there for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learingin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purpose, if there are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additiaonl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hiden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learning purpose resources that are billed, tell us and we will consider together 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thm</a:t>
            </a:r>
            <a:endParaRPr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9606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7917</TotalTime>
  <Words>4166</Words>
  <Application>Microsoft Macintosh PowerPoint</Application>
  <PresentationFormat>Widescreen</PresentationFormat>
  <Paragraphs>573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Coral Steinberg</cp:lastModifiedBy>
  <cp:revision>8</cp:revision>
  <dcterms:created xsi:type="dcterms:W3CDTF">2013-01-27T09:14:16Z</dcterms:created>
  <dcterms:modified xsi:type="dcterms:W3CDTF">2026-09-12T07:48:25Z</dcterms:modified>
  <cp:category/>
</cp:coreProperties>
</file>