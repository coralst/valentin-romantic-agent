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I didn’t write it. They did.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657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Six agent personas with disjoint file ownership, and one human who holds the veto.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15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5527" y="173736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173736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Coral · human</a:t>
            </a:r>
            <a:r>
              <a:rPr sz="1150" b="0">
                <a:solidFill>
                  <a:srgbClr val="FFFFFF"/>
                </a:solidFill>
                <a:latin typeface="Calibri"/>
              </a:rPr>
              <a:t>   product intent · final say · veto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8532" y="2194560"/>
            <a:ext cx="14630" cy="201168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78327" y="2395728"/>
            <a:ext cx="6035040" cy="749808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8327" y="2395728"/>
            <a:ext cx="6035040" cy="5029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19" y="2551176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09847" y="25511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F3E"/>
                </a:solidFill>
                <a:latin typeface="Calibri"/>
              </a:rPr>
              <a:t>Master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7127" y="2569464"/>
            <a:ext cx="1371600" cy="219456"/>
          </a:xfrm>
          <a:prstGeom prst="roundRect">
            <a:avLst>
              <a:gd name="adj" fmla="val 35000"/>
            </a:avLst>
          </a:prstGeom>
          <a:solidFill>
            <a:srgbClr val="FF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45B64"/>
                </a:solidFill>
                <a:latin typeface="Calibri"/>
              </a:rPr>
              <a:t>.kiro/  ·  .github/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2569464"/>
            <a:ext cx="2834639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B64"/>
                </a:solidFill>
                <a:latin typeface="Calibri"/>
              </a:rPr>
              <a:t>58 PRs in its lane  ·  reviewed 109 of 148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9847" y="28529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6191F"/>
                </a:solidFill>
                <a:latin typeface="Calibri"/>
              </a:rPr>
              <a:t>Decomposes, delegates, reviews, merges — and posts the last word.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8532" y="3145536"/>
            <a:ext cx="14630" cy="12801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13916" y="3273551"/>
            <a:ext cx="8961119" cy="1463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6600" y="3273551"/>
            <a:ext cx="14630" cy="18288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456432"/>
            <a:ext cx="2093976" cy="1883664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456432"/>
            <a:ext cx="2093976" cy="50292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rchi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75303"/>
            <a:ext cx="42062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88720" y="3630168"/>
            <a:ext cx="1344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System Architect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4059935"/>
            <a:ext cx="1837943" cy="219456"/>
          </a:xfrm>
          <a:prstGeom prst="roundRect">
            <a:avLst>
              <a:gd name="adj" fmla="val 35000"/>
            </a:avLst>
          </a:prstGeom>
          <a:solidFill>
            <a:srgbClr val="FF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545B64"/>
                </a:solidFill>
                <a:latin typeface="Calibri"/>
              </a:rPr>
              <a:t>src/shared/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352544"/>
            <a:ext cx="18379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6191F"/>
                </a:solidFill>
                <a:latin typeface="Calibri"/>
              </a:rPr>
              <a:t>Contracts and shared types. Writes the spec before anyone branches.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" y="4773168"/>
            <a:ext cx="1837943" cy="10972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837176"/>
            <a:ext cx="183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545B64"/>
                </a:solidFill>
                <a:latin typeface="Calibri"/>
              </a:rPr>
              <a:t>27 PRs  ·  #2 shared types  ·  #44 preferenceCategoryCount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6880" y="3273551"/>
            <a:ext cx="14630" cy="18288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07208" y="3456432"/>
            <a:ext cx="2093976" cy="1883664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07208" y="3456432"/>
            <a:ext cx="2093976" cy="50292"/>
          </a:xfrm>
          <a:prstGeom prst="rect">
            <a:avLst/>
          </a:prstGeom>
          <a:solidFill>
            <a:srgbClr val="1E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224" y="3575303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429000" y="3630168"/>
            <a:ext cx="1344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Frontend Dev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35224" y="4059935"/>
            <a:ext cx="1837943" cy="219456"/>
          </a:xfrm>
          <a:prstGeom prst="roundRect">
            <a:avLst>
              <a:gd name="adj" fmla="val 35000"/>
            </a:avLst>
          </a:prstGeom>
          <a:solidFill>
            <a:srgbClr val="FF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545B64"/>
                </a:solidFill>
                <a:latin typeface="Calibri"/>
              </a:rPr>
              <a:t>src/client/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5224" y="4352544"/>
            <a:ext cx="18379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6191F"/>
                </a:solidFill>
                <a:latin typeface="Calibri"/>
              </a:rPr>
              <a:t>Components, hooks, state. Cannot touch shared types.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35224" y="4773168"/>
            <a:ext cx="1837943" cy="10972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35224" y="4837176"/>
            <a:ext cx="183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545B64"/>
                </a:solidFill>
                <a:latin typeface="Calibri"/>
              </a:rPr>
              <a:t>28 PRs  ·  #3 chat UI  ·  #58 Partner Profile Panel, 27 files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7160" y="3273551"/>
            <a:ext cx="14630" cy="18288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47488" y="3456432"/>
            <a:ext cx="2093976" cy="1883664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47488" y="3456432"/>
            <a:ext cx="2093976" cy="50292"/>
          </a:xfrm>
          <a:prstGeom prst="rect">
            <a:avLst/>
          </a:prstGeom>
          <a:solidFill>
            <a:srgbClr val="32C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ck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3575303"/>
            <a:ext cx="420624" cy="4206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669280" y="3630168"/>
            <a:ext cx="1344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Backend Dev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75504" y="4059935"/>
            <a:ext cx="1837943" cy="219456"/>
          </a:xfrm>
          <a:prstGeom prst="roundRect">
            <a:avLst>
              <a:gd name="adj" fmla="val 35000"/>
            </a:avLst>
          </a:prstGeom>
          <a:solidFill>
            <a:srgbClr val="FF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545B64"/>
                </a:solidFill>
                <a:latin typeface="Calibri"/>
              </a:rPr>
              <a:t>src/server/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4352544"/>
            <a:ext cx="18379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6191F"/>
                </a:solidFill>
                <a:latin typeface="Calibri"/>
              </a:rPr>
              <a:t>API, Bedrock extraction, persistence. Cannot touch the client.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75504" y="4773168"/>
            <a:ext cx="1837943" cy="10972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75504" y="4837176"/>
            <a:ext cx="183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545B64"/>
                </a:solidFill>
                <a:latin typeface="Calibri"/>
              </a:rPr>
              <a:t>30 PRs  ·  #15 real Bedrock SDK  ·  #127 eleven tool-usage bugs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7440" y="3273551"/>
            <a:ext cx="14630" cy="18288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287768" y="3456432"/>
            <a:ext cx="2093976" cy="1883664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87768" y="3456432"/>
            <a:ext cx="2093976" cy="50292"/>
          </a:xfrm>
          <a:prstGeom prst="rect">
            <a:avLst/>
          </a:prstGeom>
          <a:solidFill>
            <a:srgbClr val="FF6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de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3575303"/>
            <a:ext cx="420624" cy="42062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909560" y="3630168"/>
            <a:ext cx="1344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UI Designer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15784" y="4059935"/>
            <a:ext cx="1837943" cy="219456"/>
          </a:xfrm>
          <a:prstGeom prst="roundRect">
            <a:avLst>
              <a:gd name="adj" fmla="val 35000"/>
            </a:avLst>
          </a:prstGeom>
          <a:solidFill>
            <a:srgbClr val="FF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545B64"/>
                </a:solidFill>
                <a:latin typeface="Calibri"/>
              </a:rPr>
              <a:t>design-system/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15784" y="4352544"/>
            <a:ext cx="18379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6191F"/>
                </a:solidFill>
                <a:latin typeface="Calibri"/>
              </a:rPr>
              <a:t>Tokens, accessibility, eight real mockups to choose from.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15784" y="4773168"/>
            <a:ext cx="1837943" cy="10972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15784" y="4837176"/>
            <a:ext cx="183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545B64"/>
                </a:solidFill>
                <a:latin typeface="Calibri"/>
              </a:rPr>
              <a:t>#16 refined palette  ·  #22 component pass  ·  8 mockups, one shipped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67720" y="3273551"/>
            <a:ext cx="14630" cy="18288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528048" y="3456432"/>
            <a:ext cx="2093976" cy="1883664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28048" y="3456432"/>
            <a:ext cx="2093976" cy="50292"/>
          </a:xfrm>
          <a:prstGeom prst="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q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3575303"/>
            <a:ext cx="420624" cy="42062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49840" y="3630168"/>
            <a:ext cx="1344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QA Agent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56064" y="4059935"/>
            <a:ext cx="1837943" cy="219456"/>
          </a:xfrm>
          <a:prstGeom prst="roundRect">
            <a:avLst>
              <a:gd name="adj" fmla="val 35000"/>
            </a:avLst>
          </a:prstGeom>
          <a:solidFill>
            <a:srgbClr val="FF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545B64"/>
                </a:solidFill>
                <a:latin typeface="Calibri"/>
              </a:rPr>
              <a:t>e2e/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56064" y="4352544"/>
            <a:ext cx="18379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6191F"/>
                </a:solidFill>
                <a:latin typeface="Calibri"/>
              </a:rPr>
              <a:t>Playwright E2E and regression coverage. Cannot touch src at all.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56064" y="4773168"/>
            <a:ext cx="1837943" cy="10972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56064" y="4837176"/>
            <a:ext cx="183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545B64"/>
                </a:solidFill>
                <a:latin typeface="Calibri"/>
              </a:rPr>
              <a:t>#8 onboarding and responsive  ·  32 E2E specs  ·  3,756 unit tests green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5449824"/>
            <a:ext cx="11064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545B64"/>
                </a:solidFill>
                <a:latin typeface="Calibri"/>
              </a:rPr>
              <a:t>Each is a prompt file in .kiro/agents/ with a voice exemplar and an explicit do-not-modify list. Disjoint ownership is what keeps five agents editing at once from being a merge-conflict generator. Lane counts are attributed the same way the PR graph attributes them — by the PR’s agent label, or its branch prefix.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907024"/>
            <a:ext cx="11064240" cy="384048"/>
          </a:xfrm>
          <a:prstGeom prst="roundRect">
            <a:avLst>
              <a:gd name="adj" fmla="val 20000"/>
            </a:avLst>
          </a:prstGeom>
          <a:solidFill>
            <a:srgbClr val="FF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2F3E"/>
                </a:solidFill>
                <a:latin typeface="Calibri"/>
              </a:rPr>
              <a:t>148 pull requests  ·  134 merged  ·  164 review comments  ·  </a:t>
            </a:r>
            <a:r>
              <a:rPr sz="1100" b="0">
                <a:solidFill>
                  <a:srgbClr val="232F3E"/>
                </a:solidFill>
                <a:latin typeface="Calibri"/>
              </a:rPr>
              <a:t>I wrote none of the application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